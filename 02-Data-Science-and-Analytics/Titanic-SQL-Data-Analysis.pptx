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0" r:id="rId4"/>
    <p:sldMasterId id="214748371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Aldrich"/>
      <p:regular r:id="rId19"/>
    </p:embeddedFont>
    <p:embeddedFont>
      <p:font typeface="Contrail One"/>
      <p:regular r:id="rId20"/>
    </p:embeddedFont>
    <p:embeddedFont>
      <p:font typeface="Didact Gothic"/>
      <p:regular r:id="rId21"/>
    </p:embeddedFont>
    <p:embeddedFont>
      <p:font typeface="PT Sans"/>
      <p:regular r:id="rId22"/>
      <p:bold r:id="rId23"/>
      <p:italic r:id="rId24"/>
      <p:boldItalic r:id="rId25"/>
    </p:embeddedFont>
    <p:embeddedFont>
      <p:font typeface="DM Sans"/>
      <p:regular r:id="rId26"/>
      <p:bold r:id="rId27"/>
      <p:italic r:id="rId28"/>
      <p:boldItalic r:id="rId29"/>
    </p:embeddedFon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bold.fntdata"/><Relationship Id="rId30" Type="http://schemas.openxmlformats.org/officeDocument/2006/relationships/font" Target="fonts/CenturyGothic-regular.fntdata"/><Relationship Id="rId33" Type="http://schemas.openxmlformats.org/officeDocument/2006/relationships/font" Target="fonts/CenturyGothic-boldItalic.fntdata"/><Relationship Id="rId32" Type="http://schemas.openxmlformats.org/officeDocument/2006/relationships/font" Target="fonts/CenturyGothic-italic.fntdata"/><Relationship Id="rId20" Type="http://schemas.openxmlformats.org/officeDocument/2006/relationships/font" Target="fonts/ContrailOne-regular.fntdata"/><Relationship Id="rId22" Type="http://schemas.openxmlformats.org/officeDocument/2006/relationships/font" Target="fonts/PTSans-regular.fntdata"/><Relationship Id="rId21" Type="http://schemas.openxmlformats.org/officeDocument/2006/relationships/font" Target="fonts/DidactGothic-regular.fntdata"/><Relationship Id="rId24" Type="http://schemas.openxmlformats.org/officeDocument/2006/relationships/font" Target="fonts/PTSans-italic.fntdata"/><Relationship Id="rId23" Type="http://schemas.openxmlformats.org/officeDocument/2006/relationships/font" Target="fonts/PTSans-bold.fntdata"/><Relationship Id="rId26" Type="http://schemas.openxmlformats.org/officeDocument/2006/relationships/font" Target="fonts/DMSans-regular.fntdata"/><Relationship Id="rId25" Type="http://schemas.openxmlformats.org/officeDocument/2006/relationships/font" Target="fonts/PTSans-boldItalic.fntdata"/><Relationship Id="rId28" Type="http://schemas.openxmlformats.org/officeDocument/2006/relationships/font" Target="fonts/DMSans-italic.fntdata"/><Relationship Id="rId27" Type="http://schemas.openxmlformats.org/officeDocument/2006/relationships/font" Target="fonts/DMSans-bold.fntdata"/><Relationship Id="rId29" Type="http://schemas.openxmlformats.org/officeDocument/2006/relationships/font" Target="fonts/DM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Aldrich-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c1e70866c1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c1e70866c1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c1e70866c1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2c1e70866c1_0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c1e70866c1_0_1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c1e70866c1_0_1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c1e70866c1_0_1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c1e70866c1_0_1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2c1e70866c1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2c1e70866c1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c1e70866c1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c1e70866c1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c30ac7897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c30ac7897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c30ac789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c30ac789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2c23825fac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2c23825fac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c1e70866c1_0_1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2c1e70866c1_0_1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2c1e70866c1_0_1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2c1e70866c1_0_1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c1e70866c1_0_1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c1e70866c1_0_1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slide" Target="/ppt/slides/slide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53" name="Shape 53"/>
        <p:cNvGrpSpPr/>
        <p:nvPr/>
      </p:nvGrpSpPr>
      <p:grpSpPr>
        <a:xfrm>
          <a:off x="0" y="0"/>
          <a:ext cx="0" cy="0"/>
          <a:chOff x="0" y="0"/>
          <a:chExt cx="0" cy="0"/>
        </a:xfrm>
      </p:grpSpPr>
      <p:grpSp>
        <p:nvGrpSpPr>
          <p:cNvPr id="54" name="Google Shape;54;p14"/>
          <p:cNvGrpSpPr/>
          <p:nvPr/>
        </p:nvGrpSpPr>
        <p:grpSpPr>
          <a:xfrm>
            <a:off x="255151" y="2785291"/>
            <a:ext cx="2526614" cy="874564"/>
            <a:chOff x="3457434" y="4469778"/>
            <a:chExt cx="1572451" cy="544289"/>
          </a:xfrm>
        </p:grpSpPr>
        <p:sp>
          <p:nvSpPr>
            <p:cNvPr id="55" name="Google Shape;55;p14"/>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a:off x="102751" y="3680641"/>
            <a:ext cx="2526614" cy="874564"/>
            <a:chOff x="3457434" y="4469778"/>
            <a:chExt cx="1572451" cy="544289"/>
          </a:xfrm>
        </p:grpSpPr>
        <p:sp>
          <p:nvSpPr>
            <p:cNvPr id="76" name="Google Shape;76;p14"/>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3531662" y="4536065"/>
              <a:ext cx="477978" cy="102941"/>
            </a:xfrm>
            <a:custGeom>
              <a:rect b="b" l="l" r="r" t="t"/>
              <a:pathLst>
                <a:path extrusionOk="0" h="4252" w="19743">
                  <a:moveTo>
                    <a:pt x="859" y="1"/>
                  </a:moveTo>
                  <a:cubicBezTo>
                    <a:pt x="327" y="328"/>
                    <a:pt x="0" y="859"/>
                    <a:pt x="0" y="1350"/>
                  </a:cubicBezTo>
                  <a:cubicBezTo>
                    <a:pt x="0" y="3066"/>
                    <a:pt x="3393" y="4252"/>
                    <a:pt x="7480" y="4252"/>
                  </a:cubicBezTo>
                  <a:lnTo>
                    <a:pt x="19742" y="4252"/>
                  </a:lnTo>
                  <a:cubicBezTo>
                    <a:pt x="12753" y="3761"/>
                    <a:pt x="4946" y="2739"/>
                    <a:pt x="85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14"/>
          <p:cNvGrpSpPr/>
          <p:nvPr/>
        </p:nvGrpSpPr>
        <p:grpSpPr>
          <a:xfrm>
            <a:off x="7228313" y="-114309"/>
            <a:ext cx="1915697" cy="4616272"/>
            <a:chOff x="7899913" y="-114309"/>
            <a:chExt cx="1915697" cy="4616272"/>
          </a:xfrm>
        </p:grpSpPr>
        <p:sp>
          <p:nvSpPr>
            <p:cNvPr id="98" name="Google Shape;98;p14"/>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7899913"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2">
                <a:alpha val="536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2">
                <a:alpha val="536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2">
                <a:alpha val="536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14"/>
          <p:cNvGrpSpPr/>
          <p:nvPr/>
        </p:nvGrpSpPr>
        <p:grpSpPr>
          <a:xfrm>
            <a:off x="-400231" y="71459"/>
            <a:ext cx="9944461" cy="5619869"/>
            <a:chOff x="-1009131" y="114298"/>
            <a:chExt cx="11162264" cy="5619869"/>
          </a:xfrm>
        </p:grpSpPr>
        <p:grpSp>
          <p:nvGrpSpPr>
            <p:cNvPr id="115" name="Google Shape;115;p14"/>
            <p:cNvGrpSpPr/>
            <p:nvPr/>
          </p:nvGrpSpPr>
          <p:grpSpPr>
            <a:xfrm>
              <a:off x="-1009131" y="114298"/>
              <a:ext cx="11162264" cy="5619869"/>
              <a:chOff x="-852900" y="114300"/>
              <a:chExt cx="10849790" cy="6172288"/>
            </a:xfrm>
          </p:grpSpPr>
          <p:sp>
            <p:nvSpPr>
              <p:cNvPr id="116" name="Google Shape;116;p14"/>
              <p:cNvSpPr/>
              <p:nvPr/>
            </p:nvSpPr>
            <p:spPr>
              <a:xfrm>
                <a:off x="-845014" y="129282"/>
                <a:ext cx="10826179" cy="6147915"/>
              </a:xfrm>
              <a:custGeom>
                <a:rect b="b" l="l" r="r" t="t"/>
                <a:pathLst>
                  <a:path extrusionOk="0" h="134190" w="225135">
                    <a:moveTo>
                      <a:pt x="41896" y="1"/>
                    </a:moveTo>
                    <a:cubicBezTo>
                      <a:pt x="37114" y="1"/>
                      <a:pt x="33190" y="3924"/>
                      <a:pt x="33190" y="8707"/>
                    </a:cubicBezTo>
                    <a:lnTo>
                      <a:pt x="33190" y="102349"/>
                    </a:lnTo>
                    <a:lnTo>
                      <a:pt x="1676" y="125197"/>
                    </a:lnTo>
                    <a:lnTo>
                      <a:pt x="2044" y="125197"/>
                    </a:lnTo>
                    <a:cubicBezTo>
                      <a:pt x="859" y="126015"/>
                      <a:pt x="0" y="127568"/>
                      <a:pt x="0" y="129081"/>
                    </a:cubicBezTo>
                    <a:cubicBezTo>
                      <a:pt x="0" y="131819"/>
                      <a:pt x="2371" y="134190"/>
                      <a:pt x="5109" y="134190"/>
                    </a:cubicBezTo>
                    <a:lnTo>
                      <a:pt x="220188" y="134190"/>
                    </a:lnTo>
                    <a:cubicBezTo>
                      <a:pt x="222927" y="134190"/>
                      <a:pt x="225134" y="131819"/>
                      <a:pt x="225134" y="129081"/>
                    </a:cubicBezTo>
                    <a:cubicBezTo>
                      <a:pt x="225134" y="127732"/>
                      <a:pt x="224644" y="126383"/>
                      <a:pt x="223622" y="125524"/>
                    </a:cubicBezTo>
                    <a:lnTo>
                      <a:pt x="223785" y="125524"/>
                    </a:lnTo>
                    <a:lnTo>
                      <a:pt x="192762" y="102349"/>
                    </a:lnTo>
                    <a:lnTo>
                      <a:pt x="192762" y="8707"/>
                    </a:lnTo>
                    <a:cubicBezTo>
                      <a:pt x="192762" y="3924"/>
                      <a:pt x="188879" y="1"/>
                      <a:pt x="184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852900" y="114300"/>
                <a:ext cx="10849790" cy="6172288"/>
              </a:xfrm>
              <a:custGeom>
                <a:rect b="b" l="l" r="r" t="t"/>
                <a:pathLst>
                  <a:path extrusionOk="0" h="134722" w="225626">
                    <a:moveTo>
                      <a:pt x="184261" y="491"/>
                    </a:moveTo>
                    <a:cubicBezTo>
                      <a:pt x="186468" y="491"/>
                      <a:pt x="188675" y="1513"/>
                      <a:pt x="190228" y="3066"/>
                    </a:cubicBezTo>
                    <a:cubicBezTo>
                      <a:pt x="191577" y="4578"/>
                      <a:pt x="192599" y="6622"/>
                      <a:pt x="192599" y="9034"/>
                    </a:cubicBezTo>
                    <a:lnTo>
                      <a:pt x="192599" y="102839"/>
                    </a:lnTo>
                    <a:lnTo>
                      <a:pt x="223381" y="125714"/>
                    </a:lnTo>
                    <a:lnTo>
                      <a:pt x="223581" y="126015"/>
                    </a:lnTo>
                    <a:cubicBezTo>
                      <a:pt x="224440" y="126873"/>
                      <a:pt x="225135" y="128059"/>
                      <a:pt x="225135" y="129408"/>
                    </a:cubicBezTo>
                    <a:cubicBezTo>
                      <a:pt x="225135" y="130797"/>
                      <a:pt x="224603" y="131983"/>
                      <a:pt x="223581" y="132841"/>
                    </a:cubicBezTo>
                    <a:cubicBezTo>
                      <a:pt x="222764" y="133699"/>
                      <a:pt x="221538" y="134190"/>
                      <a:pt x="220352" y="134190"/>
                    </a:cubicBezTo>
                    <a:lnTo>
                      <a:pt x="5273" y="134190"/>
                    </a:lnTo>
                    <a:cubicBezTo>
                      <a:pt x="3884" y="134190"/>
                      <a:pt x="2698" y="133699"/>
                      <a:pt x="1840" y="132841"/>
                    </a:cubicBezTo>
                    <a:cubicBezTo>
                      <a:pt x="1023" y="131983"/>
                      <a:pt x="491" y="130797"/>
                      <a:pt x="491" y="129408"/>
                    </a:cubicBezTo>
                    <a:cubicBezTo>
                      <a:pt x="491" y="127895"/>
                      <a:pt x="1186" y="126546"/>
                      <a:pt x="2371" y="125688"/>
                    </a:cubicBezTo>
                    <a:lnTo>
                      <a:pt x="2862" y="125157"/>
                    </a:lnTo>
                    <a:lnTo>
                      <a:pt x="2698" y="125157"/>
                    </a:lnTo>
                    <a:lnTo>
                      <a:pt x="33722" y="102839"/>
                    </a:lnTo>
                    <a:lnTo>
                      <a:pt x="33722" y="9034"/>
                    </a:lnTo>
                    <a:cubicBezTo>
                      <a:pt x="33722" y="6622"/>
                      <a:pt x="34539" y="4578"/>
                      <a:pt x="36092" y="3066"/>
                    </a:cubicBezTo>
                    <a:cubicBezTo>
                      <a:pt x="37605" y="1513"/>
                      <a:pt x="39853" y="491"/>
                      <a:pt x="42060" y="491"/>
                    </a:cubicBezTo>
                    <a:close/>
                    <a:moveTo>
                      <a:pt x="42060" y="1"/>
                    </a:moveTo>
                    <a:cubicBezTo>
                      <a:pt x="37114" y="1"/>
                      <a:pt x="33190" y="4088"/>
                      <a:pt x="33190" y="9034"/>
                    </a:cubicBezTo>
                    <a:lnTo>
                      <a:pt x="33190" y="102676"/>
                    </a:lnTo>
                    <a:lnTo>
                      <a:pt x="1023" y="125688"/>
                    </a:lnTo>
                    <a:lnTo>
                      <a:pt x="1589" y="125688"/>
                    </a:lnTo>
                    <a:cubicBezTo>
                      <a:pt x="620" y="126584"/>
                      <a:pt x="1" y="127949"/>
                      <a:pt x="1" y="129408"/>
                    </a:cubicBezTo>
                    <a:cubicBezTo>
                      <a:pt x="1" y="132310"/>
                      <a:pt x="2371" y="134721"/>
                      <a:pt x="5273" y="134721"/>
                    </a:cubicBezTo>
                    <a:lnTo>
                      <a:pt x="220352" y="134721"/>
                    </a:lnTo>
                    <a:cubicBezTo>
                      <a:pt x="223254" y="134721"/>
                      <a:pt x="225625" y="132310"/>
                      <a:pt x="225625" y="129408"/>
                    </a:cubicBezTo>
                    <a:cubicBezTo>
                      <a:pt x="225625" y="128054"/>
                      <a:pt x="225101" y="126962"/>
                      <a:pt x="224258" y="126015"/>
                    </a:cubicBezTo>
                    <a:lnTo>
                      <a:pt x="224603" y="126015"/>
                    </a:lnTo>
                    <a:lnTo>
                      <a:pt x="223949" y="125530"/>
                    </a:lnTo>
                    <a:lnTo>
                      <a:pt x="223949" y="125530"/>
                    </a:lnTo>
                    <a:lnTo>
                      <a:pt x="223949" y="125524"/>
                    </a:lnTo>
                    <a:lnTo>
                      <a:pt x="223942" y="125524"/>
                    </a:lnTo>
                    <a:lnTo>
                      <a:pt x="193130" y="102676"/>
                    </a:lnTo>
                    <a:lnTo>
                      <a:pt x="193130" y="9034"/>
                    </a:lnTo>
                    <a:cubicBezTo>
                      <a:pt x="193130" y="4088"/>
                      <a:pt x="189043" y="1"/>
                      <a:pt x="184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27366" y="4975819"/>
                <a:ext cx="9247851" cy="702298"/>
              </a:xfrm>
              <a:custGeom>
                <a:rect b="b" l="l" r="r" t="t"/>
                <a:pathLst>
                  <a:path extrusionOk="0" h="15329" w="192313">
                    <a:moveTo>
                      <a:pt x="20806" y="164"/>
                    </a:moveTo>
                    <a:lnTo>
                      <a:pt x="44043" y="327"/>
                    </a:lnTo>
                    <a:lnTo>
                      <a:pt x="43777" y="327"/>
                    </a:lnTo>
                    <a:lnTo>
                      <a:pt x="42428" y="1840"/>
                    </a:lnTo>
                    <a:lnTo>
                      <a:pt x="30329" y="1676"/>
                    </a:lnTo>
                    <a:lnTo>
                      <a:pt x="32046" y="327"/>
                    </a:lnTo>
                    <a:lnTo>
                      <a:pt x="31188" y="327"/>
                    </a:lnTo>
                    <a:lnTo>
                      <a:pt x="29471" y="1676"/>
                    </a:lnTo>
                    <a:lnTo>
                      <a:pt x="18925" y="1676"/>
                    </a:lnTo>
                    <a:lnTo>
                      <a:pt x="20806" y="164"/>
                    </a:lnTo>
                    <a:close/>
                    <a:moveTo>
                      <a:pt x="44632" y="332"/>
                    </a:moveTo>
                    <a:lnTo>
                      <a:pt x="67279" y="491"/>
                    </a:lnTo>
                    <a:lnTo>
                      <a:pt x="66625" y="2044"/>
                    </a:lnTo>
                    <a:lnTo>
                      <a:pt x="55876" y="2044"/>
                    </a:lnTo>
                    <a:lnTo>
                      <a:pt x="56897" y="491"/>
                    </a:lnTo>
                    <a:lnTo>
                      <a:pt x="56039" y="491"/>
                    </a:lnTo>
                    <a:lnTo>
                      <a:pt x="55017" y="1840"/>
                    </a:lnTo>
                    <a:lnTo>
                      <a:pt x="43286" y="1840"/>
                    </a:lnTo>
                    <a:lnTo>
                      <a:pt x="44632" y="332"/>
                    </a:lnTo>
                    <a:close/>
                    <a:moveTo>
                      <a:pt x="68138" y="491"/>
                    </a:moveTo>
                    <a:lnTo>
                      <a:pt x="80073" y="654"/>
                    </a:lnTo>
                    <a:lnTo>
                      <a:pt x="79542" y="2208"/>
                    </a:lnTo>
                    <a:lnTo>
                      <a:pt x="67443" y="2044"/>
                    </a:lnTo>
                    <a:lnTo>
                      <a:pt x="68138" y="491"/>
                    </a:lnTo>
                    <a:close/>
                    <a:moveTo>
                      <a:pt x="80727" y="654"/>
                    </a:moveTo>
                    <a:lnTo>
                      <a:pt x="92335" y="818"/>
                    </a:lnTo>
                    <a:lnTo>
                      <a:pt x="92335" y="2208"/>
                    </a:lnTo>
                    <a:lnTo>
                      <a:pt x="80400" y="2208"/>
                    </a:lnTo>
                    <a:lnTo>
                      <a:pt x="80727" y="654"/>
                    </a:lnTo>
                    <a:close/>
                    <a:moveTo>
                      <a:pt x="104597" y="818"/>
                    </a:moveTo>
                    <a:lnTo>
                      <a:pt x="104761" y="2371"/>
                    </a:lnTo>
                    <a:lnTo>
                      <a:pt x="93194" y="2208"/>
                    </a:lnTo>
                    <a:lnTo>
                      <a:pt x="93194" y="818"/>
                    </a:lnTo>
                    <a:close/>
                    <a:moveTo>
                      <a:pt x="105456" y="818"/>
                    </a:moveTo>
                    <a:lnTo>
                      <a:pt x="116492" y="1022"/>
                    </a:lnTo>
                    <a:lnTo>
                      <a:pt x="116860" y="2371"/>
                    </a:lnTo>
                    <a:lnTo>
                      <a:pt x="105619" y="2371"/>
                    </a:lnTo>
                    <a:lnTo>
                      <a:pt x="105456" y="818"/>
                    </a:lnTo>
                    <a:close/>
                    <a:moveTo>
                      <a:pt x="128100" y="1022"/>
                    </a:moveTo>
                    <a:lnTo>
                      <a:pt x="128754" y="2535"/>
                    </a:lnTo>
                    <a:lnTo>
                      <a:pt x="117718" y="2371"/>
                    </a:lnTo>
                    <a:lnTo>
                      <a:pt x="117187" y="1022"/>
                    </a:lnTo>
                    <a:close/>
                    <a:moveTo>
                      <a:pt x="128958" y="1022"/>
                    </a:moveTo>
                    <a:lnTo>
                      <a:pt x="139504" y="1186"/>
                    </a:lnTo>
                    <a:lnTo>
                      <a:pt x="140526" y="2535"/>
                    </a:lnTo>
                    <a:lnTo>
                      <a:pt x="129612" y="2535"/>
                    </a:lnTo>
                    <a:lnTo>
                      <a:pt x="128958" y="1022"/>
                    </a:lnTo>
                    <a:close/>
                    <a:moveTo>
                      <a:pt x="150744" y="1186"/>
                    </a:moveTo>
                    <a:lnTo>
                      <a:pt x="151929" y="2698"/>
                    </a:lnTo>
                    <a:lnTo>
                      <a:pt x="141220" y="2535"/>
                    </a:lnTo>
                    <a:lnTo>
                      <a:pt x="140362" y="1186"/>
                    </a:lnTo>
                    <a:close/>
                    <a:moveTo>
                      <a:pt x="151439" y="1186"/>
                    </a:moveTo>
                    <a:lnTo>
                      <a:pt x="162843" y="1349"/>
                    </a:lnTo>
                    <a:lnTo>
                      <a:pt x="164355" y="2698"/>
                    </a:lnTo>
                    <a:lnTo>
                      <a:pt x="152624" y="2698"/>
                    </a:lnTo>
                    <a:lnTo>
                      <a:pt x="151439" y="1186"/>
                    </a:lnTo>
                    <a:close/>
                    <a:moveTo>
                      <a:pt x="163701" y="1349"/>
                    </a:moveTo>
                    <a:lnTo>
                      <a:pt x="174574" y="1513"/>
                    </a:lnTo>
                    <a:lnTo>
                      <a:pt x="176290" y="2862"/>
                    </a:lnTo>
                    <a:lnTo>
                      <a:pt x="165050" y="2698"/>
                    </a:lnTo>
                    <a:lnTo>
                      <a:pt x="163701" y="1349"/>
                    </a:lnTo>
                    <a:close/>
                    <a:moveTo>
                      <a:pt x="18598" y="1840"/>
                    </a:moveTo>
                    <a:lnTo>
                      <a:pt x="29307" y="2044"/>
                    </a:lnTo>
                    <a:lnTo>
                      <a:pt x="27427" y="3556"/>
                    </a:lnTo>
                    <a:lnTo>
                      <a:pt x="16350" y="3556"/>
                    </a:lnTo>
                    <a:lnTo>
                      <a:pt x="18598" y="1840"/>
                    </a:lnTo>
                    <a:close/>
                    <a:moveTo>
                      <a:pt x="42265" y="2044"/>
                    </a:moveTo>
                    <a:lnTo>
                      <a:pt x="40711" y="3720"/>
                    </a:lnTo>
                    <a:lnTo>
                      <a:pt x="28286" y="3556"/>
                    </a:lnTo>
                    <a:lnTo>
                      <a:pt x="30166" y="2044"/>
                    </a:lnTo>
                    <a:close/>
                    <a:moveTo>
                      <a:pt x="43123" y="2044"/>
                    </a:moveTo>
                    <a:lnTo>
                      <a:pt x="54854" y="2208"/>
                    </a:lnTo>
                    <a:lnTo>
                      <a:pt x="53832" y="3720"/>
                    </a:lnTo>
                    <a:lnTo>
                      <a:pt x="41733" y="3720"/>
                    </a:lnTo>
                    <a:lnTo>
                      <a:pt x="43123" y="2044"/>
                    </a:lnTo>
                    <a:close/>
                    <a:moveTo>
                      <a:pt x="66421" y="2208"/>
                    </a:moveTo>
                    <a:lnTo>
                      <a:pt x="65604" y="3883"/>
                    </a:lnTo>
                    <a:lnTo>
                      <a:pt x="54690" y="3720"/>
                    </a:lnTo>
                    <a:lnTo>
                      <a:pt x="55876" y="2208"/>
                    </a:lnTo>
                    <a:close/>
                    <a:moveTo>
                      <a:pt x="67279" y="2208"/>
                    </a:moveTo>
                    <a:lnTo>
                      <a:pt x="79542" y="2371"/>
                    </a:lnTo>
                    <a:lnTo>
                      <a:pt x="79051" y="3883"/>
                    </a:lnTo>
                    <a:lnTo>
                      <a:pt x="66625" y="3883"/>
                    </a:lnTo>
                    <a:lnTo>
                      <a:pt x="67279" y="2208"/>
                    </a:lnTo>
                    <a:close/>
                    <a:moveTo>
                      <a:pt x="92335" y="2371"/>
                    </a:moveTo>
                    <a:lnTo>
                      <a:pt x="92172" y="4088"/>
                    </a:lnTo>
                    <a:lnTo>
                      <a:pt x="79909" y="3883"/>
                    </a:lnTo>
                    <a:lnTo>
                      <a:pt x="80400" y="2371"/>
                    </a:lnTo>
                    <a:close/>
                    <a:moveTo>
                      <a:pt x="93194" y="2371"/>
                    </a:moveTo>
                    <a:lnTo>
                      <a:pt x="104761" y="2535"/>
                    </a:lnTo>
                    <a:lnTo>
                      <a:pt x="104924" y="4088"/>
                    </a:lnTo>
                    <a:lnTo>
                      <a:pt x="92989" y="4088"/>
                    </a:lnTo>
                    <a:lnTo>
                      <a:pt x="93194" y="2371"/>
                    </a:lnTo>
                    <a:close/>
                    <a:moveTo>
                      <a:pt x="117023" y="2535"/>
                    </a:moveTo>
                    <a:lnTo>
                      <a:pt x="117514" y="4088"/>
                    </a:lnTo>
                    <a:lnTo>
                      <a:pt x="105783" y="4088"/>
                    </a:lnTo>
                    <a:lnTo>
                      <a:pt x="105619" y="2535"/>
                    </a:lnTo>
                    <a:close/>
                    <a:moveTo>
                      <a:pt x="117718" y="2535"/>
                    </a:moveTo>
                    <a:lnTo>
                      <a:pt x="128958" y="2698"/>
                    </a:lnTo>
                    <a:lnTo>
                      <a:pt x="129776" y="4251"/>
                    </a:lnTo>
                    <a:lnTo>
                      <a:pt x="118372" y="4088"/>
                    </a:lnTo>
                    <a:lnTo>
                      <a:pt x="117718" y="2535"/>
                    </a:lnTo>
                    <a:close/>
                    <a:moveTo>
                      <a:pt x="140689" y="2698"/>
                    </a:moveTo>
                    <a:lnTo>
                      <a:pt x="141711" y="4251"/>
                    </a:lnTo>
                    <a:lnTo>
                      <a:pt x="130471" y="4251"/>
                    </a:lnTo>
                    <a:lnTo>
                      <a:pt x="129776" y="2698"/>
                    </a:lnTo>
                    <a:close/>
                    <a:moveTo>
                      <a:pt x="141384" y="2698"/>
                    </a:moveTo>
                    <a:lnTo>
                      <a:pt x="152093" y="2862"/>
                    </a:lnTo>
                    <a:lnTo>
                      <a:pt x="153483" y="4415"/>
                    </a:lnTo>
                    <a:lnTo>
                      <a:pt x="153483" y="4415"/>
                    </a:lnTo>
                    <a:lnTo>
                      <a:pt x="142569" y="4251"/>
                    </a:lnTo>
                    <a:lnTo>
                      <a:pt x="141384" y="2698"/>
                    </a:lnTo>
                    <a:close/>
                    <a:moveTo>
                      <a:pt x="164519" y="2862"/>
                    </a:moveTo>
                    <a:lnTo>
                      <a:pt x="166235" y="4415"/>
                    </a:lnTo>
                    <a:lnTo>
                      <a:pt x="154137" y="4415"/>
                    </a:lnTo>
                    <a:lnTo>
                      <a:pt x="152788" y="2862"/>
                    </a:lnTo>
                    <a:close/>
                    <a:moveTo>
                      <a:pt x="165377" y="2862"/>
                    </a:moveTo>
                    <a:lnTo>
                      <a:pt x="176617" y="3066"/>
                    </a:lnTo>
                    <a:lnTo>
                      <a:pt x="178498" y="4415"/>
                    </a:lnTo>
                    <a:lnTo>
                      <a:pt x="166930" y="4415"/>
                    </a:lnTo>
                    <a:lnTo>
                      <a:pt x="165377" y="2862"/>
                    </a:lnTo>
                    <a:close/>
                    <a:moveTo>
                      <a:pt x="16187" y="3720"/>
                    </a:moveTo>
                    <a:lnTo>
                      <a:pt x="27100" y="3883"/>
                    </a:lnTo>
                    <a:lnTo>
                      <a:pt x="25220" y="5600"/>
                    </a:lnTo>
                    <a:lnTo>
                      <a:pt x="13816" y="5600"/>
                    </a:lnTo>
                    <a:lnTo>
                      <a:pt x="16187" y="3720"/>
                    </a:lnTo>
                    <a:close/>
                    <a:moveTo>
                      <a:pt x="40548" y="3883"/>
                    </a:moveTo>
                    <a:lnTo>
                      <a:pt x="39035" y="5600"/>
                    </a:lnTo>
                    <a:lnTo>
                      <a:pt x="26242" y="5600"/>
                    </a:lnTo>
                    <a:lnTo>
                      <a:pt x="28122" y="3883"/>
                    </a:lnTo>
                    <a:close/>
                    <a:moveTo>
                      <a:pt x="53668" y="3883"/>
                    </a:moveTo>
                    <a:lnTo>
                      <a:pt x="52483" y="5764"/>
                    </a:lnTo>
                    <a:lnTo>
                      <a:pt x="40057" y="5600"/>
                    </a:lnTo>
                    <a:lnTo>
                      <a:pt x="41570" y="3883"/>
                    </a:lnTo>
                    <a:close/>
                    <a:moveTo>
                      <a:pt x="54527" y="3883"/>
                    </a:moveTo>
                    <a:lnTo>
                      <a:pt x="65604" y="4088"/>
                    </a:lnTo>
                    <a:lnTo>
                      <a:pt x="64745" y="5764"/>
                    </a:lnTo>
                    <a:lnTo>
                      <a:pt x="53341" y="5764"/>
                    </a:lnTo>
                    <a:lnTo>
                      <a:pt x="54527" y="3883"/>
                    </a:lnTo>
                    <a:close/>
                    <a:moveTo>
                      <a:pt x="79051" y="4088"/>
                    </a:moveTo>
                    <a:lnTo>
                      <a:pt x="78520" y="5764"/>
                    </a:lnTo>
                    <a:lnTo>
                      <a:pt x="65604" y="5764"/>
                    </a:lnTo>
                    <a:lnTo>
                      <a:pt x="66421" y="4088"/>
                    </a:lnTo>
                    <a:close/>
                    <a:moveTo>
                      <a:pt x="79909" y="4088"/>
                    </a:moveTo>
                    <a:lnTo>
                      <a:pt x="92172" y="4251"/>
                    </a:lnTo>
                    <a:lnTo>
                      <a:pt x="91967" y="5927"/>
                    </a:lnTo>
                    <a:lnTo>
                      <a:pt x="79378" y="5764"/>
                    </a:lnTo>
                    <a:lnTo>
                      <a:pt x="79909" y="4088"/>
                    </a:lnTo>
                    <a:close/>
                    <a:moveTo>
                      <a:pt x="104924" y="4251"/>
                    </a:moveTo>
                    <a:lnTo>
                      <a:pt x="105088" y="5927"/>
                    </a:lnTo>
                    <a:lnTo>
                      <a:pt x="92826" y="5927"/>
                    </a:lnTo>
                    <a:lnTo>
                      <a:pt x="92989" y="4251"/>
                    </a:lnTo>
                    <a:close/>
                    <a:moveTo>
                      <a:pt x="105783" y="4251"/>
                    </a:moveTo>
                    <a:lnTo>
                      <a:pt x="117514" y="4415"/>
                    </a:lnTo>
                    <a:lnTo>
                      <a:pt x="118045" y="5927"/>
                    </a:lnTo>
                    <a:lnTo>
                      <a:pt x="106110" y="5927"/>
                    </a:lnTo>
                    <a:lnTo>
                      <a:pt x="105783" y="4251"/>
                    </a:lnTo>
                    <a:close/>
                    <a:moveTo>
                      <a:pt x="129776" y="4415"/>
                    </a:moveTo>
                    <a:lnTo>
                      <a:pt x="130634" y="5927"/>
                    </a:lnTo>
                    <a:lnTo>
                      <a:pt x="118903" y="5927"/>
                    </a:lnTo>
                    <a:lnTo>
                      <a:pt x="118372" y="4415"/>
                    </a:lnTo>
                    <a:close/>
                    <a:moveTo>
                      <a:pt x="141874" y="4415"/>
                    </a:moveTo>
                    <a:lnTo>
                      <a:pt x="142896" y="6131"/>
                    </a:lnTo>
                    <a:lnTo>
                      <a:pt x="131492" y="6131"/>
                    </a:lnTo>
                    <a:lnTo>
                      <a:pt x="130634" y="4415"/>
                    </a:lnTo>
                    <a:close/>
                    <a:moveTo>
                      <a:pt x="142569" y="4415"/>
                    </a:moveTo>
                    <a:lnTo>
                      <a:pt x="153646" y="4578"/>
                    </a:lnTo>
                    <a:lnTo>
                      <a:pt x="154995" y="6131"/>
                    </a:lnTo>
                    <a:lnTo>
                      <a:pt x="143755" y="6131"/>
                    </a:lnTo>
                    <a:lnTo>
                      <a:pt x="142569" y="4415"/>
                    </a:lnTo>
                    <a:close/>
                    <a:moveTo>
                      <a:pt x="166399" y="4578"/>
                    </a:moveTo>
                    <a:lnTo>
                      <a:pt x="168116" y="6131"/>
                    </a:lnTo>
                    <a:lnTo>
                      <a:pt x="155853" y="6131"/>
                    </a:lnTo>
                    <a:lnTo>
                      <a:pt x="154300" y="4578"/>
                    </a:lnTo>
                    <a:close/>
                    <a:moveTo>
                      <a:pt x="167094" y="4578"/>
                    </a:moveTo>
                    <a:lnTo>
                      <a:pt x="178661" y="4742"/>
                    </a:lnTo>
                    <a:lnTo>
                      <a:pt x="180705" y="6295"/>
                    </a:lnTo>
                    <a:lnTo>
                      <a:pt x="168974" y="6131"/>
                    </a:lnTo>
                    <a:lnTo>
                      <a:pt x="167094" y="4578"/>
                    </a:lnTo>
                    <a:close/>
                    <a:moveTo>
                      <a:pt x="24893" y="5764"/>
                    </a:moveTo>
                    <a:lnTo>
                      <a:pt x="22849" y="7644"/>
                    </a:lnTo>
                    <a:lnTo>
                      <a:pt x="11078" y="7644"/>
                    </a:lnTo>
                    <a:lnTo>
                      <a:pt x="13653" y="5764"/>
                    </a:lnTo>
                    <a:close/>
                    <a:moveTo>
                      <a:pt x="25915" y="5764"/>
                    </a:moveTo>
                    <a:lnTo>
                      <a:pt x="38831" y="5927"/>
                    </a:lnTo>
                    <a:lnTo>
                      <a:pt x="37155" y="7807"/>
                    </a:lnTo>
                    <a:lnTo>
                      <a:pt x="23871" y="7644"/>
                    </a:lnTo>
                    <a:lnTo>
                      <a:pt x="25915" y="5764"/>
                    </a:lnTo>
                    <a:close/>
                    <a:moveTo>
                      <a:pt x="52320" y="5927"/>
                    </a:moveTo>
                    <a:lnTo>
                      <a:pt x="51093" y="7807"/>
                    </a:lnTo>
                    <a:lnTo>
                      <a:pt x="38177" y="7807"/>
                    </a:lnTo>
                    <a:lnTo>
                      <a:pt x="39689" y="5927"/>
                    </a:lnTo>
                    <a:close/>
                    <a:moveTo>
                      <a:pt x="64582" y="5927"/>
                    </a:moveTo>
                    <a:lnTo>
                      <a:pt x="63723" y="7807"/>
                    </a:lnTo>
                    <a:lnTo>
                      <a:pt x="51952" y="7807"/>
                    </a:lnTo>
                    <a:lnTo>
                      <a:pt x="53341" y="5927"/>
                    </a:lnTo>
                    <a:close/>
                    <a:moveTo>
                      <a:pt x="65604" y="5927"/>
                    </a:moveTo>
                    <a:lnTo>
                      <a:pt x="78356" y="6131"/>
                    </a:lnTo>
                    <a:lnTo>
                      <a:pt x="77866" y="7807"/>
                    </a:lnTo>
                    <a:lnTo>
                      <a:pt x="64582" y="7807"/>
                    </a:lnTo>
                    <a:lnTo>
                      <a:pt x="65604" y="5927"/>
                    </a:lnTo>
                    <a:close/>
                    <a:moveTo>
                      <a:pt x="91967" y="6131"/>
                    </a:moveTo>
                    <a:lnTo>
                      <a:pt x="91804" y="7807"/>
                    </a:lnTo>
                    <a:lnTo>
                      <a:pt x="78888" y="7807"/>
                    </a:lnTo>
                    <a:lnTo>
                      <a:pt x="79378" y="6131"/>
                    </a:lnTo>
                    <a:close/>
                    <a:moveTo>
                      <a:pt x="105251" y="6131"/>
                    </a:moveTo>
                    <a:lnTo>
                      <a:pt x="105456" y="7971"/>
                    </a:lnTo>
                    <a:lnTo>
                      <a:pt x="105456" y="7971"/>
                    </a:lnTo>
                    <a:lnTo>
                      <a:pt x="92826" y="7807"/>
                    </a:lnTo>
                    <a:lnTo>
                      <a:pt x="92826" y="6131"/>
                    </a:lnTo>
                    <a:close/>
                    <a:moveTo>
                      <a:pt x="118208" y="6131"/>
                    </a:moveTo>
                    <a:lnTo>
                      <a:pt x="118740" y="7971"/>
                    </a:lnTo>
                    <a:lnTo>
                      <a:pt x="106273" y="7971"/>
                    </a:lnTo>
                    <a:lnTo>
                      <a:pt x="106110" y="6131"/>
                    </a:lnTo>
                    <a:close/>
                    <a:moveTo>
                      <a:pt x="119067" y="6131"/>
                    </a:moveTo>
                    <a:lnTo>
                      <a:pt x="130798" y="6295"/>
                    </a:lnTo>
                    <a:lnTo>
                      <a:pt x="131656" y="7971"/>
                    </a:lnTo>
                    <a:lnTo>
                      <a:pt x="119557" y="7971"/>
                    </a:lnTo>
                    <a:lnTo>
                      <a:pt x="119067" y="6131"/>
                    </a:lnTo>
                    <a:close/>
                    <a:moveTo>
                      <a:pt x="143060" y="6295"/>
                    </a:moveTo>
                    <a:lnTo>
                      <a:pt x="144286" y="7971"/>
                    </a:lnTo>
                    <a:lnTo>
                      <a:pt x="132514" y="7971"/>
                    </a:lnTo>
                    <a:lnTo>
                      <a:pt x="131656" y="6295"/>
                    </a:lnTo>
                    <a:close/>
                    <a:moveTo>
                      <a:pt x="155158" y="6295"/>
                    </a:moveTo>
                    <a:lnTo>
                      <a:pt x="156712" y="7971"/>
                    </a:lnTo>
                    <a:lnTo>
                      <a:pt x="145103" y="7971"/>
                    </a:lnTo>
                    <a:lnTo>
                      <a:pt x="143918" y="6295"/>
                    </a:lnTo>
                    <a:close/>
                    <a:moveTo>
                      <a:pt x="156017" y="6295"/>
                    </a:moveTo>
                    <a:lnTo>
                      <a:pt x="168279" y="6458"/>
                    </a:lnTo>
                    <a:lnTo>
                      <a:pt x="170159" y="7971"/>
                    </a:lnTo>
                    <a:lnTo>
                      <a:pt x="157570" y="7971"/>
                    </a:lnTo>
                    <a:lnTo>
                      <a:pt x="156017" y="6295"/>
                    </a:lnTo>
                    <a:close/>
                    <a:moveTo>
                      <a:pt x="180868" y="6458"/>
                    </a:moveTo>
                    <a:lnTo>
                      <a:pt x="183116" y="8175"/>
                    </a:lnTo>
                    <a:lnTo>
                      <a:pt x="171018" y="7971"/>
                    </a:lnTo>
                    <a:lnTo>
                      <a:pt x="169137" y="6458"/>
                    </a:lnTo>
                    <a:close/>
                    <a:moveTo>
                      <a:pt x="22686" y="7971"/>
                    </a:moveTo>
                    <a:lnTo>
                      <a:pt x="20274" y="10014"/>
                    </a:lnTo>
                    <a:lnTo>
                      <a:pt x="8176" y="10014"/>
                    </a:lnTo>
                    <a:lnTo>
                      <a:pt x="10751" y="7971"/>
                    </a:lnTo>
                    <a:close/>
                    <a:moveTo>
                      <a:pt x="36992" y="7971"/>
                    </a:moveTo>
                    <a:lnTo>
                      <a:pt x="35112" y="10014"/>
                    </a:lnTo>
                    <a:lnTo>
                      <a:pt x="21460" y="10014"/>
                    </a:lnTo>
                    <a:lnTo>
                      <a:pt x="23708" y="7971"/>
                    </a:lnTo>
                    <a:close/>
                    <a:moveTo>
                      <a:pt x="50930" y="7971"/>
                    </a:moveTo>
                    <a:lnTo>
                      <a:pt x="49581" y="10014"/>
                    </a:lnTo>
                    <a:lnTo>
                      <a:pt x="36133" y="10014"/>
                    </a:lnTo>
                    <a:lnTo>
                      <a:pt x="37809" y="7971"/>
                    </a:lnTo>
                    <a:close/>
                    <a:moveTo>
                      <a:pt x="63560" y="7971"/>
                    </a:moveTo>
                    <a:lnTo>
                      <a:pt x="62538" y="10014"/>
                    </a:lnTo>
                    <a:lnTo>
                      <a:pt x="50603" y="10014"/>
                    </a:lnTo>
                    <a:lnTo>
                      <a:pt x="51788" y="7971"/>
                    </a:lnTo>
                    <a:close/>
                    <a:moveTo>
                      <a:pt x="64582" y="7971"/>
                    </a:moveTo>
                    <a:lnTo>
                      <a:pt x="77866" y="8175"/>
                    </a:lnTo>
                    <a:lnTo>
                      <a:pt x="77334" y="10014"/>
                    </a:lnTo>
                    <a:lnTo>
                      <a:pt x="63560" y="10014"/>
                    </a:lnTo>
                    <a:lnTo>
                      <a:pt x="64582" y="7971"/>
                    </a:lnTo>
                    <a:close/>
                    <a:moveTo>
                      <a:pt x="91804" y="8175"/>
                    </a:moveTo>
                    <a:lnTo>
                      <a:pt x="91640" y="10014"/>
                    </a:lnTo>
                    <a:lnTo>
                      <a:pt x="78356" y="10014"/>
                    </a:lnTo>
                    <a:lnTo>
                      <a:pt x="78888" y="8175"/>
                    </a:lnTo>
                    <a:close/>
                    <a:moveTo>
                      <a:pt x="105456" y="8175"/>
                    </a:moveTo>
                    <a:lnTo>
                      <a:pt x="105619" y="10014"/>
                    </a:lnTo>
                    <a:lnTo>
                      <a:pt x="92662" y="10014"/>
                    </a:lnTo>
                    <a:lnTo>
                      <a:pt x="92662" y="8175"/>
                    </a:lnTo>
                    <a:close/>
                    <a:moveTo>
                      <a:pt x="118740" y="8175"/>
                    </a:moveTo>
                    <a:lnTo>
                      <a:pt x="119394" y="10014"/>
                    </a:lnTo>
                    <a:lnTo>
                      <a:pt x="106641" y="10014"/>
                    </a:lnTo>
                    <a:lnTo>
                      <a:pt x="106273" y="8175"/>
                    </a:lnTo>
                    <a:close/>
                    <a:moveTo>
                      <a:pt x="131819" y="8175"/>
                    </a:moveTo>
                    <a:lnTo>
                      <a:pt x="132678" y="10014"/>
                    </a:lnTo>
                    <a:lnTo>
                      <a:pt x="120252" y="10014"/>
                    </a:lnTo>
                    <a:lnTo>
                      <a:pt x="119557" y="8175"/>
                    </a:lnTo>
                    <a:close/>
                    <a:moveTo>
                      <a:pt x="144449" y="8175"/>
                    </a:moveTo>
                    <a:lnTo>
                      <a:pt x="145798" y="10014"/>
                    </a:lnTo>
                    <a:lnTo>
                      <a:pt x="133536" y="10014"/>
                    </a:lnTo>
                    <a:lnTo>
                      <a:pt x="132678" y="8175"/>
                    </a:lnTo>
                    <a:close/>
                    <a:moveTo>
                      <a:pt x="156875" y="8175"/>
                    </a:moveTo>
                    <a:lnTo>
                      <a:pt x="158388" y="10014"/>
                    </a:lnTo>
                    <a:lnTo>
                      <a:pt x="146657" y="10014"/>
                    </a:lnTo>
                    <a:lnTo>
                      <a:pt x="145308" y="8175"/>
                    </a:lnTo>
                    <a:close/>
                    <a:moveTo>
                      <a:pt x="157734" y="8175"/>
                    </a:moveTo>
                    <a:lnTo>
                      <a:pt x="170323" y="8339"/>
                    </a:lnTo>
                    <a:lnTo>
                      <a:pt x="172366" y="10014"/>
                    </a:lnTo>
                    <a:lnTo>
                      <a:pt x="159246" y="10014"/>
                    </a:lnTo>
                    <a:lnTo>
                      <a:pt x="157734" y="8175"/>
                    </a:lnTo>
                    <a:close/>
                    <a:moveTo>
                      <a:pt x="183280" y="8339"/>
                    </a:moveTo>
                    <a:lnTo>
                      <a:pt x="185487" y="10014"/>
                    </a:lnTo>
                    <a:lnTo>
                      <a:pt x="173061" y="10014"/>
                    </a:lnTo>
                    <a:lnTo>
                      <a:pt x="171181" y="8339"/>
                    </a:lnTo>
                    <a:close/>
                    <a:moveTo>
                      <a:pt x="172530" y="10219"/>
                    </a:moveTo>
                    <a:lnTo>
                      <a:pt x="174574" y="12058"/>
                    </a:lnTo>
                    <a:lnTo>
                      <a:pt x="161126" y="12058"/>
                    </a:lnTo>
                    <a:lnTo>
                      <a:pt x="159409" y="10219"/>
                    </a:lnTo>
                    <a:close/>
                    <a:moveTo>
                      <a:pt x="185814" y="10219"/>
                    </a:moveTo>
                    <a:lnTo>
                      <a:pt x="188226" y="12058"/>
                    </a:lnTo>
                    <a:lnTo>
                      <a:pt x="175432" y="12058"/>
                    </a:lnTo>
                    <a:lnTo>
                      <a:pt x="173388" y="10219"/>
                    </a:lnTo>
                    <a:close/>
                    <a:moveTo>
                      <a:pt x="77171" y="10219"/>
                    </a:moveTo>
                    <a:lnTo>
                      <a:pt x="76640" y="12263"/>
                    </a:lnTo>
                    <a:lnTo>
                      <a:pt x="62538" y="12263"/>
                    </a:lnTo>
                    <a:lnTo>
                      <a:pt x="63355" y="10219"/>
                    </a:lnTo>
                    <a:close/>
                    <a:moveTo>
                      <a:pt x="91640" y="10219"/>
                    </a:moveTo>
                    <a:lnTo>
                      <a:pt x="91477" y="12263"/>
                    </a:lnTo>
                    <a:lnTo>
                      <a:pt x="77661" y="12263"/>
                    </a:lnTo>
                    <a:lnTo>
                      <a:pt x="78193" y="10219"/>
                    </a:lnTo>
                    <a:close/>
                    <a:moveTo>
                      <a:pt x="105783" y="10219"/>
                    </a:moveTo>
                    <a:lnTo>
                      <a:pt x="105946" y="12263"/>
                    </a:lnTo>
                    <a:lnTo>
                      <a:pt x="92499" y="12263"/>
                    </a:lnTo>
                    <a:lnTo>
                      <a:pt x="92662" y="10219"/>
                    </a:lnTo>
                    <a:close/>
                    <a:moveTo>
                      <a:pt x="119394" y="10219"/>
                    </a:moveTo>
                    <a:lnTo>
                      <a:pt x="120089" y="12263"/>
                    </a:lnTo>
                    <a:lnTo>
                      <a:pt x="106968" y="12263"/>
                    </a:lnTo>
                    <a:lnTo>
                      <a:pt x="106641" y="10219"/>
                    </a:lnTo>
                    <a:close/>
                    <a:moveTo>
                      <a:pt x="132841" y="10219"/>
                    </a:moveTo>
                    <a:lnTo>
                      <a:pt x="133863" y="12263"/>
                    </a:lnTo>
                    <a:lnTo>
                      <a:pt x="120947" y="12263"/>
                    </a:lnTo>
                    <a:lnTo>
                      <a:pt x="120252" y="10219"/>
                    </a:lnTo>
                    <a:close/>
                    <a:moveTo>
                      <a:pt x="145962" y="10219"/>
                    </a:moveTo>
                    <a:lnTo>
                      <a:pt x="147147" y="12263"/>
                    </a:lnTo>
                    <a:lnTo>
                      <a:pt x="134721" y="12263"/>
                    </a:lnTo>
                    <a:lnTo>
                      <a:pt x="133700" y="10219"/>
                    </a:lnTo>
                    <a:close/>
                    <a:moveTo>
                      <a:pt x="158755" y="10219"/>
                    </a:moveTo>
                    <a:lnTo>
                      <a:pt x="160268" y="12058"/>
                    </a:lnTo>
                    <a:lnTo>
                      <a:pt x="148169" y="12263"/>
                    </a:lnTo>
                    <a:lnTo>
                      <a:pt x="146820" y="10219"/>
                    </a:lnTo>
                    <a:close/>
                    <a:moveTo>
                      <a:pt x="20111" y="10219"/>
                    </a:moveTo>
                    <a:lnTo>
                      <a:pt x="17740" y="12426"/>
                    </a:lnTo>
                    <a:lnTo>
                      <a:pt x="5110" y="12426"/>
                    </a:lnTo>
                    <a:lnTo>
                      <a:pt x="7849" y="10219"/>
                    </a:lnTo>
                    <a:close/>
                    <a:moveTo>
                      <a:pt x="34948" y="10219"/>
                    </a:moveTo>
                    <a:lnTo>
                      <a:pt x="33068" y="12426"/>
                    </a:lnTo>
                    <a:lnTo>
                      <a:pt x="18762" y="12426"/>
                    </a:lnTo>
                    <a:lnTo>
                      <a:pt x="21133" y="10219"/>
                    </a:lnTo>
                    <a:close/>
                    <a:moveTo>
                      <a:pt x="49417" y="10219"/>
                    </a:moveTo>
                    <a:lnTo>
                      <a:pt x="47864" y="12426"/>
                    </a:lnTo>
                    <a:lnTo>
                      <a:pt x="34090" y="12426"/>
                    </a:lnTo>
                    <a:lnTo>
                      <a:pt x="35970" y="10219"/>
                    </a:lnTo>
                    <a:close/>
                    <a:moveTo>
                      <a:pt x="62538" y="10219"/>
                    </a:moveTo>
                    <a:lnTo>
                      <a:pt x="61516" y="12263"/>
                    </a:lnTo>
                    <a:lnTo>
                      <a:pt x="48886" y="12426"/>
                    </a:lnTo>
                    <a:lnTo>
                      <a:pt x="50439" y="10219"/>
                    </a:lnTo>
                    <a:close/>
                    <a:moveTo>
                      <a:pt x="174737" y="12426"/>
                    </a:moveTo>
                    <a:lnTo>
                      <a:pt x="177149" y="14470"/>
                    </a:lnTo>
                    <a:lnTo>
                      <a:pt x="163333" y="14470"/>
                    </a:lnTo>
                    <a:lnTo>
                      <a:pt x="161453" y="12426"/>
                    </a:lnTo>
                    <a:close/>
                    <a:moveTo>
                      <a:pt x="188553" y="12426"/>
                    </a:moveTo>
                    <a:lnTo>
                      <a:pt x="191087" y="14470"/>
                    </a:lnTo>
                    <a:lnTo>
                      <a:pt x="178007" y="14470"/>
                    </a:lnTo>
                    <a:lnTo>
                      <a:pt x="175595" y="12426"/>
                    </a:lnTo>
                    <a:close/>
                    <a:moveTo>
                      <a:pt x="32700" y="12590"/>
                    </a:moveTo>
                    <a:lnTo>
                      <a:pt x="30656" y="14960"/>
                    </a:lnTo>
                    <a:lnTo>
                      <a:pt x="15860" y="14960"/>
                    </a:lnTo>
                    <a:lnTo>
                      <a:pt x="18394" y="12590"/>
                    </a:lnTo>
                    <a:close/>
                    <a:moveTo>
                      <a:pt x="47701" y="12590"/>
                    </a:moveTo>
                    <a:lnTo>
                      <a:pt x="46188" y="14960"/>
                    </a:lnTo>
                    <a:lnTo>
                      <a:pt x="31678" y="14960"/>
                    </a:lnTo>
                    <a:lnTo>
                      <a:pt x="33722" y="12590"/>
                    </a:lnTo>
                    <a:close/>
                    <a:moveTo>
                      <a:pt x="160636" y="12426"/>
                    </a:moveTo>
                    <a:lnTo>
                      <a:pt x="162311" y="14470"/>
                    </a:lnTo>
                    <a:lnTo>
                      <a:pt x="47210" y="14960"/>
                    </a:lnTo>
                    <a:lnTo>
                      <a:pt x="48723" y="12590"/>
                    </a:lnTo>
                    <a:lnTo>
                      <a:pt x="106968" y="12590"/>
                    </a:lnTo>
                    <a:lnTo>
                      <a:pt x="106968" y="12426"/>
                    </a:lnTo>
                    <a:lnTo>
                      <a:pt x="120089" y="12426"/>
                    </a:lnTo>
                    <a:lnTo>
                      <a:pt x="120089" y="12590"/>
                    </a:lnTo>
                    <a:lnTo>
                      <a:pt x="121110" y="12590"/>
                    </a:lnTo>
                    <a:lnTo>
                      <a:pt x="121110" y="12426"/>
                    </a:lnTo>
                    <a:lnTo>
                      <a:pt x="133863" y="12426"/>
                    </a:lnTo>
                    <a:lnTo>
                      <a:pt x="134067" y="12590"/>
                    </a:lnTo>
                    <a:lnTo>
                      <a:pt x="134885" y="12590"/>
                    </a:lnTo>
                    <a:lnTo>
                      <a:pt x="134885" y="12426"/>
                    </a:lnTo>
                    <a:lnTo>
                      <a:pt x="147352" y="12426"/>
                    </a:lnTo>
                    <a:lnTo>
                      <a:pt x="147515" y="12590"/>
                    </a:lnTo>
                    <a:lnTo>
                      <a:pt x="148373" y="12590"/>
                    </a:lnTo>
                    <a:lnTo>
                      <a:pt x="148373" y="12426"/>
                    </a:lnTo>
                    <a:close/>
                    <a:moveTo>
                      <a:pt x="17372" y="12590"/>
                    </a:moveTo>
                    <a:lnTo>
                      <a:pt x="14675" y="14960"/>
                    </a:lnTo>
                    <a:lnTo>
                      <a:pt x="1554" y="15124"/>
                    </a:lnTo>
                    <a:lnTo>
                      <a:pt x="4783" y="12753"/>
                    </a:lnTo>
                    <a:lnTo>
                      <a:pt x="17372" y="12590"/>
                    </a:lnTo>
                    <a:close/>
                    <a:moveTo>
                      <a:pt x="20111" y="0"/>
                    </a:moveTo>
                    <a:lnTo>
                      <a:pt x="1" y="15328"/>
                    </a:lnTo>
                    <a:lnTo>
                      <a:pt x="31515" y="15328"/>
                    </a:lnTo>
                    <a:lnTo>
                      <a:pt x="45984" y="15124"/>
                    </a:lnTo>
                    <a:lnTo>
                      <a:pt x="45821" y="15328"/>
                    </a:lnTo>
                    <a:lnTo>
                      <a:pt x="47006" y="15328"/>
                    </a:lnTo>
                    <a:lnTo>
                      <a:pt x="47006" y="15124"/>
                    </a:lnTo>
                    <a:lnTo>
                      <a:pt x="192313" y="14633"/>
                    </a:lnTo>
                    <a:lnTo>
                      <a:pt x="175105" y="1349"/>
                    </a:lnTo>
                    <a:lnTo>
                      <a:pt x="163333" y="1186"/>
                    </a:lnTo>
                    <a:lnTo>
                      <a:pt x="162679" y="1186"/>
                    </a:lnTo>
                    <a:lnTo>
                      <a:pt x="151235" y="1022"/>
                    </a:lnTo>
                    <a:lnTo>
                      <a:pt x="139340" y="1022"/>
                    </a:lnTo>
                    <a:lnTo>
                      <a:pt x="128754" y="818"/>
                    </a:lnTo>
                    <a:lnTo>
                      <a:pt x="116328" y="818"/>
                    </a:lnTo>
                    <a:lnTo>
                      <a:pt x="105251" y="654"/>
                    </a:lnTo>
                    <a:lnTo>
                      <a:pt x="104597" y="654"/>
                    </a:lnTo>
                    <a:lnTo>
                      <a:pt x="93194" y="491"/>
                    </a:lnTo>
                    <a:lnTo>
                      <a:pt x="80073" y="491"/>
                    </a:lnTo>
                    <a:lnTo>
                      <a:pt x="68301" y="327"/>
                    </a:lnTo>
                    <a:lnTo>
                      <a:pt x="67443" y="327"/>
                    </a:lnTo>
                    <a:lnTo>
                      <a:pt x="2011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14"/>
            <p:cNvGrpSpPr/>
            <p:nvPr/>
          </p:nvGrpSpPr>
          <p:grpSpPr>
            <a:xfrm>
              <a:off x="904874" y="328675"/>
              <a:ext cx="7315554" cy="4024396"/>
              <a:chOff x="992433" y="538196"/>
              <a:chExt cx="7139913" cy="4021179"/>
            </a:xfrm>
          </p:grpSpPr>
          <p:sp>
            <p:nvSpPr>
              <p:cNvPr id="120" name="Google Shape;120;p14"/>
              <p:cNvSpPr/>
              <p:nvPr/>
            </p:nvSpPr>
            <p:spPr>
              <a:xfrm>
                <a:off x="992433" y="538196"/>
                <a:ext cx="7139815" cy="4021171"/>
              </a:xfrm>
              <a:custGeom>
                <a:rect b="b" l="l" r="r" t="t"/>
                <a:pathLst>
                  <a:path extrusionOk="0" h="82566" w="139504">
                    <a:moveTo>
                      <a:pt x="8871" y="0"/>
                    </a:moveTo>
                    <a:cubicBezTo>
                      <a:pt x="3925" y="0"/>
                      <a:pt x="1" y="4088"/>
                      <a:pt x="1" y="8829"/>
                    </a:cubicBezTo>
                    <a:lnTo>
                      <a:pt x="1" y="73573"/>
                    </a:lnTo>
                    <a:cubicBezTo>
                      <a:pt x="1" y="78478"/>
                      <a:pt x="3925" y="82566"/>
                      <a:pt x="8871" y="82566"/>
                    </a:cubicBezTo>
                    <a:lnTo>
                      <a:pt x="130471" y="82566"/>
                    </a:lnTo>
                    <a:cubicBezTo>
                      <a:pt x="135416" y="82566"/>
                      <a:pt x="139504" y="78478"/>
                      <a:pt x="139504" y="73573"/>
                    </a:cubicBezTo>
                    <a:lnTo>
                      <a:pt x="139504" y="8829"/>
                    </a:lnTo>
                    <a:cubicBezTo>
                      <a:pt x="139504" y="4088"/>
                      <a:pt x="135416" y="0"/>
                      <a:pt x="1304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1237231" y="669547"/>
                <a:ext cx="6641936" cy="3758421"/>
              </a:xfrm>
              <a:custGeom>
                <a:rect b="b" l="l" r="r" t="t"/>
                <a:pathLst>
                  <a:path extrusionOk="0" h="77171" w="129776">
                    <a:moveTo>
                      <a:pt x="121232" y="696"/>
                    </a:moveTo>
                    <a:cubicBezTo>
                      <a:pt x="123480" y="696"/>
                      <a:pt x="125320" y="1554"/>
                      <a:pt x="126873" y="3066"/>
                    </a:cubicBezTo>
                    <a:cubicBezTo>
                      <a:pt x="128222" y="4456"/>
                      <a:pt x="129080" y="6500"/>
                      <a:pt x="129080" y="8543"/>
                    </a:cubicBezTo>
                    <a:lnTo>
                      <a:pt x="129080" y="68465"/>
                    </a:lnTo>
                    <a:cubicBezTo>
                      <a:pt x="129080" y="70672"/>
                      <a:pt x="128222" y="72716"/>
                      <a:pt x="126873" y="74105"/>
                    </a:cubicBezTo>
                    <a:cubicBezTo>
                      <a:pt x="125320" y="75454"/>
                      <a:pt x="123480" y="76476"/>
                      <a:pt x="121232" y="76476"/>
                    </a:cubicBezTo>
                    <a:lnTo>
                      <a:pt x="8665" y="76476"/>
                    </a:lnTo>
                    <a:cubicBezTo>
                      <a:pt x="6458" y="76476"/>
                      <a:pt x="4415" y="75454"/>
                      <a:pt x="3066" y="74105"/>
                    </a:cubicBezTo>
                    <a:cubicBezTo>
                      <a:pt x="1676" y="72716"/>
                      <a:pt x="654" y="70672"/>
                      <a:pt x="654" y="68465"/>
                    </a:cubicBezTo>
                    <a:lnTo>
                      <a:pt x="654" y="8543"/>
                    </a:lnTo>
                    <a:cubicBezTo>
                      <a:pt x="654" y="6500"/>
                      <a:pt x="1676" y="4456"/>
                      <a:pt x="3066" y="3066"/>
                    </a:cubicBezTo>
                    <a:cubicBezTo>
                      <a:pt x="4415" y="1554"/>
                      <a:pt x="6458" y="696"/>
                      <a:pt x="8665" y="696"/>
                    </a:cubicBezTo>
                    <a:close/>
                    <a:moveTo>
                      <a:pt x="8665" y="1"/>
                    </a:moveTo>
                    <a:cubicBezTo>
                      <a:pt x="3924" y="1"/>
                      <a:pt x="0" y="3925"/>
                      <a:pt x="0" y="8543"/>
                    </a:cubicBezTo>
                    <a:lnTo>
                      <a:pt x="0" y="68465"/>
                    </a:lnTo>
                    <a:cubicBezTo>
                      <a:pt x="0" y="73247"/>
                      <a:pt x="3924" y="77171"/>
                      <a:pt x="8665" y="77171"/>
                    </a:cubicBezTo>
                    <a:lnTo>
                      <a:pt x="121232" y="77171"/>
                    </a:lnTo>
                    <a:cubicBezTo>
                      <a:pt x="126015" y="77171"/>
                      <a:pt x="129775" y="73247"/>
                      <a:pt x="129775" y="68465"/>
                    </a:cubicBezTo>
                    <a:lnTo>
                      <a:pt x="129775" y="8543"/>
                    </a:lnTo>
                    <a:cubicBezTo>
                      <a:pt x="129775" y="3925"/>
                      <a:pt x="126015" y="1"/>
                      <a:pt x="12123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a:off x="992433" y="2437258"/>
                <a:ext cx="1255241" cy="1293977"/>
              </a:xfrm>
              <a:custGeom>
                <a:rect b="b" l="l" r="r" t="t"/>
                <a:pathLst>
                  <a:path extrusionOk="0" h="26569" w="24526">
                    <a:moveTo>
                      <a:pt x="1" y="1"/>
                    </a:moveTo>
                    <a:lnTo>
                      <a:pt x="1" y="4252"/>
                    </a:lnTo>
                    <a:lnTo>
                      <a:pt x="4783" y="9034"/>
                    </a:lnTo>
                    <a:lnTo>
                      <a:pt x="4783" y="4947"/>
                    </a:lnTo>
                    <a:lnTo>
                      <a:pt x="1" y="1"/>
                    </a:lnTo>
                    <a:close/>
                    <a:moveTo>
                      <a:pt x="5437" y="5601"/>
                    </a:moveTo>
                    <a:lnTo>
                      <a:pt x="5437" y="9688"/>
                    </a:lnTo>
                    <a:lnTo>
                      <a:pt x="21787" y="26038"/>
                    </a:lnTo>
                    <a:cubicBezTo>
                      <a:pt x="22155" y="26405"/>
                      <a:pt x="22482" y="26569"/>
                      <a:pt x="22809" y="26569"/>
                    </a:cubicBezTo>
                    <a:cubicBezTo>
                      <a:pt x="23340" y="26569"/>
                      <a:pt x="23667" y="26405"/>
                      <a:pt x="24035" y="26038"/>
                    </a:cubicBezTo>
                    <a:cubicBezTo>
                      <a:pt x="24525" y="25547"/>
                      <a:pt x="24525" y="24525"/>
                      <a:pt x="24035" y="23994"/>
                    </a:cubicBezTo>
                    <a:lnTo>
                      <a:pt x="5437" y="5601"/>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a:off x="992433" y="2080949"/>
                <a:ext cx="872414" cy="927685"/>
              </a:xfrm>
              <a:custGeom>
                <a:rect b="b" l="l" r="r" t="t"/>
                <a:pathLst>
                  <a:path extrusionOk="0" h="19048" w="17046">
                    <a:moveTo>
                      <a:pt x="1" y="0"/>
                    </a:moveTo>
                    <a:lnTo>
                      <a:pt x="1" y="4088"/>
                    </a:lnTo>
                    <a:lnTo>
                      <a:pt x="4783" y="8993"/>
                    </a:lnTo>
                    <a:lnTo>
                      <a:pt x="4783" y="4742"/>
                    </a:lnTo>
                    <a:lnTo>
                      <a:pt x="1" y="0"/>
                    </a:lnTo>
                    <a:close/>
                    <a:moveTo>
                      <a:pt x="5437" y="5437"/>
                    </a:moveTo>
                    <a:lnTo>
                      <a:pt x="5437" y="9688"/>
                    </a:lnTo>
                    <a:lnTo>
                      <a:pt x="14470" y="18557"/>
                    </a:lnTo>
                    <a:cubicBezTo>
                      <a:pt x="14634" y="18884"/>
                      <a:pt x="15165" y="19048"/>
                      <a:pt x="15492" y="19048"/>
                    </a:cubicBezTo>
                    <a:cubicBezTo>
                      <a:pt x="15860" y="19048"/>
                      <a:pt x="16187" y="18884"/>
                      <a:pt x="16514" y="18557"/>
                    </a:cubicBezTo>
                    <a:cubicBezTo>
                      <a:pt x="17045" y="18026"/>
                      <a:pt x="17045" y="17004"/>
                      <a:pt x="16514" y="16514"/>
                    </a:cubicBezTo>
                    <a:lnTo>
                      <a:pt x="5437" y="5437"/>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5795597" y="538196"/>
                <a:ext cx="1018840" cy="770425"/>
              </a:xfrm>
              <a:custGeom>
                <a:rect b="b" l="l" r="r" t="t"/>
                <a:pathLst>
                  <a:path extrusionOk="0" h="15819" w="19907">
                    <a:moveTo>
                      <a:pt x="1" y="0"/>
                    </a:moveTo>
                    <a:lnTo>
                      <a:pt x="3066" y="2698"/>
                    </a:lnTo>
                    <a:lnTo>
                      <a:pt x="7481" y="2698"/>
                    </a:lnTo>
                    <a:lnTo>
                      <a:pt x="4415" y="0"/>
                    </a:lnTo>
                    <a:close/>
                    <a:moveTo>
                      <a:pt x="3924" y="3393"/>
                    </a:moveTo>
                    <a:lnTo>
                      <a:pt x="17209" y="15491"/>
                    </a:lnTo>
                    <a:cubicBezTo>
                      <a:pt x="17536" y="15655"/>
                      <a:pt x="17863" y="15818"/>
                      <a:pt x="18230" y="15818"/>
                    </a:cubicBezTo>
                    <a:cubicBezTo>
                      <a:pt x="18557" y="15818"/>
                      <a:pt x="19089" y="15655"/>
                      <a:pt x="19252" y="15328"/>
                    </a:cubicBezTo>
                    <a:cubicBezTo>
                      <a:pt x="19906" y="14633"/>
                      <a:pt x="19743" y="13775"/>
                      <a:pt x="19252" y="13284"/>
                    </a:cubicBezTo>
                    <a:lnTo>
                      <a:pt x="8339" y="3393"/>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387775" y="3862589"/>
                <a:ext cx="922622" cy="696787"/>
              </a:xfrm>
              <a:custGeom>
                <a:rect b="b" l="l" r="r" t="t"/>
                <a:pathLst>
                  <a:path extrusionOk="0" h="14307" w="18027">
                    <a:moveTo>
                      <a:pt x="1677" y="1"/>
                    </a:moveTo>
                    <a:cubicBezTo>
                      <a:pt x="1186" y="1"/>
                      <a:pt x="859" y="205"/>
                      <a:pt x="491" y="532"/>
                    </a:cubicBezTo>
                    <a:cubicBezTo>
                      <a:pt x="1" y="1227"/>
                      <a:pt x="1" y="2044"/>
                      <a:pt x="655" y="2576"/>
                    </a:cubicBezTo>
                    <a:lnTo>
                      <a:pt x="9688" y="10914"/>
                    </a:lnTo>
                    <a:lnTo>
                      <a:pt x="14143" y="10914"/>
                    </a:lnTo>
                    <a:lnTo>
                      <a:pt x="2535" y="368"/>
                    </a:lnTo>
                    <a:cubicBezTo>
                      <a:pt x="2372" y="205"/>
                      <a:pt x="2045" y="1"/>
                      <a:pt x="1677" y="1"/>
                    </a:cubicBezTo>
                    <a:close/>
                    <a:moveTo>
                      <a:pt x="10546" y="11609"/>
                    </a:moveTo>
                    <a:lnTo>
                      <a:pt x="13612" y="14307"/>
                    </a:lnTo>
                    <a:lnTo>
                      <a:pt x="18026" y="14307"/>
                    </a:lnTo>
                    <a:lnTo>
                      <a:pt x="14961" y="11609"/>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919134" y="3972072"/>
                <a:ext cx="792932" cy="587303"/>
              </a:xfrm>
              <a:custGeom>
                <a:rect b="b" l="l" r="r" t="t"/>
                <a:pathLst>
                  <a:path extrusionOk="0" h="12059" w="15493">
                    <a:moveTo>
                      <a:pt x="1718" y="1"/>
                    </a:moveTo>
                    <a:cubicBezTo>
                      <a:pt x="1186" y="1"/>
                      <a:pt x="859" y="164"/>
                      <a:pt x="491" y="491"/>
                    </a:cubicBezTo>
                    <a:cubicBezTo>
                      <a:pt x="1" y="1186"/>
                      <a:pt x="1" y="2044"/>
                      <a:pt x="696" y="2535"/>
                    </a:cubicBezTo>
                    <a:lnTo>
                      <a:pt x="7317" y="8666"/>
                    </a:lnTo>
                    <a:lnTo>
                      <a:pt x="11732" y="8666"/>
                    </a:lnTo>
                    <a:lnTo>
                      <a:pt x="2535" y="328"/>
                    </a:lnTo>
                    <a:cubicBezTo>
                      <a:pt x="2372" y="164"/>
                      <a:pt x="2045" y="1"/>
                      <a:pt x="1718" y="1"/>
                    </a:cubicBezTo>
                    <a:close/>
                    <a:moveTo>
                      <a:pt x="8012" y="9361"/>
                    </a:moveTo>
                    <a:lnTo>
                      <a:pt x="11078" y="12059"/>
                    </a:lnTo>
                    <a:lnTo>
                      <a:pt x="15492" y="12059"/>
                    </a:lnTo>
                    <a:lnTo>
                      <a:pt x="12427" y="9361"/>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5402324" y="538196"/>
                <a:ext cx="803321" cy="587255"/>
              </a:xfrm>
              <a:custGeom>
                <a:rect b="b" l="l" r="r" t="t"/>
                <a:pathLst>
                  <a:path extrusionOk="0" h="12058" w="15696">
                    <a:moveTo>
                      <a:pt x="0" y="0"/>
                    </a:moveTo>
                    <a:lnTo>
                      <a:pt x="3066" y="2698"/>
                    </a:lnTo>
                    <a:lnTo>
                      <a:pt x="7521" y="2698"/>
                    </a:lnTo>
                    <a:lnTo>
                      <a:pt x="4456" y="0"/>
                    </a:lnTo>
                    <a:close/>
                    <a:moveTo>
                      <a:pt x="3761" y="3393"/>
                    </a:moveTo>
                    <a:lnTo>
                      <a:pt x="12957" y="11731"/>
                    </a:lnTo>
                    <a:cubicBezTo>
                      <a:pt x="13284" y="11894"/>
                      <a:pt x="13652" y="12058"/>
                      <a:pt x="13979" y="12058"/>
                    </a:cubicBezTo>
                    <a:cubicBezTo>
                      <a:pt x="14511" y="12058"/>
                      <a:pt x="14838" y="11894"/>
                      <a:pt x="15165" y="11567"/>
                    </a:cubicBezTo>
                    <a:cubicBezTo>
                      <a:pt x="15696" y="11036"/>
                      <a:pt x="15696" y="10014"/>
                      <a:pt x="15001" y="9524"/>
                    </a:cubicBezTo>
                    <a:lnTo>
                      <a:pt x="8175" y="3393"/>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6519396" y="538196"/>
                <a:ext cx="1167365" cy="8958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7320631" y="777083"/>
                <a:ext cx="811715" cy="78834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992433" y="3464445"/>
                <a:ext cx="811766" cy="788347"/>
              </a:xfrm>
              <a:custGeom>
                <a:rect b="b" l="l" r="r" t="t"/>
                <a:pathLst>
                  <a:path extrusionOk="0" h="16187" w="15861">
                    <a:moveTo>
                      <a:pt x="1" y="1"/>
                    </a:moveTo>
                    <a:lnTo>
                      <a:pt x="1" y="3925"/>
                    </a:lnTo>
                    <a:lnTo>
                      <a:pt x="13121" y="15860"/>
                    </a:lnTo>
                    <a:cubicBezTo>
                      <a:pt x="13448" y="16023"/>
                      <a:pt x="13816" y="16187"/>
                      <a:pt x="14143" y="16187"/>
                    </a:cubicBezTo>
                    <a:cubicBezTo>
                      <a:pt x="14470" y="16187"/>
                      <a:pt x="15002" y="16023"/>
                      <a:pt x="15165" y="15696"/>
                    </a:cubicBezTo>
                    <a:cubicBezTo>
                      <a:pt x="15860" y="15165"/>
                      <a:pt x="15656" y="14143"/>
                      <a:pt x="15165" y="13653"/>
                    </a:cubicBezTo>
                    <a:lnTo>
                      <a:pt x="1" y="1"/>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1438064" y="3597841"/>
                <a:ext cx="1236355" cy="961533"/>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 name="Google Shape;132;p14"/>
          <p:cNvGrpSpPr/>
          <p:nvPr/>
        </p:nvGrpSpPr>
        <p:grpSpPr>
          <a:xfrm>
            <a:off x="4385190" y="148199"/>
            <a:ext cx="373622" cy="90485"/>
            <a:chOff x="4685288" y="186288"/>
            <a:chExt cx="419375" cy="90485"/>
          </a:xfrm>
        </p:grpSpPr>
        <p:sp>
          <p:nvSpPr>
            <p:cNvPr id="133" name="Google Shape;133;p1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 name="Google Shape;134;p14"/>
            <p:cNvGrpSpPr/>
            <p:nvPr/>
          </p:nvGrpSpPr>
          <p:grpSpPr>
            <a:xfrm>
              <a:off x="4685288" y="186300"/>
              <a:ext cx="419375" cy="90473"/>
              <a:chOff x="4390000" y="182175"/>
              <a:chExt cx="419375" cy="90473"/>
            </a:xfrm>
          </p:grpSpPr>
          <p:sp>
            <p:nvSpPr>
              <p:cNvPr id="135" name="Google Shape;135;p1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7" name="Google Shape;137;p14"/>
          <p:cNvSpPr txBox="1"/>
          <p:nvPr>
            <p:ph type="ctrTitle"/>
          </p:nvPr>
        </p:nvSpPr>
        <p:spPr>
          <a:xfrm>
            <a:off x="1896300" y="1379375"/>
            <a:ext cx="5351400" cy="13701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5"/>
              </a:buClr>
              <a:buSzPts val="5200"/>
              <a:buNone/>
              <a:defRPr sz="3400">
                <a:solidFill>
                  <a:schemeClr val="accent5"/>
                </a:solidFill>
                <a:latin typeface="Aldrich"/>
                <a:ea typeface="Aldrich"/>
                <a:cs typeface="Aldrich"/>
                <a:sym typeface="Aldrich"/>
              </a:defRPr>
            </a:lvl1pPr>
            <a:lvl2pPr lvl="1" rtl="0" algn="ctr">
              <a:spcBef>
                <a:spcPts val="0"/>
              </a:spcBef>
              <a:spcAft>
                <a:spcPts val="0"/>
              </a:spcAft>
              <a:buClr>
                <a:schemeClr val="accent5"/>
              </a:buClr>
              <a:buSzPts val="5200"/>
              <a:buNone/>
              <a:defRPr sz="5200">
                <a:solidFill>
                  <a:schemeClr val="accent5"/>
                </a:solidFill>
              </a:defRPr>
            </a:lvl2pPr>
            <a:lvl3pPr lvl="2" rtl="0" algn="ctr">
              <a:spcBef>
                <a:spcPts val="0"/>
              </a:spcBef>
              <a:spcAft>
                <a:spcPts val="0"/>
              </a:spcAft>
              <a:buClr>
                <a:schemeClr val="accent5"/>
              </a:buClr>
              <a:buSzPts val="5200"/>
              <a:buNone/>
              <a:defRPr sz="5200">
                <a:solidFill>
                  <a:schemeClr val="accent5"/>
                </a:solidFill>
              </a:defRPr>
            </a:lvl3pPr>
            <a:lvl4pPr lvl="3" rtl="0" algn="ctr">
              <a:spcBef>
                <a:spcPts val="0"/>
              </a:spcBef>
              <a:spcAft>
                <a:spcPts val="0"/>
              </a:spcAft>
              <a:buClr>
                <a:schemeClr val="accent5"/>
              </a:buClr>
              <a:buSzPts val="5200"/>
              <a:buNone/>
              <a:defRPr sz="5200">
                <a:solidFill>
                  <a:schemeClr val="accent5"/>
                </a:solidFill>
              </a:defRPr>
            </a:lvl4pPr>
            <a:lvl5pPr lvl="4" rtl="0" algn="ctr">
              <a:spcBef>
                <a:spcPts val="0"/>
              </a:spcBef>
              <a:spcAft>
                <a:spcPts val="0"/>
              </a:spcAft>
              <a:buClr>
                <a:schemeClr val="accent5"/>
              </a:buClr>
              <a:buSzPts val="5200"/>
              <a:buNone/>
              <a:defRPr sz="5200">
                <a:solidFill>
                  <a:schemeClr val="accent5"/>
                </a:solidFill>
              </a:defRPr>
            </a:lvl5pPr>
            <a:lvl6pPr lvl="5" rtl="0" algn="ctr">
              <a:spcBef>
                <a:spcPts val="0"/>
              </a:spcBef>
              <a:spcAft>
                <a:spcPts val="0"/>
              </a:spcAft>
              <a:buClr>
                <a:schemeClr val="accent5"/>
              </a:buClr>
              <a:buSzPts val="5200"/>
              <a:buNone/>
              <a:defRPr sz="5200">
                <a:solidFill>
                  <a:schemeClr val="accent5"/>
                </a:solidFill>
              </a:defRPr>
            </a:lvl6pPr>
            <a:lvl7pPr lvl="6" rtl="0" algn="ctr">
              <a:spcBef>
                <a:spcPts val="0"/>
              </a:spcBef>
              <a:spcAft>
                <a:spcPts val="0"/>
              </a:spcAft>
              <a:buClr>
                <a:schemeClr val="accent5"/>
              </a:buClr>
              <a:buSzPts val="5200"/>
              <a:buNone/>
              <a:defRPr sz="5200">
                <a:solidFill>
                  <a:schemeClr val="accent5"/>
                </a:solidFill>
              </a:defRPr>
            </a:lvl7pPr>
            <a:lvl8pPr lvl="7" rtl="0" algn="ctr">
              <a:spcBef>
                <a:spcPts val="0"/>
              </a:spcBef>
              <a:spcAft>
                <a:spcPts val="0"/>
              </a:spcAft>
              <a:buClr>
                <a:schemeClr val="accent5"/>
              </a:buClr>
              <a:buSzPts val="5200"/>
              <a:buNone/>
              <a:defRPr sz="5200">
                <a:solidFill>
                  <a:schemeClr val="accent5"/>
                </a:solidFill>
              </a:defRPr>
            </a:lvl8pPr>
            <a:lvl9pPr lvl="8" rtl="0" algn="ctr">
              <a:spcBef>
                <a:spcPts val="0"/>
              </a:spcBef>
              <a:spcAft>
                <a:spcPts val="0"/>
              </a:spcAft>
              <a:buClr>
                <a:schemeClr val="accent5"/>
              </a:buClr>
              <a:buSzPts val="5200"/>
              <a:buNone/>
              <a:defRPr sz="5200">
                <a:solidFill>
                  <a:schemeClr val="accent5"/>
                </a:solidFill>
              </a:defRPr>
            </a:lvl9pPr>
          </a:lstStyle>
          <a:p/>
        </p:txBody>
      </p:sp>
      <p:sp>
        <p:nvSpPr>
          <p:cNvPr id="138" name="Google Shape;138;p14"/>
          <p:cNvSpPr txBox="1"/>
          <p:nvPr>
            <p:ph idx="1" type="subTitle"/>
          </p:nvPr>
        </p:nvSpPr>
        <p:spPr>
          <a:xfrm>
            <a:off x="2254050" y="2862700"/>
            <a:ext cx="46359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600"/>
              <a:buNone/>
              <a:defRPr sz="1600">
                <a:latin typeface="Century Gothic"/>
                <a:ea typeface="Century Gothic"/>
                <a:cs typeface="Century Gothic"/>
                <a:sym typeface="Century Gothic"/>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39" name="Google Shape;139;p14"/>
          <p:cNvGrpSpPr/>
          <p:nvPr/>
        </p:nvGrpSpPr>
        <p:grpSpPr>
          <a:xfrm rot="-230834">
            <a:off x="414418" y="301686"/>
            <a:ext cx="1386005" cy="2705399"/>
            <a:chOff x="409722" y="228600"/>
            <a:chExt cx="1385931" cy="2705253"/>
          </a:xfrm>
        </p:grpSpPr>
        <p:grpSp>
          <p:nvGrpSpPr>
            <p:cNvPr id="140" name="Google Shape;140;p14"/>
            <p:cNvGrpSpPr/>
            <p:nvPr/>
          </p:nvGrpSpPr>
          <p:grpSpPr>
            <a:xfrm flipH="1" rot="-617154">
              <a:off x="575967" y="402323"/>
              <a:ext cx="1053440" cy="2450002"/>
              <a:chOff x="3817855" y="1437512"/>
              <a:chExt cx="541146" cy="1128254"/>
            </a:xfrm>
          </p:grpSpPr>
          <p:sp>
            <p:nvSpPr>
              <p:cNvPr id="141" name="Google Shape;141;p1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14"/>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2"/>
        </a:solidFill>
      </p:bgPr>
    </p:bg>
    <p:spTree>
      <p:nvGrpSpPr>
        <p:cNvPr id="144" name="Shape 144"/>
        <p:cNvGrpSpPr/>
        <p:nvPr/>
      </p:nvGrpSpPr>
      <p:grpSpPr>
        <a:xfrm>
          <a:off x="0" y="0"/>
          <a:ext cx="0" cy="0"/>
          <a:chOff x="0" y="0"/>
          <a:chExt cx="0" cy="0"/>
        </a:xfrm>
      </p:grpSpPr>
      <p:grpSp>
        <p:nvGrpSpPr>
          <p:cNvPr id="145" name="Google Shape;145;p15"/>
          <p:cNvGrpSpPr/>
          <p:nvPr/>
        </p:nvGrpSpPr>
        <p:grpSpPr>
          <a:xfrm>
            <a:off x="319043" y="283350"/>
            <a:ext cx="8505900" cy="4576800"/>
            <a:chOff x="319043" y="283350"/>
            <a:chExt cx="8505900" cy="4576800"/>
          </a:xfrm>
        </p:grpSpPr>
        <p:sp>
          <p:nvSpPr>
            <p:cNvPr id="146" name="Google Shape;146;p15"/>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15"/>
          <p:cNvGrpSpPr/>
          <p:nvPr/>
        </p:nvGrpSpPr>
        <p:grpSpPr>
          <a:xfrm>
            <a:off x="4281415" y="375214"/>
            <a:ext cx="581170" cy="125403"/>
            <a:chOff x="4685288" y="186288"/>
            <a:chExt cx="419375" cy="90485"/>
          </a:xfrm>
        </p:grpSpPr>
        <p:sp>
          <p:nvSpPr>
            <p:cNvPr id="151" name="Google Shape;151;p1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 name="Google Shape;152;p15"/>
            <p:cNvGrpSpPr/>
            <p:nvPr/>
          </p:nvGrpSpPr>
          <p:grpSpPr>
            <a:xfrm>
              <a:off x="4685288" y="186300"/>
              <a:ext cx="419375" cy="90473"/>
              <a:chOff x="4390000" y="182175"/>
              <a:chExt cx="419375" cy="90473"/>
            </a:xfrm>
          </p:grpSpPr>
          <p:sp>
            <p:nvSpPr>
              <p:cNvPr id="153" name="Google Shape;153;p1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5" name="Google Shape;155;p15"/>
          <p:cNvSpPr txBox="1"/>
          <p:nvPr>
            <p:ph type="ctrTitle"/>
          </p:nvPr>
        </p:nvSpPr>
        <p:spPr>
          <a:xfrm>
            <a:off x="2492100" y="2123475"/>
            <a:ext cx="4159800" cy="1124400"/>
          </a:xfrm>
          <a:prstGeom prst="rect">
            <a:avLst/>
          </a:prstGeom>
        </p:spPr>
        <p:txBody>
          <a:bodyPr anchorCtr="0" anchor="b" bIns="0" lIns="0" spcFirstLastPara="1" rIns="0" wrap="square" tIns="0">
            <a:noAutofit/>
          </a:bodyPr>
          <a:lstStyle>
            <a:lvl1pPr lvl="0" rtl="0" algn="ctr">
              <a:spcBef>
                <a:spcPts val="0"/>
              </a:spcBef>
              <a:spcAft>
                <a:spcPts val="0"/>
              </a:spcAft>
              <a:buSzPts val="8000"/>
              <a:buNone/>
              <a:defRPr sz="50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156" name="Google Shape;156;p15"/>
          <p:cNvSpPr txBox="1"/>
          <p:nvPr>
            <p:ph idx="1" type="subTitle"/>
          </p:nvPr>
        </p:nvSpPr>
        <p:spPr>
          <a:xfrm>
            <a:off x="2492100" y="3323814"/>
            <a:ext cx="4159800" cy="3363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7" name="Google Shape;157;p15"/>
          <p:cNvSpPr txBox="1"/>
          <p:nvPr>
            <p:ph hasCustomPrompt="1" idx="2" type="title"/>
          </p:nvPr>
        </p:nvSpPr>
        <p:spPr>
          <a:xfrm>
            <a:off x="2492100" y="1483386"/>
            <a:ext cx="4159800" cy="704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7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accent2"/>
        </a:solidFill>
      </p:bgPr>
    </p:bg>
    <p:spTree>
      <p:nvGrpSpPr>
        <p:cNvPr id="158" name="Shape 158"/>
        <p:cNvGrpSpPr/>
        <p:nvPr/>
      </p:nvGrpSpPr>
      <p:grpSpPr>
        <a:xfrm>
          <a:off x="0" y="0"/>
          <a:ext cx="0" cy="0"/>
          <a:chOff x="0" y="0"/>
          <a:chExt cx="0" cy="0"/>
        </a:xfrm>
      </p:grpSpPr>
      <p:sp>
        <p:nvSpPr>
          <p:cNvPr id="159" name="Google Shape;159;p16"/>
          <p:cNvSpPr txBox="1"/>
          <p:nvPr>
            <p:ph idx="1" type="body"/>
          </p:nvPr>
        </p:nvSpPr>
        <p:spPr>
          <a:xfrm>
            <a:off x="722375" y="1104850"/>
            <a:ext cx="7699200" cy="3498900"/>
          </a:xfrm>
          <a:prstGeom prst="rect">
            <a:avLst/>
          </a:prstGeom>
        </p:spPr>
        <p:txBody>
          <a:bodyPr anchorCtr="0" anchor="t" bIns="91425" lIns="91425" spcFirstLastPara="1" rIns="91425" wrap="square" tIns="91425">
            <a:noAutofit/>
          </a:bodyPr>
          <a:lstStyle>
            <a:lvl1pPr indent="-368300" lvl="0" marL="457200" rtl="0">
              <a:lnSpc>
                <a:spcPct val="100000"/>
              </a:lnSpc>
              <a:spcBef>
                <a:spcPts val="0"/>
              </a:spcBef>
              <a:spcAft>
                <a:spcPts val="0"/>
              </a:spcAft>
              <a:buSzPts val="22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60" name="Google Shape;160;p1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61" name="Google Shape;161;p16"/>
          <p:cNvGrpSpPr/>
          <p:nvPr/>
        </p:nvGrpSpPr>
        <p:grpSpPr>
          <a:xfrm>
            <a:off x="8264864" y="2136847"/>
            <a:ext cx="1179753" cy="2854241"/>
            <a:chOff x="7907551" y="-114309"/>
            <a:chExt cx="1908059" cy="4616272"/>
          </a:xfrm>
        </p:grpSpPr>
        <p:sp>
          <p:nvSpPr>
            <p:cNvPr id="162" name="Google Shape;162;p16"/>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16"/>
          <p:cNvSpPr/>
          <p:nvPr/>
        </p:nvSpPr>
        <p:spPr>
          <a:xfrm>
            <a:off x="806725" y="46750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 name="Google Shape;179;p16"/>
          <p:cNvCxnSpPr/>
          <p:nvPr/>
        </p:nvCxnSpPr>
        <p:spPr>
          <a:xfrm rot="10800000">
            <a:off x="7381950" y="4895850"/>
            <a:ext cx="1133400" cy="0"/>
          </a:xfrm>
          <a:prstGeom prst="straightConnector1">
            <a:avLst/>
          </a:prstGeom>
          <a:noFill/>
          <a:ln cap="flat" cmpd="sng" w="28575">
            <a:solidFill>
              <a:schemeClr val="accent5"/>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accent2"/>
        </a:solidFill>
      </p:bgPr>
    </p:bg>
    <p:spTree>
      <p:nvGrpSpPr>
        <p:cNvPr id="180" name="Shape 180"/>
        <p:cNvGrpSpPr/>
        <p:nvPr/>
      </p:nvGrpSpPr>
      <p:grpSpPr>
        <a:xfrm>
          <a:off x="0" y="0"/>
          <a:ext cx="0" cy="0"/>
          <a:chOff x="0" y="0"/>
          <a:chExt cx="0" cy="0"/>
        </a:xfrm>
      </p:grpSpPr>
      <p:sp>
        <p:nvSpPr>
          <p:cNvPr id="181" name="Google Shape;181;p17"/>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
          <p:cNvSpPr/>
          <p:nvPr/>
        </p:nvSpPr>
        <p:spPr>
          <a:xfrm flipH="1" rot="10800000">
            <a:off x="4675100" y="579312"/>
            <a:ext cx="38040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17"/>
          <p:cNvGrpSpPr/>
          <p:nvPr/>
        </p:nvGrpSpPr>
        <p:grpSpPr>
          <a:xfrm>
            <a:off x="6659628" y="3464137"/>
            <a:ext cx="1805174" cy="1083810"/>
            <a:chOff x="6659628" y="3464137"/>
            <a:chExt cx="1805174" cy="1083810"/>
          </a:xfrm>
        </p:grpSpPr>
        <p:sp>
          <p:nvSpPr>
            <p:cNvPr id="184" name="Google Shape;184;p17"/>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 name="Google Shape;186;p17"/>
          <p:cNvSpPr/>
          <p:nvPr/>
        </p:nvSpPr>
        <p:spPr>
          <a:xfrm flipH="1" rot="10800000">
            <a:off x="661175" y="576012"/>
            <a:ext cx="3807600" cy="3986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0" name="Google Shape;190;p17"/>
          <p:cNvGrpSpPr/>
          <p:nvPr/>
        </p:nvGrpSpPr>
        <p:grpSpPr>
          <a:xfrm>
            <a:off x="4281415" y="375214"/>
            <a:ext cx="581170" cy="125403"/>
            <a:chOff x="4685288" y="186288"/>
            <a:chExt cx="419375" cy="90485"/>
          </a:xfrm>
        </p:grpSpPr>
        <p:sp>
          <p:nvSpPr>
            <p:cNvPr id="191" name="Google Shape;191;p1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17"/>
            <p:cNvGrpSpPr/>
            <p:nvPr/>
          </p:nvGrpSpPr>
          <p:grpSpPr>
            <a:xfrm>
              <a:off x="4685288" y="186300"/>
              <a:ext cx="419375" cy="90473"/>
              <a:chOff x="4390000" y="182175"/>
              <a:chExt cx="419375" cy="90473"/>
            </a:xfrm>
          </p:grpSpPr>
          <p:sp>
            <p:nvSpPr>
              <p:cNvPr id="193" name="Google Shape;193;p1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5" name="Google Shape;195;p17"/>
          <p:cNvGrpSpPr/>
          <p:nvPr/>
        </p:nvGrpSpPr>
        <p:grpSpPr>
          <a:xfrm flipH="1" rot="-10283466">
            <a:off x="223212" y="142930"/>
            <a:ext cx="541137" cy="2225321"/>
            <a:chOff x="871338" y="1945155"/>
            <a:chExt cx="247109" cy="1016148"/>
          </a:xfrm>
        </p:grpSpPr>
        <p:sp>
          <p:nvSpPr>
            <p:cNvPr id="196" name="Google Shape;196;p17"/>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17"/>
          <p:cNvGrpSpPr/>
          <p:nvPr/>
        </p:nvGrpSpPr>
        <p:grpSpPr>
          <a:xfrm rot="-1025565">
            <a:off x="7915709" y="165251"/>
            <a:ext cx="961174" cy="1962025"/>
            <a:chOff x="3789888" y="1403830"/>
            <a:chExt cx="569113" cy="1161936"/>
          </a:xfrm>
        </p:grpSpPr>
        <p:sp>
          <p:nvSpPr>
            <p:cNvPr id="200" name="Google Shape;200;p1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a:off x="3789888" y="1403830"/>
              <a:ext cx="81102" cy="79229"/>
            </a:xfrm>
            <a:custGeom>
              <a:rect b="b" l="l" r="r" t="t"/>
              <a:pathLst>
                <a:path extrusionOk="0" h="4187" w="4286">
                  <a:moveTo>
                    <a:pt x="2206" y="1"/>
                  </a:moveTo>
                  <a:cubicBezTo>
                    <a:pt x="1053" y="1"/>
                    <a:pt x="0" y="953"/>
                    <a:pt x="126" y="2106"/>
                  </a:cubicBezTo>
                  <a:cubicBezTo>
                    <a:pt x="126" y="3259"/>
                    <a:pt x="1053" y="4186"/>
                    <a:pt x="2206" y="4186"/>
                  </a:cubicBezTo>
                  <a:cubicBezTo>
                    <a:pt x="3258" y="4186"/>
                    <a:pt x="4286" y="3259"/>
                    <a:pt x="4286" y="2106"/>
                  </a:cubicBezTo>
                  <a:cubicBezTo>
                    <a:pt x="4186" y="953"/>
                    <a:pt x="3359" y="1"/>
                    <a:pt x="22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7"/>
          <p:cNvSpPr txBox="1"/>
          <p:nvPr>
            <p:ph idx="1" type="subTitle"/>
          </p:nvPr>
        </p:nvSpPr>
        <p:spPr>
          <a:xfrm>
            <a:off x="1379075" y="3084605"/>
            <a:ext cx="2371800" cy="771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04" name="Google Shape;204;p17"/>
          <p:cNvSpPr txBox="1"/>
          <p:nvPr>
            <p:ph idx="2" type="subTitle"/>
          </p:nvPr>
        </p:nvSpPr>
        <p:spPr>
          <a:xfrm>
            <a:off x="5391200" y="3084606"/>
            <a:ext cx="2371800" cy="771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05" name="Google Shape;205;p17"/>
          <p:cNvSpPr/>
          <p:nvPr/>
        </p:nvSpPr>
        <p:spPr>
          <a:xfrm>
            <a:off x="3757049" y="44949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txBox="1"/>
          <p:nvPr>
            <p:ph type="title"/>
          </p:nvPr>
        </p:nvSpPr>
        <p:spPr>
          <a:xfrm>
            <a:off x="1276350" y="2638425"/>
            <a:ext cx="2581200" cy="42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SzPts val="2800"/>
              <a:buNone/>
              <a:defRPr>
                <a:latin typeface="Didact Gothic"/>
                <a:ea typeface="Didact Gothic"/>
                <a:cs typeface="Didact Gothic"/>
                <a:sym typeface="Didact Gothic"/>
              </a:defRPr>
            </a:lvl2pPr>
            <a:lvl3pPr lvl="2" rtl="0">
              <a:spcBef>
                <a:spcPts val="0"/>
              </a:spcBef>
              <a:spcAft>
                <a:spcPts val="0"/>
              </a:spcAft>
              <a:buSzPts val="2800"/>
              <a:buNone/>
              <a:defRPr>
                <a:latin typeface="Didact Gothic"/>
                <a:ea typeface="Didact Gothic"/>
                <a:cs typeface="Didact Gothic"/>
                <a:sym typeface="Didact Gothic"/>
              </a:defRPr>
            </a:lvl3pPr>
            <a:lvl4pPr lvl="3" rtl="0">
              <a:spcBef>
                <a:spcPts val="0"/>
              </a:spcBef>
              <a:spcAft>
                <a:spcPts val="0"/>
              </a:spcAft>
              <a:buSzPts val="2800"/>
              <a:buNone/>
              <a:defRPr>
                <a:latin typeface="Didact Gothic"/>
                <a:ea typeface="Didact Gothic"/>
                <a:cs typeface="Didact Gothic"/>
                <a:sym typeface="Didact Gothic"/>
              </a:defRPr>
            </a:lvl4pPr>
            <a:lvl5pPr lvl="4" rtl="0">
              <a:spcBef>
                <a:spcPts val="0"/>
              </a:spcBef>
              <a:spcAft>
                <a:spcPts val="0"/>
              </a:spcAft>
              <a:buSzPts val="2800"/>
              <a:buNone/>
              <a:defRPr>
                <a:latin typeface="Didact Gothic"/>
                <a:ea typeface="Didact Gothic"/>
                <a:cs typeface="Didact Gothic"/>
                <a:sym typeface="Didact Gothic"/>
              </a:defRPr>
            </a:lvl5pPr>
            <a:lvl6pPr lvl="5" rtl="0">
              <a:spcBef>
                <a:spcPts val="0"/>
              </a:spcBef>
              <a:spcAft>
                <a:spcPts val="0"/>
              </a:spcAft>
              <a:buSzPts val="2800"/>
              <a:buNone/>
              <a:defRPr>
                <a:latin typeface="Didact Gothic"/>
                <a:ea typeface="Didact Gothic"/>
                <a:cs typeface="Didact Gothic"/>
                <a:sym typeface="Didact Gothic"/>
              </a:defRPr>
            </a:lvl6pPr>
            <a:lvl7pPr lvl="6" rtl="0">
              <a:spcBef>
                <a:spcPts val="0"/>
              </a:spcBef>
              <a:spcAft>
                <a:spcPts val="0"/>
              </a:spcAft>
              <a:buSzPts val="2800"/>
              <a:buNone/>
              <a:defRPr>
                <a:latin typeface="Didact Gothic"/>
                <a:ea typeface="Didact Gothic"/>
                <a:cs typeface="Didact Gothic"/>
                <a:sym typeface="Didact Gothic"/>
              </a:defRPr>
            </a:lvl7pPr>
            <a:lvl8pPr lvl="7" rtl="0">
              <a:spcBef>
                <a:spcPts val="0"/>
              </a:spcBef>
              <a:spcAft>
                <a:spcPts val="0"/>
              </a:spcAft>
              <a:buSzPts val="2800"/>
              <a:buNone/>
              <a:defRPr>
                <a:latin typeface="Didact Gothic"/>
                <a:ea typeface="Didact Gothic"/>
                <a:cs typeface="Didact Gothic"/>
                <a:sym typeface="Didact Gothic"/>
              </a:defRPr>
            </a:lvl8pPr>
            <a:lvl9pPr lvl="8" rtl="0">
              <a:spcBef>
                <a:spcPts val="0"/>
              </a:spcBef>
              <a:spcAft>
                <a:spcPts val="0"/>
              </a:spcAft>
              <a:buSzPts val="2800"/>
              <a:buNone/>
              <a:defRPr>
                <a:latin typeface="Didact Gothic"/>
                <a:ea typeface="Didact Gothic"/>
                <a:cs typeface="Didact Gothic"/>
                <a:sym typeface="Didact Gothic"/>
              </a:defRPr>
            </a:lvl9pPr>
          </a:lstStyle>
          <a:p/>
        </p:txBody>
      </p:sp>
      <p:sp>
        <p:nvSpPr>
          <p:cNvPr id="207" name="Google Shape;207;p17"/>
          <p:cNvSpPr txBox="1"/>
          <p:nvPr>
            <p:ph idx="3" type="title"/>
          </p:nvPr>
        </p:nvSpPr>
        <p:spPr>
          <a:xfrm>
            <a:off x="5286375" y="2638425"/>
            <a:ext cx="2581200" cy="42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SzPts val="2800"/>
              <a:buNone/>
              <a:defRPr>
                <a:latin typeface="Didact Gothic"/>
                <a:ea typeface="Didact Gothic"/>
                <a:cs typeface="Didact Gothic"/>
                <a:sym typeface="Didact Gothic"/>
              </a:defRPr>
            </a:lvl2pPr>
            <a:lvl3pPr lvl="2" rtl="0">
              <a:spcBef>
                <a:spcPts val="0"/>
              </a:spcBef>
              <a:spcAft>
                <a:spcPts val="0"/>
              </a:spcAft>
              <a:buSzPts val="2800"/>
              <a:buNone/>
              <a:defRPr>
                <a:latin typeface="Didact Gothic"/>
                <a:ea typeface="Didact Gothic"/>
                <a:cs typeface="Didact Gothic"/>
                <a:sym typeface="Didact Gothic"/>
              </a:defRPr>
            </a:lvl3pPr>
            <a:lvl4pPr lvl="3" rtl="0">
              <a:spcBef>
                <a:spcPts val="0"/>
              </a:spcBef>
              <a:spcAft>
                <a:spcPts val="0"/>
              </a:spcAft>
              <a:buSzPts val="2800"/>
              <a:buNone/>
              <a:defRPr>
                <a:latin typeface="Didact Gothic"/>
                <a:ea typeface="Didact Gothic"/>
                <a:cs typeface="Didact Gothic"/>
                <a:sym typeface="Didact Gothic"/>
              </a:defRPr>
            </a:lvl4pPr>
            <a:lvl5pPr lvl="4" rtl="0">
              <a:spcBef>
                <a:spcPts val="0"/>
              </a:spcBef>
              <a:spcAft>
                <a:spcPts val="0"/>
              </a:spcAft>
              <a:buSzPts val="2800"/>
              <a:buNone/>
              <a:defRPr>
                <a:latin typeface="Didact Gothic"/>
                <a:ea typeface="Didact Gothic"/>
                <a:cs typeface="Didact Gothic"/>
                <a:sym typeface="Didact Gothic"/>
              </a:defRPr>
            </a:lvl5pPr>
            <a:lvl6pPr lvl="5" rtl="0">
              <a:spcBef>
                <a:spcPts val="0"/>
              </a:spcBef>
              <a:spcAft>
                <a:spcPts val="0"/>
              </a:spcAft>
              <a:buSzPts val="2800"/>
              <a:buNone/>
              <a:defRPr>
                <a:latin typeface="Didact Gothic"/>
                <a:ea typeface="Didact Gothic"/>
                <a:cs typeface="Didact Gothic"/>
                <a:sym typeface="Didact Gothic"/>
              </a:defRPr>
            </a:lvl6pPr>
            <a:lvl7pPr lvl="6" rtl="0">
              <a:spcBef>
                <a:spcPts val="0"/>
              </a:spcBef>
              <a:spcAft>
                <a:spcPts val="0"/>
              </a:spcAft>
              <a:buSzPts val="2800"/>
              <a:buNone/>
              <a:defRPr>
                <a:latin typeface="Didact Gothic"/>
                <a:ea typeface="Didact Gothic"/>
                <a:cs typeface="Didact Gothic"/>
                <a:sym typeface="Didact Gothic"/>
              </a:defRPr>
            </a:lvl7pPr>
            <a:lvl8pPr lvl="7" rtl="0">
              <a:spcBef>
                <a:spcPts val="0"/>
              </a:spcBef>
              <a:spcAft>
                <a:spcPts val="0"/>
              </a:spcAft>
              <a:buSzPts val="2800"/>
              <a:buNone/>
              <a:defRPr>
                <a:latin typeface="Didact Gothic"/>
                <a:ea typeface="Didact Gothic"/>
                <a:cs typeface="Didact Gothic"/>
                <a:sym typeface="Didact Gothic"/>
              </a:defRPr>
            </a:lvl8pPr>
            <a:lvl9pPr lvl="8" rtl="0">
              <a:spcBef>
                <a:spcPts val="0"/>
              </a:spcBef>
              <a:spcAft>
                <a:spcPts val="0"/>
              </a:spcAft>
              <a:buSzPts val="2800"/>
              <a:buNone/>
              <a:defRPr>
                <a:latin typeface="Didact Gothic"/>
                <a:ea typeface="Didact Gothic"/>
                <a:cs typeface="Didact Gothic"/>
                <a:sym typeface="Didact Gothic"/>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8" name="Shape 208"/>
        <p:cNvGrpSpPr/>
        <p:nvPr/>
      </p:nvGrpSpPr>
      <p:grpSpPr>
        <a:xfrm>
          <a:off x="0" y="0"/>
          <a:ext cx="0" cy="0"/>
          <a:chOff x="0" y="0"/>
          <a:chExt cx="0" cy="0"/>
        </a:xfrm>
      </p:grpSpPr>
      <p:sp>
        <p:nvSpPr>
          <p:cNvPr id="209" name="Google Shape;209;p18"/>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18"/>
          <p:cNvGrpSpPr/>
          <p:nvPr/>
        </p:nvGrpSpPr>
        <p:grpSpPr>
          <a:xfrm>
            <a:off x="4281415" y="75177"/>
            <a:ext cx="581170" cy="125403"/>
            <a:chOff x="4685288" y="186288"/>
            <a:chExt cx="419375" cy="90485"/>
          </a:xfrm>
        </p:grpSpPr>
        <p:sp>
          <p:nvSpPr>
            <p:cNvPr id="211" name="Google Shape;211;p1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 name="Google Shape;212;p18"/>
            <p:cNvGrpSpPr/>
            <p:nvPr/>
          </p:nvGrpSpPr>
          <p:grpSpPr>
            <a:xfrm>
              <a:off x="4685288" y="186300"/>
              <a:ext cx="419375" cy="90473"/>
              <a:chOff x="4390000" y="182175"/>
              <a:chExt cx="419375" cy="90473"/>
            </a:xfrm>
          </p:grpSpPr>
          <p:sp>
            <p:nvSpPr>
              <p:cNvPr id="213" name="Google Shape;213;p1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5" name="Google Shape;215;p18"/>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16" name="Google Shape;216;p18"/>
          <p:cNvGrpSpPr/>
          <p:nvPr/>
        </p:nvGrpSpPr>
        <p:grpSpPr>
          <a:xfrm flipH="1" rot="-9602805">
            <a:off x="29343" y="129067"/>
            <a:ext cx="1386120" cy="2705624"/>
            <a:chOff x="409722" y="228600"/>
            <a:chExt cx="1385931" cy="2705253"/>
          </a:xfrm>
        </p:grpSpPr>
        <p:grpSp>
          <p:nvGrpSpPr>
            <p:cNvPr id="217" name="Google Shape;217;p18"/>
            <p:cNvGrpSpPr/>
            <p:nvPr/>
          </p:nvGrpSpPr>
          <p:grpSpPr>
            <a:xfrm flipH="1" rot="-617154">
              <a:off x="575967" y="402323"/>
              <a:ext cx="1053440" cy="2450002"/>
              <a:chOff x="3817855" y="1437512"/>
              <a:chExt cx="541146" cy="1128254"/>
            </a:xfrm>
          </p:grpSpPr>
          <p:sp>
            <p:nvSpPr>
              <p:cNvPr id="218" name="Google Shape;218;p1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 name="Google Shape;220;p1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18"/>
          <p:cNvGrpSpPr/>
          <p:nvPr/>
        </p:nvGrpSpPr>
        <p:grpSpPr>
          <a:xfrm>
            <a:off x="-9513" y="2"/>
            <a:ext cx="9177947" cy="4737094"/>
            <a:chOff x="-9513" y="2"/>
            <a:chExt cx="9177947" cy="4737094"/>
          </a:xfrm>
        </p:grpSpPr>
        <p:sp>
          <p:nvSpPr>
            <p:cNvPr id="222" name="Google Shape;222;p18"/>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8"/>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8"/>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2"/>
        </a:solidFill>
      </p:bgPr>
    </p:bg>
    <p:spTree>
      <p:nvGrpSpPr>
        <p:cNvPr id="225" name="Shape 225"/>
        <p:cNvGrpSpPr/>
        <p:nvPr/>
      </p:nvGrpSpPr>
      <p:grpSpPr>
        <a:xfrm>
          <a:off x="0" y="0"/>
          <a:ext cx="0" cy="0"/>
          <a:chOff x="0" y="0"/>
          <a:chExt cx="0" cy="0"/>
        </a:xfrm>
      </p:grpSpPr>
      <p:sp>
        <p:nvSpPr>
          <p:cNvPr id="226" name="Google Shape;226;p19"/>
          <p:cNvSpPr txBox="1"/>
          <p:nvPr>
            <p:ph type="title"/>
          </p:nvPr>
        </p:nvSpPr>
        <p:spPr>
          <a:xfrm>
            <a:off x="992071" y="1521350"/>
            <a:ext cx="264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7" name="Google Shape;227;p19"/>
          <p:cNvSpPr txBox="1"/>
          <p:nvPr>
            <p:ph idx="1" type="subTitle"/>
          </p:nvPr>
        </p:nvSpPr>
        <p:spPr>
          <a:xfrm>
            <a:off x="949500" y="2215050"/>
            <a:ext cx="2907600" cy="113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228" name="Shape 228"/>
        <p:cNvGrpSpPr/>
        <p:nvPr/>
      </p:nvGrpSpPr>
      <p:grpSpPr>
        <a:xfrm>
          <a:off x="0" y="0"/>
          <a:ext cx="0" cy="0"/>
          <a:chOff x="0" y="0"/>
          <a:chExt cx="0" cy="0"/>
        </a:xfrm>
      </p:grpSpPr>
      <p:grpSp>
        <p:nvGrpSpPr>
          <p:cNvPr id="229" name="Google Shape;229;p20"/>
          <p:cNvGrpSpPr/>
          <p:nvPr/>
        </p:nvGrpSpPr>
        <p:grpSpPr>
          <a:xfrm>
            <a:off x="319043" y="283350"/>
            <a:ext cx="8505900" cy="4576800"/>
            <a:chOff x="319043" y="283350"/>
            <a:chExt cx="8505900" cy="4576800"/>
          </a:xfrm>
        </p:grpSpPr>
        <p:sp>
          <p:nvSpPr>
            <p:cNvPr id="230" name="Google Shape;230;p20"/>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0"/>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20"/>
          <p:cNvGrpSpPr/>
          <p:nvPr/>
        </p:nvGrpSpPr>
        <p:grpSpPr>
          <a:xfrm>
            <a:off x="4281415" y="375214"/>
            <a:ext cx="581170" cy="125403"/>
            <a:chOff x="4685288" y="186288"/>
            <a:chExt cx="419375" cy="90485"/>
          </a:xfrm>
        </p:grpSpPr>
        <p:sp>
          <p:nvSpPr>
            <p:cNvPr id="235" name="Google Shape;235;p2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20"/>
            <p:cNvGrpSpPr/>
            <p:nvPr/>
          </p:nvGrpSpPr>
          <p:grpSpPr>
            <a:xfrm>
              <a:off x="4685288" y="186300"/>
              <a:ext cx="419375" cy="90473"/>
              <a:chOff x="4390000" y="182175"/>
              <a:chExt cx="419375" cy="90473"/>
            </a:xfrm>
          </p:grpSpPr>
          <p:sp>
            <p:nvSpPr>
              <p:cNvPr id="237" name="Google Shape;237;p2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9" name="Google Shape;239;p20"/>
          <p:cNvSpPr txBox="1"/>
          <p:nvPr>
            <p:ph type="title"/>
          </p:nvPr>
        </p:nvSpPr>
        <p:spPr>
          <a:xfrm>
            <a:off x="2046600" y="1414500"/>
            <a:ext cx="5050800" cy="2314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0" name="Shape 240"/>
        <p:cNvGrpSpPr/>
        <p:nvPr/>
      </p:nvGrpSpPr>
      <p:grpSpPr>
        <a:xfrm>
          <a:off x="0" y="0"/>
          <a:ext cx="0" cy="0"/>
          <a:chOff x="0" y="0"/>
          <a:chExt cx="0" cy="0"/>
        </a:xfrm>
      </p:grpSpPr>
      <p:grpSp>
        <p:nvGrpSpPr>
          <p:cNvPr id="241" name="Google Shape;241;p21"/>
          <p:cNvGrpSpPr/>
          <p:nvPr/>
        </p:nvGrpSpPr>
        <p:grpSpPr>
          <a:xfrm>
            <a:off x="-9513" y="-6"/>
            <a:ext cx="9177947" cy="5143519"/>
            <a:chOff x="-9513" y="-6"/>
            <a:chExt cx="9177947" cy="5143519"/>
          </a:xfrm>
        </p:grpSpPr>
        <p:sp>
          <p:nvSpPr>
            <p:cNvPr id="242" name="Google Shape;242;p2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1"/>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1"/>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1"/>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 name="Google Shape;249;p21"/>
          <p:cNvSpPr txBox="1"/>
          <p:nvPr>
            <p:ph type="ctrTitle"/>
          </p:nvPr>
        </p:nvSpPr>
        <p:spPr>
          <a:xfrm>
            <a:off x="4969070" y="1686150"/>
            <a:ext cx="3441000" cy="426900"/>
          </a:xfrm>
          <a:prstGeom prst="rect">
            <a:avLst/>
          </a:prstGeom>
        </p:spPr>
        <p:txBody>
          <a:bodyPr anchorCtr="0" anchor="b" bIns="0" lIns="0" spcFirstLastPara="1" rIns="0" wrap="square" tIns="0">
            <a:noAutofit/>
          </a:bodyPr>
          <a:lstStyle>
            <a:lvl1pPr lvl="0" rtl="0">
              <a:spcBef>
                <a:spcPts val="0"/>
              </a:spcBef>
              <a:spcAft>
                <a:spcPts val="0"/>
              </a:spcAft>
              <a:buSzPts val="3000"/>
              <a:buNone/>
              <a:defRPr sz="3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grpSp>
        <p:nvGrpSpPr>
          <p:cNvPr id="250" name="Google Shape;250;p21"/>
          <p:cNvGrpSpPr/>
          <p:nvPr/>
        </p:nvGrpSpPr>
        <p:grpSpPr>
          <a:xfrm>
            <a:off x="4281415" y="75177"/>
            <a:ext cx="581170" cy="125403"/>
            <a:chOff x="4685288" y="186288"/>
            <a:chExt cx="419375" cy="90485"/>
          </a:xfrm>
        </p:grpSpPr>
        <p:sp>
          <p:nvSpPr>
            <p:cNvPr id="251" name="Google Shape;251;p2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 name="Google Shape;252;p21"/>
            <p:cNvGrpSpPr/>
            <p:nvPr/>
          </p:nvGrpSpPr>
          <p:grpSpPr>
            <a:xfrm>
              <a:off x="4685288" y="186300"/>
              <a:ext cx="419375" cy="90473"/>
              <a:chOff x="4390000" y="182175"/>
              <a:chExt cx="419375" cy="90473"/>
            </a:xfrm>
          </p:grpSpPr>
          <p:sp>
            <p:nvSpPr>
              <p:cNvPr id="253" name="Google Shape;253;p2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5" name="Google Shape;255;p21"/>
          <p:cNvSpPr txBox="1"/>
          <p:nvPr>
            <p:ph idx="1" type="subTitle"/>
          </p:nvPr>
        </p:nvSpPr>
        <p:spPr>
          <a:xfrm>
            <a:off x="4876800" y="2313025"/>
            <a:ext cx="3029100" cy="122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accent5"/>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6" name="Shape 256"/>
        <p:cNvGrpSpPr/>
        <p:nvPr/>
      </p:nvGrpSpPr>
      <p:grpSpPr>
        <a:xfrm>
          <a:off x="0" y="0"/>
          <a:ext cx="0" cy="0"/>
          <a:chOff x="0" y="0"/>
          <a:chExt cx="0" cy="0"/>
        </a:xfrm>
      </p:grpSpPr>
      <p:sp>
        <p:nvSpPr>
          <p:cNvPr id="257" name="Google Shape;257;p22"/>
          <p:cNvSpPr txBox="1"/>
          <p:nvPr>
            <p:ph type="ctrTitle"/>
          </p:nvPr>
        </p:nvSpPr>
        <p:spPr>
          <a:xfrm>
            <a:off x="712850" y="539500"/>
            <a:ext cx="4278300" cy="1173600"/>
          </a:xfrm>
          <a:prstGeom prst="rect">
            <a:avLst/>
          </a:prstGeom>
        </p:spPr>
        <p:txBody>
          <a:bodyPr anchorCtr="0" anchor="b" bIns="0" lIns="0" spcFirstLastPara="1" rIns="0" wrap="square" tIns="0">
            <a:noAutofit/>
          </a:bodyPr>
          <a:lstStyle>
            <a:lvl1pPr lvl="0" rtl="0">
              <a:spcBef>
                <a:spcPts val="0"/>
              </a:spcBef>
              <a:spcAft>
                <a:spcPts val="0"/>
              </a:spcAft>
              <a:buSzPts val="3000"/>
              <a:buNone/>
              <a:defRPr sz="2400">
                <a:solidFill>
                  <a:schemeClr val="accent5"/>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2"/>
        </a:solidFill>
      </p:bgPr>
    </p:bg>
    <p:spTree>
      <p:nvGrpSpPr>
        <p:cNvPr id="258" name="Shape 258"/>
        <p:cNvGrpSpPr/>
        <p:nvPr/>
      </p:nvGrpSpPr>
      <p:grpSpPr>
        <a:xfrm>
          <a:off x="0" y="0"/>
          <a:ext cx="0" cy="0"/>
          <a:chOff x="0" y="0"/>
          <a:chExt cx="0" cy="0"/>
        </a:xfrm>
      </p:grpSpPr>
      <p:grpSp>
        <p:nvGrpSpPr>
          <p:cNvPr id="259" name="Google Shape;259;p23"/>
          <p:cNvGrpSpPr/>
          <p:nvPr/>
        </p:nvGrpSpPr>
        <p:grpSpPr>
          <a:xfrm>
            <a:off x="319043" y="283350"/>
            <a:ext cx="8505900" cy="4576800"/>
            <a:chOff x="319043" y="283350"/>
            <a:chExt cx="8505900" cy="4576800"/>
          </a:xfrm>
        </p:grpSpPr>
        <p:sp>
          <p:nvSpPr>
            <p:cNvPr id="260" name="Google Shape;260;p23"/>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23"/>
          <p:cNvGrpSpPr/>
          <p:nvPr/>
        </p:nvGrpSpPr>
        <p:grpSpPr>
          <a:xfrm>
            <a:off x="4281415" y="375214"/>
            <a:ext cx="581170" cy="125403"/>
            <a:chOff x="4685288" y="186288"/>
            <a:chExt cx="419375" cy="90485"/>
          </a:xfrm>
        </p:grpSpPr>
        <p:sp>
          <p:nvSpPr>
            <p:cNvPr id="265" name="Google Shape;265;p2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 name="Google Shape;266;p23"/>
            <p:cNvGrpSpPr/>
            <p:nvPr/>
          </p:nvGrpSpPr>
          <p:grpSpPr>
            <a:xfrm>
              <a:off x="4685288" y="186300"/>
              <a:ext cx="419375" cy="90473"/>
              <a:chOff x="4390000" y="182175"/>
              <a:chExt cx="419375" cy="90473"/>
            </a:xfrm>
          </p:grpSpPr>
          <p:sp>
            <p:nvSpPr>
              <p:cNvPr id="267" name="Google Shape;267;p2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23"/>
          <p:cNvSpPr/>
          <p:nvPr/>
        </p:nvSpPr>
        <p:spPr>
          <a:xfrm flipH="1" rot="10800000">
            <a:off x="6388800" y="3636168"/>
            <a:ext cx="1611114" cy="1209957"/>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flipH="1" rot="10800000">
            <a:off x="5778850" y="3842942"/>
            <a:ext cx="1348069" cy="100435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3"/>
          <p:cNvSpPr txBox="1"/>
          <p:nvPr>
            <p:ph hasCustomPrompt="1" type="title"/>
          </p:nvPr>
        </p:nvSpPr>
        <p:spPr>
          <a:xfrm>
            <a:off x="1057200" y="1106125"/>
            <a:ext cx="7029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8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72" name="Google Shape;272;p23"/>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73" name="Shape 273"/>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274" name="Shape 274"/>
        <p:cNvGrpSpPr/>
        <p:nvPr/>
      </p:nvGrpSpPr>
      <p:grpSpPr>
        <a:xfrm>
          <a:off x="0" y="0"/>
          <a:ext cx="0" cy="0"/>
          <a:chOff x="0" y="0"/>
          <a:chExt cx="0" cy="0"/>
        </a:xfrm>
      </p:grpSpPr>
      <p:grpSp>
        <p:nvGrpSpPr>
          <p:cNvPr id="275" name="Google Shape;275;p25"/>
          <p:cNvGrpSpPr/>
          <p:nvPr/>
        </p:nvGrpSpPr>
        <p:grpSpPr>
          <a:xfrm>
            <a:off x="-9513" y="-6"/>
            <a:ext cx="9177947" cy="5143519"/>
            <a:chOff x="-9513" y="-6"/>
            <a:chExt cx="9177947" cy="5143519"/>
          </a:xfrm>
        </p:grpSpPr>
        <p:sp>
          <p:nvSpPr>
            <p:cNvPr id="276" name="Google Shape;276;p25"/>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p:nvPr/>
          </p:nvSpPr>
          <p:spPr>
            <a:xfrm flipH="1">
              <a:off x="67507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p:nvPr/>
          </p:nvSpPr>
          <p:spPr>
            <a:xfrm flipH="1" rot="10800000">
              <a:off x="8024650" y="24328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5"/>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5"/>
            <p:cNvSpPr/>
            <p:nvPr/>
          </p:nvSpPr>
          <p:spPr>
            <a:xfrm flipH="1">
              <a:off x="-9513" y="2600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 name="Google Shape;283;p25"/>
          <p:cNvGrpSpPr/>
          <p:nvPr/>
        </p:nvGrpSpPr>
        <p:grpSpPr>
          <a:xfrm>
            <a:off x="4281415" y="75177"/>
            <a:ext cx="581170" cy="125403"/>
            <a:chOff x="4685288" y="186288"/>
            <a:chExt cx="419375" cy="90485"/>
          </a:xfrm>
        </p:grpSpPr>
        <p:sp>
          <p:nvSpPr>
            <p:cNvPr id="284" name="Google Shape;284;p2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 name="Google Shape;285;p25"/>
            <p:cNvGrpSpPr/>
            <p:nvPr/>
          </p:nvGrpSpPr>
          <p:grpSpPr>
            <a:xfrm>
              <a:off x="4685288" y="186300"/>
              <a:ext cx="419375" cy="90473"/>
              <a:chOff x="4390000" y="182175"/>
              <a:chExt cx="419375" cy="90473"/>
            </a:xfrm>
          </p:grpSpPr>
          <p:sp>
            <p:nvSpPr>
              <p:cNvPr id="286" name="Google Shape;286;p2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8" name="Google Shape;288;p25"/>
          <p:cNvSpPr txBox="1"/>
          <p:nvPr>
            <p:ph idx="1" type="subTitle"/>
          </p:nvPr>
        </p:nvSpPr>
        <p:spPr>
          <a:xfrm>
            <a:off x="1454213" y="2117745"/>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89" name="Google Shape;289;p25"/>
          <p:cNvSpPr txBox="1"/>
          <p:nvPr>
            <p:ph idx="2" type="subTitle"/>
          </p:nvPr>
        </p:nvSpPr>
        <p:spPr>
          <a:xfrm>
            <a:off x="5322225" y="2127834"/>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90" name="Google Shape;290;p25"/>
          <p:cNvSpPr txBox="1"/>
          <p:nvPr>
            <p:ph hasCustomPrompt="1" type="title"/>
          </p:nvPr>
        </p:nvSpPr>
        <p:spPr>
          <a:xfrm>
            <a:off x="2270363" y="1392503"/>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91" name="Google Shape;291;p25"/>
          <p:cNvSpPr txBox="1"/>
          <p:nvPr>
            <p:ph hasCustomPrompt="1" idx="3" type="title"/>
          </p:nvPr>
        </p:nvSpPr>
        <p:spPr>
          <a:xfrm>
            <a:off x="6130262" y="1393328"/>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92" name="Google Shape;292;p25"/>
          <p:cNvSpPr txBox="1"/>
          <p:nvPr>
            <p:ph idx="4" type="subTitle"/>
          </p:nvPr>
        </p:nvSpPr>
        <p:spPr>
          <a:xfrm>
            <a:off x="1009425" y="180997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
        <p:nvSpPr>
          <p:cNvPr id="293" name="Google Shape;293;p25"/>
          <p:cNvSpPr txBox="1"/>
          <p:nvPr>
            <p:ph idx="5" type="subTitle"/>
          </p:nvPr>
        </p:nvSpPr>
        <p:spPr>
          <a:xfrm>
            <a:off x="4877475" y="182007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
        <p:nvSpPr>
          <p:cNvPr id="294" name="Google Shape;294;p25"/>
          <p:cNvSpPr txBox="1"/>
          <p:nvPr>
            <p:ph idx="6"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5" name="Google Shape;295;p25"/>
          <p:cNvSpPr txBox="1"/>
          <p:nvPr>
            <p:ph idx="7" type="subTitle"/>
          </p:nvPr>
        </p:nvSpPr>
        <p:spPr>
          <a:xfrm>
            <a:off x="1454213" y="3738095"/>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96" name="Google Shape;296;p25"/>
          <p:cNvSpPr txBox="1"/>
          <p:nvPr>
            <p:ph idx="8" type="subTitle"/>
          </p:nvPr>
        </p:nvSpPr>
        <p:spPr>
          <a:xfrm>
            <a:off x="5322225" y="3748184"/>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97" name="Google Shape;297;p25"/>
          <p:cNvSpPr txBox="1"/>
          <p:nvPr>
            <p:ph hasCustomPrompt="1" idx="9" type="title"/>
          </p:nvPr>
        </p:nvSpPr>
        <p:spPr>
          <a:xfrm>
            <a:off x="2270363" y="3012853"/>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98" name="Google Shape;298;p25"/>
          <p:cNvSpPr txBox="1"/>
          <p:nvPr>
            <p:ph hasCustomPrompt="1" idx="13" type="title"/>
          </p:nvPr>
        </p:nvSpPr>
        <p:spPr>
          <a:xfrm>
            <a:off x="6130262" y="3013678"/>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99" name="Google Shape;299;p25"/>
          <p:cNvSpPr txBox="1"/>
          <p:nvPr>
            <p:ph idx="14" type="subTitle"/>
          </p:nvPr>
        </p:nvSpPr>
        <p:spPr>
          <a:xfrm>
            <a:off x="1009425" y="343032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
        <p:nvSpPr>
          <p:cNvPr id="300" name="Google Shape;300;p25"/>
          <p:cNvSpPr txBox="1"/>
          <p:nvPr>
            <p:ph idx="15" type="subTitle"/>
          </p:nvPr>
        </p:nvSpPr>
        <p:spPr>
          <a:xfrm>
            <a:off x="4877475" y="344042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3_1">
    <p:spTree>
      <p:nvGrpSpPr>
        <p:cNvPr id="301" name="Shape 301"/>
        <p:cNvGrpSpPr/>
        <p:nvPr/>
      </p:nvGrpSpPr>
      <p:grpSpPr>
        <a:xfrm>
          <a:off x="0" y="0"/>
          <a:ext cx="0" cy="0"/>
          <a:chOff x="0" y="0"/>
          <a:chExt cx="0" cy="0"/>
        </a:xfrm>
      </p:grpSpPr>
      <p:sp>
        <p:nvSpPr>
          <p:cNvPr id="302" name="Google Shape;302;p26"/>
          <p:cNvSpPr/>
          <p:nvPr/>
        </p:nvSpPr>
        <p:spPr>
          <a:xfrm flipH="1">
            <a:off x="333971"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26"/>
          <p:cNvGrpSpPr/>
          <p:nvPr/>
        </p:nvGrpSpPr>
        <p:grpSpPr>
          <a:xfrm flipH="1">
            <a:off x="-9513" y="-6"/>
            <a:ext cx="9177947" cy="5143519"/>
            <a:chOff x="-9513" y="-6"/>
            <a:chExt cx="9177947" cy="5143519"/>
          </a:xfrm>
        </p:grpSpPr>
        <p:sp>
          <p:nvSpPr>
            <p:cNvPr id="304" name="Google Shape;304;p26"/>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6"/>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6"/>
            <p:cNvSpPr/>
            <p:nvPr/>
          </p:nvSpPr>
          <p:spPr>
            <a:xfrm flipH="1">
              <a:off x="70555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6"/>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6"/>
            <p:cNvSpPr/>
            <p:nvPr/>
          </p:nvSpPr>
          <p:spPr>
            <a:xfrm flipH="1">
              <a:off x="-9513" y="1762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26"/>
          <p:cNvGrpSpPr/>
          <p:nvPr/>
        </p:nvGrpSpPr>
        <p:grpSpPr>
          <a:xfrm>
            <a:off x="4281415" y="75177"/>
            <a:ext cx="581170" cy="125403"/>
            <a:chOff x="4685288" y="186288"/>
            <a:chExt cx="419375" cy="90485"/>
          </a:xfrm>
        </p:grpSpPr>
        <p:sp>
          <p:nvSpPr>
            <p:cNvPr id="310" name="Google Shape;310;p2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26"/>
            <p:cNvGrpSpPr/>
            <p:nvPr/>
          </p:nvGrpSpPr>
          <p:grpSpPr>
            <a:xfrm>
              <a:off x="4685288" y="186300"/>
              <a:ext cx="419375" cy="90473"/>
              <a:chOff x="4390000" y="182175"/>
              <a:chExt cx="419375" cy="90473"/>
            </a:xfrm>
          </p:grpSpPr>
          <p:sp>
            <p:nvSpPr>
              <p:cNvPr id="312" name="Google Shape;312;p2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4" name="Google Shape;314;p2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5" name="Google Shape;315;p26"/>
          <p:cNvSpPr txBox="1"/>
          <p:nvPr>
            <p:ph idx="2" type="title"/>
          </p:nvPr>
        </p:nvSpPr>
        <p:spPr>
          <a:xfrm>
            <a:off x="716613" y="277286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316" name="Google Shape;316;p26"/>
          <p:cNvSpPr txBox="1"/>
          <p:nvPr>
            <p:ph idx="1" type="subTitle"/>
          </p:nvPr>
        </p:nvSpPr>
        <p:spPr>
          <a:xfrm>
            <a:off x="717288" y="3505638"/>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17" name="Google Shape;317;p26"/>
          <p:cNvSpPr txBox="1"/>
          <p:nvPr>
            <p:ph idx="3" type="title"/>
          </p:nvPr>
        </p:nvSpPr>
        <p:spPr>
          <a:xfrm>
            <a:off x="2644521" y="277286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318" name="Google Shape;318;p26"/>
          <p:cNvSpPr txBox="1"/>
          <p:nvPr>
            <p:ph idx="4" type="subTitle"/>
          </p:nvPr>
        </p:nvSpPr>
        <p:spPr>
          <a:xfrm>
            <a:off x="2645196" y="3505638"/>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19" name="Google Shape;319;p26"/>
          <p:cNvSpPr txBox="1"/>
          <p:nvPr>
            <p:ph idx="5" type="title"/>
          </p:nvPr>
        </p:nvSpPr>
        <p:spPr>
          <a:xfrm>
            <a:off x="4572429" y="277286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320" name="Google Shape;320;p26"/>
          <p:cNvSpPr txBox="1"/>
          <p:nvPr>
            <p:ph idx="6" type="subTitle"/>
          </p:nvPr>
        </p:nvSpPr>
        <p:spPr>
          <a:xfrm>
            <a:off x="5914325" y="2692900"/>
            <a:ext cx="2516700" cy="117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200">
                <a:solidFill>
                  <a:srgbClr val="4C5966"/>
                </a:solidFill>
                <a:highlight>
                  <a:srgbClr val="FFFFFF"/>
                </a:highlight>
                <a:latin typeface="DM Sans"/>
                <a:ea typeface="DM Sans"/>
                <a:cs typeface="DM Sans"/>
                <a:sym typeface="DM Sans"/>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21" name="Google Shape;321;p26"/>
          <p:cNvSpPr txBox="1"/>
          <p:nvPr>
            <p:ph idx="7" type="title"/>
          </p:nvPr>
        </p:nvSpPr>
        <p:spPr>
          <a:xfrm>
            <a:off x="6500337" y="2772869"/>
            <a:ext cx="19257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322" name="Google Shape;322;p26"/>
          <p:cNvSpPr txBox="1"/>
          <p:nvPr>
            <p:ph idx="8" type="subTitle"/>
          </p:nvPr>
        </p:nvSpPr>
        <p:spPr>
          <a:xfrm>
            <a:off x="6501012" y="3505638"/>
            <a:ext cx="19257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23" name="Google Shape;323;p26"/>
          <p:cNvSpPr txBox="1"/>
          <p:nvPr>
            <p:ph hasCustomPrompt="1" idx="9" type="title"/>
          </p:nvPr>
        </p:nvSpPr>
        <p:spPr>
          <a:xfrm>
            <a:off x="716388"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
        <p:nvSpPr>
          <p:cNvPr id="324" name="Google Shape;324;p26"/>
          <p:cNvSpPr txBox="1"/>
          <p:nvPr>
            <p:ph hasCustomPrompt="1" idx="13" type="title"/>
          </p:nvPr>
        </p:nvSpPr>
        <p:spPr>
          <a:xfrm>
            <a:off x="2643696"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
        <p:nvSpPr>
          <p:cNvPr id="325" name="Google Shape;325;p26"/>
          <p:cNvSpPr txBox="1"/>
          <p:nvPr>
            <p:ph hasCustomPrompt="1" idx="14" type="title"/>
          </p:nvPr>
        </p:nvSpPr>
        <p:spPr>
          <a:xfrm>
            <a:off x="4571004"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
        <p:nvSpPr>
          <p:cNvPr id="326" name="Google Shape;326;p26"/>
          <p:cNvSpPr txBox="1"/>
          <p:nvPr>
            <p:ph hasCustomPrompt="1" idx="15" type="title"/>
          </p:nvPr>
        </p:nvSpPr>
        <p:spPr>
          <a:xfrm>
            <a:off x="6498312"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5">
    <p:spTree>
      <p:nvGrpSpPr>
        <p:cNvPr id="327" name="Shape 327"/>
        <p:cNvGrpSpPr/>
        <p:nvPr/>
      </p:nvGrpSpPr>
      <p:grpSpPr>
        <a:xfrm>
          <a:off x="0" y="0"/>
          <a:ext cx="0" cy="0"/>
          <a:chOff x="0" y="0"/>
          <a:chExt cx="0" cy="0"/>
        </a:xfrm>
      </p:grpSpPr>
      <p:grpSp>
        <p:nvGrpSpPr>
          <p:cNvPr id="328" name="Google Shape;328;p27"/>
          <p:cNvGrpSpPr/>
          <p:nvPr/>
        </p:nvGrpSpPr>
        <p:grpSpPr>
          <a:xfrm flipH="1" rot="10800000">
            <a:off x="-28563" y="-28573"/>
            <a:ext cx="9216047" cy="5191135"/>
            <a:chOff x="-28563" y="-28573"/>
            <a:chExt cx="9216047" cy="5191135"/>
          </a:xfrm>
        </p:grpSpPr>
        <p:sp>
          <p:nvSpPr>
            <p:cNvPr id="329" name="Google Shape;329;p27"/>
            <p:cNvSpPr/>
            <p:nvPr/>
          </p:nvSpPr>
          <p:spPr>
            <a:xfrm>
              <a:off x="319050" y="283350"/>
              <a:ext cx="8505900" cy="4576800"/>
            </a:xfrm>
            <a:prstGeom prst="roundRect">
              <a:avLst>
                <a:gd fmla="val 3396"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7132742" y="-28573"/>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a:off x="6426313" y="-1905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743298"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rot="10800000">
              <a:off x="-2856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rot="10800000">
              <a:off x="-19038"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799140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27"/>
          <p:cNvGrpSpPr/>
          <p:nvPr/>
        </p:nvGrpSpPr>
        <p:grpSpPr>
          <a:xfrm>
            <a:off x="4281415" y="75177"/>
            <a:ext cx="581170" cy="125403"/>
            <a:chOff x="4685288" y="186288"/>
            <a:chExt cx="419375" cy="90485"/>
          </a:xfrm>
        </p:grpSpPr>
        <p:sp>
          <p:nvSpPr>
            <p:cNvPr id="337" name="Google Shape;337;p2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 name="Google Shape;338;p27"/>
            <p:cNvGrpSpPr/>
            <p:nvPr/>
          </p:nvGrpSpPr>
          <p:grpSpPr>
            <a:xfrm>
              <a:off x="4685288" y="186300"/>
              <a:ext cx="419375" cy="90473"/>
              <a:chOff x="4390000" y="182175"/>
              <a:chExt cx="419375" cy="90473"/>
            </a:xfrm>
          </p:grpSpPr>
          <p:sp>
            <p:nvSpPr>
              <p:cNvPr id="339" name="Google Shape;339;p2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1" name="Google Shape;341;p27"/>
          <p:cNvSpPr txBox="1"/>
          <p:nvPr>
            <p:ph type="title"/>
          </p:nvPr>
        </p:nvSpPr>
        <p:spPr>
          <a:xfrm>
            <a:off x="3888375" y="906650"/>
            <a:ext cx="4320000" cy="103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14">
    <p:bg>
      <p:bgPr>
        <a:solidFill>
          <a:schemeClr val="accent4"/>
        </a:solidFill>
      </p:bgPr>
    </p:bg>
    <p:spTree>
      <p:nvGrpSpPr>
        <p:cNvPr id="342" name="Shape 342"/>
        <p:cNvGrpSpPr/>
        <p:nvPr/>
      </p:nvGrpSpPr>
      <p:grpSpPr>
        <a:xfrm>
          <a:off x="0" y="0"/>
          <a:ext cx="0" cy="0"/>
          <a:chOff x="0" y="0"/>
          <a:chExt cx="0" cy="0"/>
        </a:xfrm>
      </p:grpSpPr>
      <p:sp>
        <p:nvSpPr>
          <p:cNvPr id="343" name="Google Shape;343;p28"/>
          <p:cNvSpPr txBox="1"/>
          <p:nvPr>
            <p:ph type="title"/>
          </p:nvPr>
        </p:nvSpPr>
        <p:spPr>
          <a:xfrm rot="359553">
            <a:off x="3429351" y="733198"/>
            <a:ext cx="3773018" cy="2314565"/>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344" name="Google Shape;344;p28"/>
          <p:cNvGrpSpPr/>
          <p:nvPr/>
        </p:nvGrpSpPr>
        <p:grpSpPr>
          <a:xfrm>
            <a:off x="0" y="-95400"/>
            <a:ext cx="9144000" cy="5277000"/>
            <a:chOff x="0" y="-95400"/>
            <a:chExt cx="9144000" cy="5277000"/>
          </a:xfrm>
        </p:grpSpPr>
        <p:sp>
          <p:nvSpPr>
            <p:cNvPr id="345" name="Google Shape;345;p28"/>
            <p:cNvSpPr/>
            <p:nvPr/>
          </p:nvSpPr>
          <p:spPr>
            <a:xfrm>
              <a:off x="151475" y="85200"/>
              <a:ext cx="8868795" cy="4973079"/>
            </a:xfrm>
            <a:custGeom>
              <a:rect b="b" l="l" r="r" t="t"/>
              <a:pathLst>
                <a:path extrusionOk="0" h="160112" w="284644">
                  <a:moveTo>
                    <a:pt x="273218" y="5812"/>
                  </a:moveTo>
                  <a:cubicBezTo>
                    <a:pt x="276045" y="5812"/>
                    <a:pt x="278338" y="8105"/>
                    <a:pt x="278358" y="10932"/>
                  </a:cubicBezTo>
                  <a:lnTo>
                    <a:pt x="278358" y="149180"/>
                  </a:lnTo>
                  <a:cubicBezTo>
                    <a:pt x="278338" y="152007"/>
                    <a:pt x="276045" y="154300"/>
                    <a:pt x="273218" y="154320"/>
                  </a:cubicBezTo>
                  <a:lnTo>
                    <a:pt x="11426" y="154320"/>
                  </a:lnTo>
                  <a:cubicBezTo>
                    <a:pt x="8599" y="154300"/>
                    <a:pt x="6306" y="152007"/>
                    <a:pt x="6306" y="149180"/>
                  </a:cubicBezTo>
                  <a:lnTo>
                    <a:pt x="6306" y="10932"/>
                  </a:lnTo>
                  <a:cubicBezTo>
                    <a:pt x="6306" y="8105"/>
                    <a:pt x="8599" y="5812"/>
                    <a:pt x="11426" y="5812"/>
                  </a:cubicBezTo>
                  <a:close/>
                  <a:moveTo>
                    <a:pt x="1" y="1"/>
                  </a:moveTo>
                  <a:lnTo>
                    <a:pt x="1" y="160111"/>
                  </a:lnTo>
                  <a:lnTo>
                    <a:pt x="284644" y="160111"/>
                  </a:lnTo>
                  <a:lnTo>
                    <a:pt x="284644" y="1"/>
                  </a:lnTo>
                  <a:close/>
                </a:path>
              </a:pathLst>
            </a:custGeom>
            <a:solidFill>
              <a:schemeClr val="accent1"/>
            </a:solidFill>
            <a:ln cap="flat" cmpd="sng" w="28575">
              <a:solidFill>
                <a:schemeClr val="accent5"/>
              </a:solidFill>
              <a:prstDash val="solid"/>
              <a:miter lim="197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8"/>
            <p:cNvSpPr/>
            <p:nvPr/>
          </p:nvSpPr>
          <p:spPr>
            <a:xfrm>
              <a:off x="0" y="-95400"/>
              <a:ext cx="9144000" cy="5277000"/>
            </a:xfrm>
            <a:prstGeom prst="frame">
              <a:avLst>
                <a:gd fmla="val 4225"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28"/>
          <p:cNvGrpSpPr/>
          <p:nvPr/>
        </p:nvGrpSpPr>
        <p:grpSpPr>
          <a:xfrm>
            <a:off x="-36024" y="-23818"/>
            <a:ext cx="9216047" cy="5191135"/>
            <a:chOff x="-28563" y="-28573"/>
            <a:chExt cx="9216047" cy="5191135"/>
          </a:xfrm>
        </p:grpSpPr>
        <p:sp>
          <p:nvSpPr>
            <p:cNvPr id="348" name="Google Shape;348;p28"/>
            <p:cNvSpPr/>
            <p:nvPr/>
          </p:nvSpPr>
          <p:spPr>
            <a:xfrm>
              <a:off x="7132742" y="-28573"/>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8"/>
            <p:cNvSpPr/>
            <p:nvPr/>
          </p:nvSpPr>
          <p:spPr>
            <a:xfrm>
              <a:off x="6426313" y="-1905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8"/>
            <p:cNvSpPr/>
            <p:nvPr/>
          </p:nvSpPr>
          <p:spPr>
            <a:xfrm>
              <a:off x="743298"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8"/>
            <p:cNvSpPr/>
            <p:nvPr/>
          </p:nvSpPr>
          <p:spPr>
            <a:xfrm rot="10800000">
              <a:off x="-2856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8"/>
            <p:cNvSpPr/>
            <p:nvPr/>
          </p:nvSpPr>
          <p:spPr>
            <a:xfrm rot="10800000">
              <a:off x="-19038"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8"/>
            <p:cNvSpPr/>
            <p:nvPr/>
          </p:nvSpPr>
          <p:spPr>
            <a:xfrm>
              <a:off x="799140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28"/>
          <p:cNvGrpSpPr/>
          <p:nvPr/>
        </p:nvGrpSpPr>
        <p:grpSpPr>
          <a:xfrm>
            <a:off x="4281415" y="75177"/>
            <a:ext cx="581170" cy="125403"/>
            <a:chOff x="4685288" y="186288"/>
            <a:chExt cx="419375" cy="90485"/>
          </a:xfrm>
        </p:grpSpPr>
        <p:sp>
          <p:nvSpPr>
            <p:cNvPr id="355" name="Google Shape;355;p2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 name="Google Shape;356;p28"/>
            <p:cNvGrpSpPr/>
            <p:nvPr/>
          </p:nvGrpSpPr>
          <p:grpSpPr>
            <a:xfrm>
              <a:off x="4685288" y="186300"/>
              <a:ext cx="419375" cy="90473"/>
              <a:chOff x="4390000" y="182175"/>
              <a:chExt cx="419375" cy="90473"/>
            </a:xfrm>
          </p:grpSpPr>
          <p:sp>
            <p:nvSpPr>
              <p:cNvPr id="357" name="Google Shape;357;p2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2">
    <p:bg>
      <p:bgPr>
        <a:solidFill>
          <a:schemeClr val="accent2"/>
        </a:solidFill>
      </p:bgPr>
    </p:bg>
    <p:spTree>
      <p:nvGrpSpPr>
        <p:cNvPr id="359" name="Shape 359"/>
        <p:cNvGrpSpPr/>
        <p:nvPr/>
      </p:nvGrpSpPr>
      <p:grpSpPr>
        <a:xfrm>
          <a:off x="0" y="0"/>
          <a:ext cx="0" cy="0"/>
          <a:chOff x="0" y="0"/>
          <a:chExt cx="0" cy="0"/>
        </a:xfrm>
      </p:grpSpPr>
      <p:grpSp>
        <p:nvGrpSpPr>
          <p:cNvPr id="360" name="Google Shape;360;p29"/>
          <p:cNvGrpSpPr/>
          <p:nvPr/>
        </p:nvGrpSpPr>
        <p:grpSpPr>
          <a:xfrm>
            <a:off x="319043" y="283350"/>
            <a:ext cx="8505900" cy="4576800"/>
            <a:chOff x="319043" y="283350"/>
            <a:chExt cx="8505900" cy="4576800"/>
          </a:xfrm>
        </p:grpSpPr>
        <p:sp>
          <p:nvSpPr>
            <p:cNvPr id="361" name="Google Shape;361;p29"/>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9"/>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 name="Google Shape;363;p29"/>
          <p:cNvGrpSpPr/>
          <p:nvPr/>
        </p:nvGrpSpPr>
        <p:grpSpPr>
          <a:xfrm flipH="1" rot="10800000">
            <a:off x="304801" y="269300"/>
            <a:ext cx="8534303" cy="4605119"/>
            <a:chOff x="-9513" y="284925"/>
            <a:chExt cx="9036746" cy="4876238"/>
          </a:xfrm>
        </p:grpSpPr>
        <p:sp>
          <p:nvSpPr>
            <p:cNvPr id="364" name="Google Shape;364;p29"/>
            <p:cNvSpPr/>
            <p:nvPr/>
          </p:nvSpPr>
          <p:spPr>
            <a:xfrm>
              <a:off x="6729311" y="284925"/>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a:off x="743298" y="38964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9"/>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9"/>
            <p:cNvSpPr/>
            <p:nvPr/>
          </p:nvSpPr>
          <p:spPr>
            <a:xfrm rot="10800000">
              <a:off x="-9513" y="99932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9"/>
            <p:cNvSpPr/>
            <p:nvPr/>
          </p:nvSpPr>
          <p:spPr>
            <a:xfrm>
              <a:off x="7831151" y="2833475"/>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 name="Google Shape;369;p29"/>
          <p:cNvGrpSpPr/>
          <p:nvPr/>
        </p:nvGrpSpPr>
        <p:grpSpPr>
          <a:xfrm>
            <a:off x="4281415" y="375214"/>
            <a:ext cx="581170" cy="125403"/>
            <a:chOff x="4685288" y="186288"/>
            <a:chExt cx="419375" cy="90485"/>
          </a:xfrm>
        </p:grpSpPr>
        <p:sp>
          <p:nvSpPr>
            <p:cNvPr id="370" name="Google Shape;370;p2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1" name="Google Shape;371;p29"/>
            <p:cNvGrpSpPr/>
            <p:nvPr/>
          </p:nvGrpSpPr>
          <p:grpSpPr>
            <a:xfrm>
              <a:off x="4685288" y="186300"/>
              <a:ext cx="419375" cy="90473"/>
              <a:chOff x="4390000" y="182175"/>
              <a:chExt cx="419375" cy="90473"/>
            </a:xfrm>
          </p:grpSpPr>
          <p:sp>
            <p:nvSpPr>
              <p:cNvPr id="372" name="Google Shape;372;p2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4" name="Google Shape;374;p29"/>
          <p:cNvSpPr txBox="1"/>
          <p:nvPr>
            <p:ph type="ctrTitle"/>
          </p:nvPr>
        </p:nvSpPr>
        <p:spPr>
          <a:xfrm>
            <a:off x="3624263" y="1714500"/>
            <a:ext cx="4229100" cy="1289400"/>
          </a:xfrm>
          <a:prstGeom prst="rect">
            <a:avLst/>
          </a:prstGeom>
        </p:spPr>
        <p:txBody>
          <a:bodyPr anchorCtr="0" anchor="b" bIns="0" lIns="0" spcFirstLastPara="1" rIns="0" wrap="square" tIns="0">
            <a:noAutofit/>
          </a:bodyPr>
          <a:lstStyle>
            <a:lvl1pPr lvl="0" rtl="0">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375" name="Google Shape;375;p29"/>
          <p:cNvSpPr txBox="1"/>
          <p:nvPr>
            <p:ph idx="1" type="subTitle"/>
          </p:nvPr>
        </p:nvSpPr>
        <p:spPr>
          <a:xfrm>
            <a:off x="3624263" y="3095225"/>
            <a:ext cx="4229100" cy="336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76" name="Google Shape;376;p29">
            <a:hlinkClick action="ppaction://hlinksldjump" r:id="rId2"/>
          </p:cNvPr>
          <p:cNvSpPr txBox="1"/>
          <p:nvPr>
            <p:ph hasCustomPrompt="1" idx="2" type="title"/>
          </p:nvPr>
        </p:nvSpPr>
        <p:spPr>
          <a:xfrm>
            <a:off x="1145775" y="1714500"/>
            <a:ext cx="22044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2_1">
    <p:bg>
      <p:bgPr>
        <a:solidFill>
          <a:schemeClr val="accent2"/>
        </a:solidFill>
      </p:bgPr>
    </p:bg>
    <p:spTree>
      <p:nvGrpSpPr>
        <p:cNvPr id="377" name="Shape 377"/>
        <p:cNvGrpSpPr/>
        <p:nvPr/>
      </p:nvGrpSpPr>
      <p:grpSpPr>
        <a:xfrm>
          <a:off x="0" y="0"/>
          <a:ext cx="0" cy="0"/>
          <a:chOff x="0" y="0"/>
          <a:chExt cx="0" cy="0"/>
        </a:xfrm>
      </p:grpSpPr>
      <p:grpSp>
        <p:nvGrpSpPr>
          <p:cNvPr id="378" name="Google Shape;378;p30"/>
          <p:cNvGrpSpPr/>
          <p:nvPr/>
        </p:nvGrpSpPr>
        <p:grpSpPr>
          <a:xfrm>
            <a:off x="319043" y="283350"/>
            <a:ext cx="8505900" cy="4576800"/>
            <a:chOff x="319043" y="283350"/>
            <a:chExt cx="8505900" cy="4576800"/>
          </a:xfrm>
        </p:grpSpPr>
        <p:sp>
          <p:nvSpPr>
            <p:cNvPr id="379" name="Google Shape;379;p30"/>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0"/>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30"/>
          <p:cNvGrpSpPr/>
          <p:nvPr/>
        </p:nvGrpSpPr>
        <p:grpSpPr>
          <a:xfrm rot="10800000">
            <a:off x="304801" y="269300"/>
            <a:ext cx="8534303" cy="4605119"/>
            <a:chOff x="-9513" y="284925"/>
            <a:chExt cx="9036746" cy="4876238"/>
          </a:xfrm>
        </p:grpSpPr>
        <p:sp>
          <p:nvSpPr>
            <p:cNvPr id="382" name="Google Shape;382;p30"/>
            <p:cNvSpPr/>
            <p:nvPr/>
          </p:nvSpPr>
          <p:spPr>
            <a:xfrm>
              <a:off x="6729311" y="284925"/>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0"/>
            <p:cNvSpPr/>
            <p:nvPr/>
          </p:nvSpPr>
          <p:spPr>
            <a:xfrm>
              <a:off x="743298" y="38964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p:nvPr/>
          </p:nvSpPr>
          <p:spPr>
            <a:xfrm rot="10800000">
              <a:off x="-9513" y="99932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0"/>
            <p:cNvSpPr/>
            <p:nvPr/>
          </p:nvSpPr>
          <p:spPr>
            <a:xfrm>
              <a:off x="7831151" y="2833475"/>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 name="Google Shape;387;p30"/>
          <p:cNvGrpSpPr/>
          <p:nvPr/>
        </p:nvGrpSpPr>
        <p:grpSpPr>
          <a:xfrm>
            <a:off x="4281415" y="375214"/>
            <a:ext cx="581170" cy="125403"/>
            <a:chOff x="4685288" y="186288"/>
            <a:chExt cx="419375" cy="90485"/>
          </a:xfrm>
        </p:grpSpPr>
        <p:sp>
          <p:nvSpPr>
            <p:cNvPr id="388" name="Google Shape;388;p3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 name="Google Shape;389;p30"/>
            <p:cNvGrpSpPr/>
            <p:nvPr/>
          </p:nvGrpSpPr>
          <p:grpSpPr>
            <a:xfrm>
              <a:off x="4685288" y="186300"/>
              <a:ext cx="419375" cy="90473"/>
              <a:chOff x="4390000" y="182175"/>
              <a:chExt cx="419375" cy="90473"/>
            </a:xfrm>
          </p:grpSpPr>
          <p:sp>
            <p:nvSpPr>
              <p:cNvPr id="390" name="Google Shape;390;p3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2" name="Google Shape;392;p30"/>
          <p:cNvSpPr txBox="1"/>
          <p:nvPr>
            <p:ph type="ctrTitle"/>
          </p:nvPr>
        </p:nvSpPr>
        <p:spPr>
          <a:xfrm flipH="1">
            <a:off x="1290638" y="1714500"/>
            <a:ext cx="4229100" cy="1289400"/>
          </a:xfrm>
          <a:prstGeom prst="rect">
            <a:avLst/>
          </a:prstGeom>
        </p:spPr>
        <p:txBody>
          <a:bodyPr anchorCtr="0" anchor="b" bIns="0" lIns="0" spcFirstLastPara="1" rIns="0" wrap="square" tIns="0">
            <a:noAutofit/>
          </a:bodyPr>
          <a:lstStyle>
            <a:lvl1pPr lvl="0" rtl="0">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393" name="Google Shape;393;p30"/>
          <p:cNvSpPr txBox="1"/>
          <p:nvPr>
            <p:ph idx="1" type="subTitle"/>
          </p:nvPr>
        </p:nvSpPr>
        <p:spPr>
          <a:xfrm flipH="1">
            <a:off x="1290638" y="3095225"/>
            <a:ext cx="4229100" cy="336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4" name="Google Shape;394;p30"/>
          <p:cNvSpPr txBox="1"/>
          <p:nvPr>
            <p:ph hasCustomPrompt="1" idx="2" type="title"/>
          </p:nvPr>
        </p:nvSpPr>
        <p:spPr>
          <a:xfrm flipH="1">
            <a:off x="5938763" y="1714500"/>
            <a:ext cx="19146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2_1_1">
    <p:bg>
      <p:bgPr>
        <a:solidFill>
          <a:schemeClr val="accent2"/>
        </a:solidFill>
      </p:bgPr>
    </p:bg>
    <p:spTree>
      <p:nvGrpSpPr>
        <p:cNvPr id="395" name="Shape 395"/>
        <p:cNvGrpSpPr/>
        <p:nvPr/>
      </p:nvGrpSpPr>
      <p:grpSpPr>
        <a:xfrm>
          <a:off x="0" y="0"/>
          <a:ext cx="0" cy="0"/>
          <a:chOff x="0" y="0"/>
          <a:chExt cx="0" cy="0"/>
        </a:xfrm>
      </p:grpSpPr>
      <p:sp>
        <p:nvSpPr>
          <p:cNvPr id="396" name="Google Shape;396;p31"/>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1"/>
          <p:cNvSpPr/>
          <p:nvPr/>
        </p:nvSpPr>
        <p:spPr>
          <a:xfrm flipH="1" rot="10800000">
            <a:off x="3486150" y="579300"/>
            <a:ext cx="49929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 name="Google Shape;398;p31"/>
          <p:cNvGrpSpPr/>
          <p:nvPr/>
        </p:nvGrpSpPr>
        <p:grpSpPr>
          <a:xfrm>
            <a:off x="6659628" y="3464137"/>
            <a:ext cx="1805174" cy="1083810"/>
            <a:chOff x="6659628" y="3464137"/>
            <a:chExt cx="1805174" cy="1083810"/>
          </a:xfrm>
        </p:grpSpPr>
        <p:sp>
          <p:nvSpPr>
            <p:cNvPr id="399" name="Google Shape;399;p31"/>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1"/>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31"/>
          <p:cNvSpPr/>
          <p:nvPr/>
        </p:nvSpPr>
        <p:spPr>
          <a:xfrm flipH="1" rot="10800000">
            <a:off x="661175" y="576000"/>
            <a:ext cx="2682000" cy="3986700"/>
          </a:xfrm>
          <a:prstGeom prst="roundRect">
            <a:avLst>
              <a:gd fmla="val 6245"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1"/>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1"/>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4" name="Google Shape;404;p31"/>
          <p:cNvGrpSpPr/>
          <p:nvPr/>
        </p:nvGrpSpPr>
        <p:grpSpPr>
          <a:xfrm>
            <a:off x="4281415" y="375214"/>
            <a:ext cx="581170" cy="125403"/>
            <a:chOff x="4685288" y="186288"/>
            <a:chExt cx="419375" cy="90485"/>
          </a:xfrm>
        </p:grpSpPr>
        <p:sp>
          <p:nvSpPr>
            <p:cNvPr id="405" name="Google Shape;405;p3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31"/>
            <p:cNvGrpSpPr/>
            <p:nvPr/>
          </p:nvGrpSpPr>
          <p:grpSpPr>
            <a:xfrm>
              <a:off x="4685288" y="186300"/>
              <a:ext cx="419375" cy="90473"/>
              <a:chOff x="4390000" y="182175"/>
              <a:chExt cx="419375" cy="90473"/>
            </a:xfrm>
          </p:grpSpPr>
          <p:sp>
            <p:nvSpPr>
              <p:cNvPr id="407" name="Google Shape;407;p3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9" name="Google Shape;409;p31"/>
          <p:cNvSpPr txBox="1"/>
          <p:nvPr>
            <p:ph type="ctrTitle"/>
          </p:nvPr>
        </p:nvSpPr>
        <p:spPr>
          <a:xfrm>
            <a:off x="4302700" y="1714500"/>
            <a:ext cx="3374100" cy="1289400"/>
          </a:xfrm>
          <a:prstGeom prst="rect">
            <a:avLst/>
          </a:prstGeom>
        </p:spPr>
        <p:txBody>
          <a:bodyPr anchorCtr="0" anchor="ctr" bIns="0" lIns="0" spcFirstLastPara="1" rIns="0" wrap="square" tIns="0">
            <a:noAutofit/>
          </a:bodyPr>
          <a:lstStyle>
            <a:lvl1pPr lvl="0" rtl="0">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410" name="Google Shape;410;p31"/>
          <p:cNvSpPr txBox="1"/>
          <p:nvPr>
            <p:ph idx="1" type="subTitle"/>
          </p:nvPr>
        </p:nvSpPr>
        <p:spPr>
          <a:xfrm>
            <a:off x="4302700" y="3095225"/>
            <a:ext cx="2862000" cy="585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11" name="Google Shape;411;p31"/>
          <p:cNvSpPr txBox="1"/>
          <p:nvPr>
            <p:ph hasCustomPrompt="1" idx="2" type="title"/>
          </p:nvPr>
        </p:nvSpPr>
        <p:spPr>
          <a:xfrm>
            <a:off x="1044875" y="1714500"/>
            <a:ext cx="19146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2_1_1_1">
    <p:bg>
      <p:bgPr>
        <a:solidFill>
          <a:schemeClr val="accent2"/>
        </a:solidFill>
      </p:bgPr>
    </p:bg>
    <p:spTree>
      <p:nvGrpSpPr>
        <p:cNvPr id="412" name="Shape 412"/>
        <p:cNvGrpSpPr/>
        <p:nvPr/>
      </p:nvGrpSpPr>
      <p:grpSpPr>
        <a:xfrm>
          <a:off x="0" y="0"/>
          <a:ext cx="0" cy="0"/>
          <a:chOff x="0" y="0"/>
          <a:chExt cx="0" cy="0"/>
        </a:xfrm>
      </p:grpSpPr>
      <p:sp>
        <p:nvSpPr>
          <p:cNvPr id="413" name="Google Shape;413;p32"/>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2"/>
          <p:cNvSpPr/>
          <p:nvPr/>
        </p:nvSpPr>
        <p:spPr>
          <a:xfrm rot="10800000">
            <a:off x="661175" y="579300"/>
            <a:ext cx="49929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2"/>
          <p:cNvSpPr/>
          <p:nvPr/>
        </p:nvSpPr>
        <p:spPr>
          <a:xfrm rot="10800000">
            <a:off x="5797050" y="576000"/>
            <a:ext cx="2682000" cy="3986700"/>
          </a:xfrm>
          <a:prstGeom prst="roundRect">
            <a:avLst>
              <a:gd fmla="val 6245"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2"/>
          <p:cNvSpPr/>
          <p:nvPr/>
        </p:nvSpPr>
        <p:spPr>
          <a:xfrm flipH="1">
            <a:off x="947000" y="582184"/>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2"/>
          <p:cNvSpPr/>
          <p:nvPr/>
        </p:nvSpPr>
        <p:spPr>
          <a:xfrm flipH="1">
            <a:off x="1535518" y="581128"/>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 name="Google Shape;418;p32"/>
          <p:cNvGrpSpPr/>
          <p:nvPr/>
        </p:nvGrpSpPr>
        <p:grpSpPr>
          <a:xfrm>
            <a:off x="4281415" y="375214"/>
            <a:ext cx="581170" cy="125403"/>
            <a:chOff x="4685288" y="186288"/>
            <a:chExt cx="419375" cy="90485"/>
          </a:xfrm>
        </p:grpSpPr>
        <p:sp>
          <p:nvSpPr>
            <p:cNvPr id="419" name="Google Shape;419;p3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32"/>
            <p:cNvGrpSpPr/>
            <p:nvPr/>
          </p:nvGrpSpPr>
          <p:grpSpPr>
            <a:xfrm>
              <a:off x="4685288" y="186300"/>
              <a:ext cx="419375" cy="90473"/>
              <a:chOff x="4390000" y="182175"/>
              <a:chExt cx="419375" cy="90473"/>
            </a:xfrm>
          </p:grpSpPr>
          <p:sp>
            <p:nvSpPr>
              <p:cNvPr id="421" name="Google Shape;421;p3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3" name="Google Shape;423;p32"/>
          <p:cNvSpPr/>
          <p:nvPr/>
        </p:nvSpPr>
        <p:spPr>
          <a:xfrm flipH="1" rot="10800000">
            <a:off x="7229737" y="3750528"/>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2"/>
          <p:cNvSpPr/>
          <p:nvPr/>
        </p:nvSpPr>
        <p:spPr>
          <a:xfrm flipH="1" rot="10800000">
            <a:off x="6865888" y="3930834"/>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2"/>
          <p:cNvSpPr txBox="1"/>
          <p:nvPr>
            <p:ph type="ctrTitle"/>
          </p:nvPr>
        </p:nvSpPr>
        <p:spPr>
          <a:xfrm flipH="1">
            <a:off x="1468375" y="1714500"/>
            <a:ext cx="3372600" cy="1289400"/>
          </a:xfrm>
          <a:prstGeom prst="rect">
            <a:avLst/>
          </a:prstGeom>
        </p:spPr>
        <p:txBody>
          <a:bodyPr anchorCtr="0" anchor="ctr" bIns="0" lIns="0" spcFirstLastPara="1" rIns="0" wrap="square" tIns="0">
            <a:noAutofit/>
          </a:bodyPr>
          <a:lstStyle>
            <a:lvl1pPr lvl="0" rtl="0" algn="r">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426" name="Google Shape;426;p32"/>
          <p:cNvSpPr txBox="1"/>
          <p:nvPr>
            <p:ph idx="1" type="subTitle"/>
          </p:nvPr>
        </p:nvSpPr>
        <p:spPr>
          <a:xfrm flipH="1">
            <a:off x="1975675" y="3095225"/>
            <a:ext cx="2865300" cy="5829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27" name="Google Shape;427;p32"/>
          <p:cNvSpPr txBox="1"/>
          <p:nvPr>
            <p:ph hasCustomPrompt="1" idx="2" type="title"/>
          </p:nvPr>
        </p:nvSpPr>
        <p:spPr>
          <a:xfrm flipH="1">
            <a:off x="6180750" y="1714500"/>
            <a:ext cx="19146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428" name="Shape 428"/>
        <p:cNvGrpSpPr/>
        <p:nvPr/>
      </p:nvGrpSpPr>
      <p:grpSpPr>
        <a:xfrm>
          <a:off x="0" y="0"/>
          <a:ext cx="0" cy="0"/>
          <a:chOff x="0" y="0"/>
          <a:chExt cx="0" cy="0"/>
        </a:xfrm>
      </p:grpSpPr>
      <p:sp>
        <p:nvSpPr>
          <p:cNvPr id="429" name="Google Shape;429;p33"/>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3"/>
          <p:cNvSpPr/>
          <p:nvPr/>
        </p:nvSpPr>
        <p:spPr>
          <a:xfrm flipH="1" rot="10800000">
            <a:off x="7132742"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3"/>
          <p:cNvSpPr/>
          <p:nvPr/>
        </p:nvSpPr>
        <p:spPr>
          <a:xfrm flipH="1" rot="10800000">
            <a:off x="6426313" y="4205878"/>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3"/>
          <p:cNvSpPr/>
          <p:nvPr/>
        </p:nvSpPr>
        <p:spPr>
          <a:xfrm flipH="1" rot="10800000">
            <a:off x="743298"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3"/>
          <p:cNvSpPr/>
          <p:nvPr/>
        </p:nvSpPr>
        <p:spPr>
          <a:xfrm flipH="1">
            <a:off x="-9513"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3"/>
          <p:cNvSpPr/>
          <p:nvPr/>
        </p:nvSpPr>
        <p:spPr>
          <a:xfrm flipH="1">
            <a:off x="-9513"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3"/>
          <p:cNvSpPr/>
          <p:nvPr/>
        </p:nvSpPr>
        <p:spPr>
          <a:xfrm flipH="1" rot="10800000">
            <a:off x="7972352" y="2627673"/>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6" name="Google Shape;436;p33"/>
          <p:cNvGrpSpPr/>
          <p:nvPr/>
        </p:nvGrpSpPr>
        <p:grpSpPr>
          <a:xfrm>
            <a:off x="4281415" y="75177"/>
            <a:ext cx="581170" cy="125403"/>
            <a:chOff x="4685288" y="186288"/>
            <a:chExt cx="419375" cy="90485"/>
          </a:xfrm>
        </p:grpSpPr>
        <p:sp>
          <p:nvSpPr>
            <p:cNvPr id="437" name="Google Shape;437;p3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8" name="Google Shape;438;p33"/>
            <p:cNvGrpSpPr/>
            <p:nvPr/>
          </p:nvGrpSpPr>
          <p:grpSpPr>
            <a:xfrm>
              <a:off x="4685288" y="186300"/>
              <a:ext cx="419375" cy="90473"/>
              <a:chOff x="4390000" y="182175"/>
              <a:chExt cx="419375" cy="90473"/>
            </a:xfrm>
          </p:grpSpPr>
          <p:sp>
            <p:nvSpPr>
              <p:cNvPr id="439" name="Google Shape;439;p3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1" name="Google Shape;441;p33"/>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42" name="Google Shape;442;p33"/>
          <p:cNvGrpSpPr/>
          <p:nvPr/>
        </p:nvGrpSpPr>
        <p:grpSpPr>
          <a:xfrm flipH="1" rot="-338429">
            <a:off x="7728496" y="462641"/>
            <a:ext cx="1386128" cy="2705639"/>
            <a:chOff x="409722" y="228600"/>
            <a:chExt cx="1385931" cy="2705253"/>
          </a:xfrm>
        </p:grpSpPr>
        <p:grpSp>
          <p:nvGrpSpPr>
            <p:cNvPr id="443" name="Google Shape;443;p33"/>
            <p:cNvGrpSpPr/>
            <p:nvPr/>
          </p:nvGrpSpPr>
          <p:grpSpPr>
            <a:xfrm flipH="1" rot="-617154">
              <a:off x="575967" y="402323"/>
              <a:ext cx="1053440" cy="2450002"/>
              <a:chOff x="3817855" y="1437512"/>
              <a:chExt cx="541146" cy="1128254"/>
            </a:xfrm>
          </p:grpSpPr>
          <p:sp>
            <p:nvSpPr>
              <p:cNvPr id="444" name="Google Shape;444;p3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 name="Google Shape;446;p3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9_1">
    <p:spTree>
      <p:nvGrpSpPr>
        <p:cNvPr id="447" name="Shape 447"/>
        <p:cNvGrpSpPr/>
        <p:nvPr/>
      </p:nvGrpSpPr>
      <p:grpSpPr>
        <a:xfrm>
          <a:off x="0" y="0"/>
          <a:ext cx="0" cy="0"/>
          <a:chOff x="0" y="0"/>
          <a:chExt cx="0" cy="0"/>
        </a:xfrm>
      </p:grpSpPr>
      <p:grpSp>
        <p:nvGrpSpPr>
          <p:cNvPr id="448" name="Google Shape;448;p34"/>
          <p:cNvGrpSpPr/>
          <p:nvPr/>
        </p:nvGrpSpPr>
        <p:grpSpPr>
          <a:xfrm>
            <a:off x="4281415" y="75177"/>
            <a:ext cx="581170" cy="125403"/>
            <a:chOff x="4685288" y="186288"/>
            <a:chExt cx="419375" cy="90485"/>
          </a:xfrm>
        </p:grpSpPr>
        <p:sp>
          <p:nvSpPr>
            <p:cNvPr id="449" name="Google Shape;449;p3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34"/>
            <p:cNvGrpSpPr/>
            <p:nvPr/>
          </p:nvGrpSpPr>
          <p:grpSpPr>
            <a:xfrm>
              <a:off x="4685288" y="186300"/>
              <a:ext cx="419375" cy="90473"/>
              <a:chOff x="4390000" y="182175"/>
              <a:chExt cx="419375" cy="90473"/>
            </a:xfrm>
          </p:grpSpPr>
          <p:sp>
            <p:nvSpPr>
              <p:cNvPr id="451" name="Google Shape;451;p3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3" name="Google Shape;453;p34"/>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4"/>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55" name="Google Shape;455;p34"/>
          <p:cNvGrpSpPr/>
          <p:nvPr/>
        </p:nvGrpSpPr>
        <p:grpSpPr>
          <a:xfrm rot="-1197195">
            <a:off x="29343" y="2304796"/>
            <a:ext cx="1386120" cy="2705624"/>
            <a:chOff x="409722" y="228600"/>
            <a:chExt cx="1385931" cy="2705253"/>
          </a:xfrm>
        </p:grpSpPr>
        <p:grpSp>
          <p:nvGrpSpPr>
            <p:cNvPr id="456" name="Google Shape;456;p34"/>
            <p:cNvGrpSpPr/>
            <p:nvPr/>
          </p:nvGrpSpPr>
          <p:grpSpPr>
            <a:xfrm flipH="1" rot="-617154">
              <a:off x="575967" y="402323"/>
              <a:ext cx="1053440" cy="2450002"/>
              <a:chOff x="3817855" y="1437512"/>
              <a:chExt cx="541146" cy="1128254"/>
            </a:xfrm>
          </p:grpSpPr>
          <p:sp>
            <p:nvSpPr>
              <p:cNvPr id="457" name="Google Shape;457;p3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 name="Google Shape;459;p34"/>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34"/>
          <p:cNvGrpSpPr/>
          <p:nvPr/>
        </p:nvGrpSpPr>
        <p:grpSpPr>
          <a:xfrm flipH="1" rot="10800000">
            <a:off x="-9513" y="402390"/>
            <a:ext cx="9177947" cy="4737094"/>
            <a:chOff x="-9513" y="2"/>
            <a:chExt cx="9177947" cy="4737094"/>
          </a:xfrm>
        </p:grpSpPr>
        <p:sp>
          <p:nvSpPr>
            <p:cNvPr id="461" name="Google Shape;461;p34"/>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4"/>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4"/>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8">
    <p:spTree>
      <p:nvGrpSpPr>
        <p:cNvPr id="464" name="Shape 464"/>
        <p:cNvGrpSpPr/>
        <p:nvPr/>
      </p:nvGrpSpPr>
      <p:grpSpPr>
        <a:xfrm>
          <a:off x="0" y="0"/>
          <a:ext cx="0" cy="0"/>
          <a:chOff x="0" y="0"/>
          <a:chExt cx="0" cy="0"/>
        </a:xfrm>
      </p:grpSpPr>
      <p:grpSp>
        <p:nvGrpSpPr>
          <p:cNvPr id="465" name="Google Shape;465;p35"/>
          <p:cNvGrpSpPr/>
          <p:nvPr/>
        </p:nvGrpSpPr>
        <p:grpSpPr>
          <a:xfrm>
            <a:off x="4281415" y="75177"/>
            <a:ext cx="581170" cy="125403"/>
            <a:chOff x="4685288" y="186288"/>
            <a:chExt cx="419375" cy="90485"/>
          </a:xfrm>
        </p:grpSpPr>
        <p:sp>
          <p:nvSpPr>
            <p:cNvPr id="466" name="Google Shape;466;p3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35"/>
            <p:cNvGrpSpPr/>
            <p:nvPr/>
          </p:nvGrpSpPr>
          <p:grpSpPr>
            <a:xfrm>
              <a:off x="4685288" y="186300"/>
              <a:ext cx="419375" cy="90473"/>
              <a:chOff x="4390000" y="182175"/>
              <a:chExt cx="419375" cy="90473"/>
            </a:xfrm>
          </p:grpSpPr>
          <p:sp>
            <p:nvSpPr>
              <p:cNvPr id="468" name="Google Shape;468;p3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0" name="Google Shape;470;p35"/>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5"/>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35"/>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5"/>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5"/>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5"/>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5"/>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5"/>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35"/>
          <p:cNvGrpSpPr/>
          <p:nvPr/>
        </p:nvGrpSpPr>
        <p:grpSpPr>
          <a:xfrm rot="-10461571">
            <a:off x="7728496" y="1975226"/>
            <a:ext cx="1386128" cy="2705639"/>
            <a:chOff x="409722" y="228600"/>
            <a:chExt cx="1385931" cy="2705253"/>
          </a:xfrm>
        </p:grpSpPr>
        <p:grpSp>
          <p:nvGrpSpPr>
            <p:cNvPr id="479" name="Google Shape;479;p35"/>
            <p:cNvGrpSpPr/>
            <p:nvPr/>
          </p:nvGrpSpPr>
          <p:grpSpPr>
            <a:xfrm flipH="1" rot="-617154">
              <a:off x="575967" y="402323"/>
              <a:ext cx="1053440" cy="2450002"/>
              <a:chOff x="3817855" y="1437512"/>
              <a:chExt cx="541146" cy="1128254"/>
            </a:xfrm>
          </p:grpSpPr>
          <p:sp>
            <p:nvSpPr>
              <p:cNvPr id="480" name="Google Shape;480;p3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2" name="Google Shape;482;p35"/>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CUSTOM_4">
    <p:bg>
      <p:bgPr>
        <a:solidFill>
          <a:schemeClr val="accent2"/>
        </a:solidFill>
      </p:bgPr>
    </p:bg>
    <p:spTree>
      <p:nvGrpSpPr>
        <p:cNvPr id="483" name="Shape 483"/>
        <p:cNvGrpSpPr/>
        <p:nvPr/>
      </p:nvGrpSpPr>
      <p:grpSpPr>
        <a:xfrm>
          <a:off x="0" y="0"/>
          <a:ext cx="0" cy="0"/>
          <a:chOff x="0" y="0"/>
          <a:chExt cx="0" cy="0"/>
        </a:xfrm>
      </p:grpSpPr>
      <p:sp>
        <p:nvSpPr>
          <p:cNvPr id="484" name="Google Shape;484;p36"/>
          <p:cNvSpPr txBox="1"/>
          <p:nvPr>
            <p:ph idx="1" type="body"/>
          </p:nvPr>
        </p:nvSpPr>
        <p:spPr>
          <a:xfrm>
            <a:off x="5205225" y="1366325"/>
            <a:ext cx="2984700" cy="3120300"/>
          </a:xfrm>
          <a:prstGeom prst="rect">
            <a:avLst/>
          </a:prstGeom>
        </p:spPr>
        <p:txBody>
          <a:bodyPr anchorCtr="0" anchor="ctr" bIns="91425" lIns="91425" spcFirstLastPara="1" rIns="91425" wrap="square" tIns="91425">
            <a:noAutofit/>
          </a:bodyPr>
          <a:lstStyle>
            <a:lvl1pPr indent="-342900" lvl="0" marL="457200" rtl="0">
              <a:lnSpc>
                <a:spcPct val="100000"/>
              </a:lnSpc>
              <a:spcBef>
                <a:spcPts val="1000"/>
              </a:spcBef>
              <a:spcAft>
                <a:spcPts val="0"/>
              </a:spcAft>
              <a:buClr>
                <a:schemeClr val="accent3"/>
              </a:buClr>
              <a:buSzPts val="1800"/>
              <a:buChar char="●"/>
              <a:defRPr sz="1600">
                <a:solidFill>
                  <a:schemeClr val="accent3"/>
                </a:solidFill>
              </a:defRPr>
            </a:lvl1pPr>
            <a:lvl2pPr indent="-342900" lvl="1" marL="914400" rtl="0">
              <a:spcBef>
                <a:spcPts val="1600"/>
              </a:spcBef>
              <a:spcAft>
                <a:spcPts val="0"/>
              </a:spcAft>
              <a:buClr>
                <a:schemeClr val="accent3"/>
              </a:buClr>
              <a:buSzPts val="1800"/>
              <a:buChar char="○"/>
              <a:defRPr sz="1800">
                <a:solidFill>
                  <a:schemeClr val="accent3"/>
                </a:solidFill>
              </a:defRPr>
            </a:lvl2pPr>
            <a:lvl3pPr indent="-342900" lvl="2" marL="1371600" rtl="0">
              <a:spcBef>
                <a:spcPts val="1600"/>
              </a:spcBef>
              <a:spcAft>
                <a:spcPts val="0"/>
              </a:spcAft>
              <a:buClr>
                <a:schemeClr val="accent3"/>
              </a:buClr>
              <a:buSzPts val="1800"/>
              <a:buChar char="■"/>
              <a:defRPr sz="1800">
                <a:solidFill>
                  <a:schemeClr val="accent3"/>
                </a:solidFill>
              </a:defRPr>
            </a:lvl3pPr>
            <a:lvl4pPr indent="-342900" lvl="3" marL="1828800" rtl="0">
              <a:spcBef>
                <a:spcPts val="1600"/>
              </a:spcBef>
              <a:spcAft>
                <a:spcPts val="0"/>
              </a:spcAft>
              <a:buClr>
                <a:schemeClr val="accent3"/>
              </a:buClr>
              <a:buSzPts val="1800"/>
              <a:buChar char="●"/>
              <a:defRPr sz="1800">
                <a:solidFill>
                  <a:schemeClr val="accent3"/>
                </a:solidFill>
              </a:defRPr>
            </a:lvl4pPr>
            <a:lvl5pPr indent="-342900" lvl="4" marL="2286000" rtl="0">
              <a:spcBef>
                <a:spcPts val="1600"/>
              </a:spcBef>
              <a:spcAft>
                <a:spcPts val="0"/>
              </a:spcAft>
              <a:buClr>
                <a:schemeClr val="accent3"/>
              </a:buClr>
              <a:buSzPts val="1800"/>
              <a:buChar char="○"/>
              <a:defRPr sz="1800">
                <a:solidFill>
                  <a:schemeClr val="accent3"/>
                </a:solidFill>
              </a:defRPr>
            </a:lvl5pPr>
            <a:lvl6pPr indent="-342900" lvl="5" marL="2743200" rtl="0">
              <a:spcBef>
                <a:spcPts val="1600"/>
              </a:spcBef>
              <a:spcAft>
                <a:spcPts val="0"/>
              </a:spcAft>
              <a:buClr>
                <a:schemeClr val="accent3"/>
              </a:buClr>
              <a:buSzPts val="1800"/>
              <a:buChar char="■"/>
              <a:defRPr sz="1800">
                <a:solidFill>
                  <a:schemeClr val="accent3"/>
                </a:solidFill>
              </a:defRPr>
            </a:lvl6pPr>
            <a:lvl7pPr indent="-342900" lvl="6" marL="3200400" rtl="0">
              <a:spcBef>
                <a:spcPts val="1600"/>
              </a:spcBef>
              <a:spcAft>
                <a:spcPts val="0"/>
              </a:spcAft>
              <a:buClr>
                <a:schemeClr val="accent3"/>
              </a:buClr>
              <a:buSzPts val="1800"/>
              <a:buChar char="●"/>
              <a:defRPr sz="1800">
                <a:solidFill>
                  <a:schemeClr val="accent3"/>
                </a:solidFill>
              </a:defRPr>
            </a:lvl7pPr>
            <a:lvl8pPr indent="-342900" lvl="7" marL="3657600" rtl="0">
              <a:spcBef>
                <a:spcPts val="1600"/>
              </a:spcBef>
              <a:spcAft>
                <a:spcPts val="0"/>
              </a:spcAft>
              <a:buClr>
                <a:schemeClr val="accent3"/>
              </a:buClr>
              <a:buSzPts val="1800"/>
              <a:buChar char="○"/>
              <a:defRPr sz="1800">
                <a:solidFill>
                  <a:schemeClr val="accent3"/>
                </a:solidFill>
              </a:defRPr>
            </a:lvl8pPr>
            <a:lvl9pPr indent="-342900" lvl="8" marL="4114800" rtl="0">
              <a:spcBef>
                <a:spcPts val="1600"/>
              </a:spcBef>
              <a:spcAft>
                <a:spcPts val="1600"/>
              </a:spcAft>
              <a:buClr>
                <a:schemeClr val="accent3"/>
              </a:buClr>
              <a:buSzPts val="1800"/>
              <a:buChar char="■"/>
              <a:defRPr sz="1800">
                <a:solidFill>
                  <a:schemeClr val="accent3"/>
                </a:solidFill>
              </a:defRPr>
            </a:lvl9pPr>
          </a:lstStyle>
          <a:p/>
        </p:txBody>
      </p:sp>
      <p:sp>
        <p:nvSpPr>
          <p:cNvPr id="485" name="Google Shape;485;p36"/>
          <p:cNvSpPr txBox="1"/>
          <p:nvPr>
            <p:ph type="title"/>
          </p:nvPr>
        </p:nvSpPr>
        <p:spPr>
          <a:xfrm>
            <a:off x="722375" y="530750"/>
            <a:ext cx="7927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86" name="Google Shape;486;p36"/>
          <p:cNvGrpSpPr/>
          <p:nvPr/>
        </p:nvGrpSpPr>
        <p:grpSpPr>
          <a:xfrm flipH="1">
            <a:off x="-447600" y="2065597"/>
            <a:ext cx="1179753" cy="2854241"/>
            <a:chOff x="7907551" y="-114309"/>
            <a:chExt cx="1908059" cy="4616272"/>
          </a:xfrm>
        </p:grpSpPr>
        <p:sp>
          <p:nvSpPr>
            <p:cNvPr id="487" name="Google Shape;487;p36"/>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6"/>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6"/>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6"/>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6"/>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6"/>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6"/>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6"/>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6"/>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6"/>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6"/>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6"/>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6"/>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6"/>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6"/>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6"/>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 name="Google Shape;503;p36"/>
          <p:cNvGrpSpPr/>
          <p:nvPr/>
        </p:nvGrpSpPr>
        <p:grpSpPr>
          <a:xfrm flipH="1">
            <a:off x="7839222" y="781050"/>
            <a:ext cx="1385931" cy="2705253"/>
            <a:chOff x="409722" y="228600"/>
            <a:chExt cx="1385931" cy="2705253"/>
          </a:xfrm>
        </p:grpSpPr>
        <p:grpSp>
          <p:nvGrpSpPr>
            <p:cNvPr id="504" name="Google Shape;504;p36"/>
            <p:cNvGrpSpPr/>
            <p:nvPr/>
          </p:nvGrpSpPr>
          <p:grpSpPr>
            <a:xfrm flipH="1" rot="-617154">
              <a:off x="575967" y="402323"/>
              <a:ext cx="1053440" cy="2450002"/>
              <a:chOff x="3817855" y="1437512"/>
              <a:chExt cx="541146" cy="1128254"/>
            </a:xfrm>
          </p:grpSpPr>
          <p:sp>
            <p:nvSpPr>
              <p:cNvPr id="505" name="Google Shape;505;p3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 name="Google Shape;507;p36"/>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08" name="Google Shape;508;p36"/>
          <p:cNvCxnSpPr/>
          <p:nvPr/>
        </p:nvCxnSpPr>
        <p:spPr>
          <a:xfrm>
            <a:off x="481667" y="4824600"/>
            <a:ext cx="1133400" cy="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1">
    <p:bg>
      <p:bgPr>
        <a:solidFill>
          <a:schemeClr val="accent2"/>
        </a:solidFill>
      </p:bgPr>
    </p:bg>
    <p:spTree>
      <p:nvGrpSpPr>
        <p:cNvPr id="509" name="Shape 509"/>
        <p:cNvGrpSpPr/>
        <p:nvPr/>
      </p:nvGrpSpPr>
      <p:grpSpPr>
        <a:xfrm>
          <a:off x="0" y="0"/>
          <a:ext cx="0" cy="0"/>
          <a:chOff x="0" y="0"/>
          <a:chExt cx="0" cy="0"/>
        </a:xfrm>
      </p:grpSpPr>
      <p:grpSp>
        <p:nvGrpSpPr>
          <p:cNvPr id="510" name="Google Shape;510;p37"/>
          <p:cNvGrpSpPr/>
          <p:nvPr/>
        </p:nvGrpSpPr>
        <p:grpSpPr>
          <a:xfrm flipH="1" rot="10800000">
            <a:off x="319043" y="283350"/>
            <a:ext cx="8505900" cy="4576800"/>
            <a:chOff x="319043" y="283350"/>
            <a:chExt cx="8505900" cy="4576800"/>
          </a:xfrm>
        </p:grpSpPr>
        <p:sp>
          <p:nvSpPr>
            <p:cNvPr id="511" name="Google Shape;511;p37"/>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7"/>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7"/>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37"/>
          <p:cNvGrpSpPr/>
          <p:nvPr/>
        </p:nvGrpSpPr>
        <p:grpSpPr>
          <a:xfrm flipH="1">
            <a:off x="5880236" y="299000"/>
            <a:ext cx="2221064" cy="1202094"/>
            <a:chOff x="1289186" y="298550"/>
            <a:chExt cx="2221064" cy="1202094"/>
          </a:xfrm>
        </p:grpSpPr>
        <p:sp>
          <p:nvSpPr>
            <p:cNvPr id="516" name="Google Shape;516;p37"/>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37"/>
          <p:cNvGrpSpPr/>
          <p:nvPr/>
        </p:nvGrpSpPr>
        <p:grpSpPr>
          <a:xfrm>
            <a:off x="4281415" y="375214"/>
            <a:ext cx="581170" cy="125403"/>
            <a:chOff x="4685288" y="186288"/>
            <a:chExt cx="419375" cy="90485"/>
          </a:xfrm>
        </p:grpSpPr>
        <p:sp>
          <p:nvSpPr>
            <p:cNvPr id="519" name="Google Shape;519;p3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37"/>
            <p:cNvGrpSpPr/>
            <p:nvPr/>
          </p:nvGrpSpPr>
          <p:grpSpPr>
            <a:xfrm>
              <a:off x="4685288" y="186300"/>
              <a:ext cx="419375" cy="90473"/>
              <a:chOff x="4390000" y="182175"/>
              <a:chExt cx="419375" cy="90473"/>
            </a:xfrm>
          </p:grpSpPr>
          <p:sp>
            <p:nvSpPr>
              <p:cNvPr id="521" name="Google Shape;521;p3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3" name="Google Shape;523;p37"/>
          <p:cNvSpPr txBox="1"/>
          <p:nvPr>
            <p:ph type="title"/>
          </p:nvPr>
        </p:nvSpPr>
        <p:spPr>
          <a:xfrm>
            <a:off x="2135550" y="1379600"/>
            <a:ext cx="4872900" cy="1601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96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24" name="Google Shape;524;p37"/>
          <p:cNvSpPr txBox="1"/>
          <p:nvPr>
            <p:ph idx="1" type="subTitle"/>
          </p:nvPr>
        </p:nvSpPr>
        <p:spPr>
          <a:xfrm>
            <a:off x="2135550" y="2963000"/>
            <a:ext cx="4872900" cy="80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_1">
    <p:spTree>
      <p:nvGrpSpPr>
        <p:cNvPr id="525" name="Shape 525"/>
        <p:cNvGrpSpPr/>
        <p:nvPr/>
      </p:nvGrpSpPr>
      <p:grpSpPr>
        <a:xfrm>
          <a:off x="0" y="0"/>
          <a:ext cx="0" cy="0"/>
          <a:chOff x="0" y="0"/>
          <a:chExt cx="0" cy="0"/>
        </a:xfrm>
      </p:grpSpPr>
      <p:grpSp>
        <p:nvGrpSpPr>
          <p:cNvPr id="526" name="Google Shape;526;p38"/>
          <p:cNvGrpSpPr/>
          <p:nvPr/>
        </p:nvGrpSpPr>
        <p:grpSpPr>
          <a:xfrm flipH="1">
            <a:off x="-9513" y="-6"/>
            <a:ext cx="9177947" cy="5143519"/>
            <a:chOff x="-9513" y="-6"/>
            <a:chExt cx="9177947" cy="5143519"/>
          </a:xfrm>
        </p:grpSpPr>
        <p:sp>
          <p:nvSpPr>
            <p:cNvPr id="527" name="Google Shape;527;p38"/>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8"/>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8"/>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8"/>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8"/>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38"/>
          <p:cNvGrpSpPr/>
          <p:nvPr/>
        </p:nvGrpSpPr>
        <p:grpSpPr>
          <a:xfrm flipH="1">
            <a:off x="4296335" y="75177"/>
            <a:ext cx="581170" cy="125403"/>
            <a:chOff x="4685288" y="186288"/>
            <a:chExt cx="419375" cy="90485"/>
          </a:xfrm>
        </p:grpSpPr>
        <p:sp>
          <p:nvSpPr>
            <p:cNvPr id="535" name="Google Shape;535;p3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6" name="Google Shape;536;p38"/>
            <p:cNvGrpSpPr/>
            <p:nvPr/>
          </p:nvGrpSpPr>
          <p:grpSpPr>
            <a:xfrm>
              <a:off x="4685288" y="186300"/>
              <a:ext cx="419375" cy="90473"/>
              <a:chOff x="4390000" y="182175"/>
              <a:chExt cx="419375" cy="90473"/>
            </a:xfrm>
          </p:grpSpPr>
          <p:sp>
            <p:nvSpPr>
              <p:cNvPr id="537" name="Google Shape;537;p3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9" name="Google Shape;539;p38"/>
          <p:cNvSpPr txBox="1"/>
          <p:nvPr>
            <p:ph type="title"/>
          </p:nvPr>
        </p:nvSpPr>
        <p:spPr>
          <a:xfrm>
            <a:off x="2724150" y="1291488"/>
            <a:ext cx="3695700" cy="693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4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40" name="Google Shape;540;p38"/>
          <p:cNvSpPr txBox="1"/>
          <p:nvPr>
            <p:ph idx="1" type="subTitle"/>
          </p:nvPr>
        </p:nvSpPr>
        <p:spPr>
          <a:xfrm>
            <a:off x="2724150" y="2042113"/>
            <a:ext cx="3695700" cy="18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1_1_1">
    <p:bg>
      <p:bgPr>
        <a:solidFill>
          <a:schemeClr val="accent2"/>
        </a:solidFill>
      </p:bgPr>
    </p:bg>
    <p:spTree>
      <p:nvGrpSpPr>
        <p:cNvPr id="541" name="Shape 541"/>
        <p:cNvGrpSpPr/>
        <p:nvPr/>
      </p:nvGrpSpPr>
      <p:grpSpPr>
        <a:xfrm>
          <a:off x="0" y="0"/>
          <a:ext cx="0" cy="0"/>
          <a:chOff x="0" y="0"/>
          <a:chExt cx="0" cy="0"/>
        </a:xfrm>
      </p:grpSpPr>
      <p:sp>
        <p:nvSpPr>
          <p:cNvPr id="542" name="Google Shape;542;p39"/>
          <p:cNvSpPr txBox="1"/>
          <p:nvPr>
            <p:ph idx="1" type="body"/>
          </p:nvPr>
        </p:nvSpPr>
        <p:spPr>
          <a:xfrm>
            <a:off x="720000" y="1157450"/>
            <a:ext cx="4090200" cy="26166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SzPts val="1000"/>
              <a:buChar char="●"/>
              <a:defRPr sz="1600">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543" name="Google Shape;543;p39"/>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7">
    <p:bg>
      <p:bgPr>
        <a:solidFill>
          <a:schemeClr val="accent2"/>
        </a:solidFill>
      </p:bgPr>
    </p:bg>
    <p:spTree>
      <p:nvGrpSpPr>
        <p:cNvPr id="544" name="Shape 544"/>
        <p:cNvGrpSpPr/>
        <p:nvPr/>
      </p:nvGrpSpPr>
      <p:grpSpPr>
        <a:xfrm>
          <a:off x="0" y="0"/>
          <a:ext cx="0" cy="0"/>
          <a:chOff x="0" y="0"/>
          <a:chExt cx="0" cy="0"/>
        </a:xfrm>
      </p:grpSpPr>
      <p:sp>
        <p:nvSpPr>
          <p:cNvPr id="545" name="Google Shape;545;p40"/>
          <p:cNvSpPr txBox="1"/>
          <p:nvPr>
            <p:ph type="title"/>
          </p:nvPr>
        </p:nvSpPr>
        <p:spPr>
          <a:xfrm>
            <a:off x="708175" y="982950"/>
            <a:ext cx="3309000" cy="1868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6" name="Google Shape;546;p40"/>
          <p:cNvSpPr txBox="1"/>
          <p:nvPr>
            <p:ph idx="1" type="subTitle"/>
          </p:nvPr>
        </p:nvSpPr>
        <p:spPr>
          <a:xfrm>
            <a:off x="708175" y="3155850"/>
            <a:ext cx="33090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7_1">
    <p:bg>
      <p:bgPr>
        <a:solidFill>
          <a:schemeClr val="accent2"/>
        </a:solidFill>
      </p:bgPr>
    </p:bg>
    <p:spTree>
      <p:nvGrpSpPr>
        <p:cNvPr id="547" name="Shape 547"/>
        <p:cNvGrpSpPr/>
        <p:nvPr/>
      </p:nvGrpSpPr>
      <p:grpSpPr>
        <a:xfrm>
          <a:off x="0" y="0"/>
          <a:ext cx="0" cy="0"/>
          <a:chOff x="0" y="0"/>
          <a:chExt cx="0" cy="0"/>
        </a:xfrm>
      </p:grpSpPr>
      <p:sp>
        <p:nvSpPr>
          <p:cNvPr id="548" name="Google Shape;548;p41"/>
          <p:cNvSpPr txBox="1"/>
          <p:nvPr>
            <p:ph type="title"/>
          </p:nvPr>
        </p:nvSpPr>
        <p:spPr>
          <a:xfrm>
            <a:off x="720892" y="1507738"/>
            <a:ext cx="3079800" cy="1004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9" name="Google Shape;549;p41"/>
          <p:cNvSpPr txBox="1"/>
          <p:nvPr>
            <p:ph idx="1" type="subTitle"/>
          </p:nvPr>
        </p:nvSpPr>
        <p:spPr>
          <a:xfrm>
            <a:off x="720892" y="2631063"/>
            <a:ext cx="3079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50" name="Google Shape;550;p41"/>
          <p:cNvGrpSpPr/>
          <p:nvPr/>
        </p:nvGrpSpPr>
        <p:grpSpPr>
          <a:xfrm rot="5270711">
            <a:off x="1420376" y="-554645"/>
            <a:ext cx="1385941" cy="2705273"/>
            <a:chOff x="409722" y="228600"/>
            <a:chExt cx="1385931" cy="2705253"/>
          </a:xfrm>
        </p:grpSpPr>
        <p:grpSp>
          <p:nvGrpSpPr>
            <p:cNvPr id="551" name="Google Shape;551;p41"/>
            <p:cNvGrpSpPr/>
            <p:nvPr/>
          </p:nvGrpSpPr>
          <p:grpSpPr>
            <a:xfrm flipH="1" rot="-617154">
              <a:off x="575967" y="402323"/>
              <a:ext cx="1053440" cy="2450002"/>
              <a:chOff x="3817855" y="1437512"/>
              <a:chExt cx="541146" cy="1128254"/>
            </a:xfrm>
          </p:grpSpPr>
          <p:sp>
            <p:nvSpPr>
              <p:cNvPr id="552" name="Google Shape;552;p4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4" name="Google Shape;554;p41"/>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_1_1">
    <p:bg>
      <p:bgPr>
        <a:solidFill>
          <a:schemeClr val="accent2"/>
        </a:solidFill>
      </p:bgPr>
    </p:bg>
    <p:spTree>
      <p:nvGrpSpPr>
        <p:cNvPr id="555" name="Shape 555"/>
        <p:cNvGrpSpPr/>
        <p:nvPr/>
      </p:nvGrpSpPr>
      <p:grpSpPr>
        <a:xfrm>
          <a:off x="0" y="0"/>
          <a:ext cx="0" cy="0"/>
          <a:chOff x="0" y="0"/>
          <a:chExt cx="0" cy="0"/>
        </a:xfrm>
      </p:grpSpPr>
      <p:sp>
        <p:nvSpPr>
          <p:cNvPr id="556" name="Google Shape;556;p42"/>
          <p:cNvSpPr txBox="1"/>
          <p:nvPr>
            <p:ph type="title"/>
          </p:nvPr>
        </p:nvSpPr>
        <p:spPr>
          <a:xfrm>
            <a:off x="4590700" y="1502321"/>
            <a:ext cx="2042100" cy="942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7" name="Google Shape;557;p42"/>
          <p:cNvSpPr txBox="1"/>
          <p:nvPr>
            <p:ph idx="1" type="subTitle"/>
          </p:nvPr>
        </p:nvSpPr>
        <p:spPr>
          <a:xfrm>
            <a:off x="4590692" y="2636479"/>
            <a:ext cx="30816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58" name="Google Shape;558;p42"/>
          <p:cNvGrpSpPr/>
          <p:nvPr/>
        </p:nvGrpSpPr>
        <p:grpSpPr>
          <a:xfrm flipH="1">
            <a:off x="7293739" y="564591"/>
            <a:ext cx="1385931" cy="2705253"/>
            <a:chOff x="409722" y="228600"/>
            <a:chExt cx="1385931" cy="2705253"/>
          </a:xfrm>
        </p:grpSpPr>
        <p:grpSp>
          <p:nvGrpSpPr>
            <p:cNvPr id="559" name="Google Shape;559;p42"/>
            <p:cNvGrpSpPr/>
            <p:nvPr/>
          </p:nvGrpSpPr>
          <p:grpSpPr>
            <a:xfrm flipH="1" rot="-617154">
              <a:off x="575967" y="402323"/>
              <a:ext cx="1053440" cy="2450002"/>
              <a:chOff x="3817855" y="1437512"/>
              <a:chExt cx="541146" cy="1128254"/>
            </a:xfrm>
          </p:grpSpPr>
          <p:sp>
            <p:nvSpPr>
              <p:cNvPr id="560" name="Google Shape;560;p42"/>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2"/>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2" name="Google Shape;562;p42"/>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7_1_1_1">
    <p:bg>
      <p:bgPr>
        <a:solidFill>
          <a:schemeClr val="accent2"/>
        </a:solidFill>
      </p:bgPr>
    </p:bg>
    <p:spTree>
      <p:nvGrpSpPr>
        <p:cNvPr id="563" name="Shape 563"/>
        <p:cNvGrpSpPr/>
        <p:nvPr/>
      </p:nvGrpSpPr>
      <p:grpSpPr>
        <a:xfrm>
          <a:off x="0" y="0"/>
          <a:ext cx="0" cy="0"/>
          <a:chOff x="0" y="0"/>
          <a:chExt cx="0" cy="0"/>
        </a:xfrm>
      </p:grpSpPr>
      <p:sp>
        <p:nvSpPr>
          <p:cNvPr id="564" name="Google Shape;564;p43"/>
          <p:cNvSpPr txBox="1"/>
          <p:nvPr>
            <p:ph idx="1" type="subTitle"/>
          </p:nvPr>
        </p:nvSpPr>
        <p:spPr>
          <a:xfrm>
            <a:off x="1576350" y="4171950"/>
            <a:ext cx="5991300" cy="414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65" name="Google Shape;565;p43"/>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66" name="Google Shape;566;p43"/>
          <p:cNvGrpSpPr/>
          <p:nvPr/>
        </p:nvGrpSpPr>
        <p:grpSpPr>
          <a:xfrm rot="10670711">
            <a:off x="7293742" y="564593"/>
            <a:ext cx="1385941" cy="2705273"/>
            <a:chOff x="409722" y="228600"/>
            <a:chExt cx="1385931" cy="2705253"/>
          </a:xfrm>
        </p:grpSpPr>
        <p:grpSp>
          <p:nvGrpSpPr>
            <p:cNvPr id="567" name="Google Shape;567;p43"/>
            <p:cNvGrpSpPr/>
            <p:nvPr/>
          </p:nvGrpSpPr>
          <p:grpSpPr>
            <a:xfrm flipH="1" rot="-617154">
              <a:off x="575967" y="402323"/>
              <a:ext cx="1053440" cy="2450002"/>
              <a:chOff x="3817855" y="1437512"/>
              <a:chExt cx="541146" cy="1128254"/>
            </a:xfrm>
          </p:grpSpPr>
          <p:sp>
            <p:nvSpPr>
              <p:cNvPr id="568" name="Google Shape;568;p4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43"/>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43"/>
          <p:cNvGrpSpPr/>
          <p:nvPr/>
        </p:nvGrpSpPr>
        <p:grpSpPr>
          <a:xfrm rot="-129289">
            <a:off x="464317" y="1717068"/>
            <a:ext cx="1385941" cy="2705273"/>
            <a:chOff x="409722" y="228600"/>
            <a:chExt cx="1385931" cy="2705253"/>
          </a:xfrm>
        </p:grpSpPr>
        <p:grpSp>
          <p:nvGrpSpPr>
            <p:cNvPr id="572" name="Google Shape;572;p43"/>
            <p:cNvGrpSpPr/>
            <p:nvPr/>
          </p:nvGrpSpPr>
          <p:grpSpPr>
            <a:xfrm flipH="1" rot="-617154">
              <a:off x="575967" y="402323"/>
              <a:ext cx="1053440" cy="2450002"/>
              <a:chOff x="3817855" y="1437512"/>
              <a:chExt cx="541146" cy="1128254"/>
            </a:xfrm>
          </p:grpSpPr>
          <p:sp>
            <p:nvSpPr>
              <p:cNvPr id="573" name="Google Shape;573;p4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 name="Google Shape;575;p43"/>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17_1_1_1_2">
    <p:bg>
      <p:bgPr>
        <a:solidFill>
          <a:schemeClr val="accent2"/>
        </a:solidFill>
      </p:bgPr>
    </p:bg>
    <p:spTree>
      <p:nvGrpSpPr>
        <p:cNvPr id="576" name="Shape 576"/>
        <p:cNvGrpSpPr/>
        <p:nvPr/>
      </p:nvGrpSpPr>
      <p:grpSpPr>
        <a:xfrm>
          <a:off x="0" y="0"/>
          <a:ext cx="0" cy="0"/>
          <a:chOff x="0" y="0"/>
          <a:chExt cx="0" cy="0"/>
        </a:xfrm>
      </p:grpSpPr>
      <p:cxnSp>
        <p:nvCxnSpPr>
          <p:cNvPr id="577" name="Google Shape;577;p44"/>
          <p:cNvCxnSpPr/>
          <p:nvPr/>
        </p:nvCxnSpPr>
        <p:spPr>
          <a:xfrm rot="10800000">
            <a:off x="-123825" y="4171950"/>
            <a:ext cx="5791200" cy="0"/>
          </a:xfrm>
          <a:prstGeom prst="straightConnector1">
            <a:avLst/>
          </a:prstGeom>
          <a:noFill/>
          <a:ln cap="flat" cmpd="sng" w="28575">
            <a:solidFill>
              <a:schemeClr val="accent5"/>
            </a:solidFill>
            <a:prstDash val="solid"/>
            <a:round/>
            <a:headEnd len="med" w="med" type="none"/>
            <a:tailEnd len="med" w="med" type="none"/>
          </a:ln>
        </p:spPr>
      </p:cxnSp>
      <p:sp>
        <p:nvSpPr>
          <p:cNvPr id="578" name="Google Shape;578;p44"/>
          <p:cNvSpPr txBox="1"/>
          <p:nvPr>
            <p:ph idx="1" type="subTitle"/>
          </p:nvPr>
        </p:nvSpPr>
        <p:spPr>
          <a:xfrm>
            <a:off x="5302455" y="2342755"/>
            <a:ext cx="2995200" cy="127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79" name="Google Shape;579;p44"/>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80" name="Google Shape;580;p44"/>
          <p:cNvGrpSpPr/>
          <p:nvPr/>
        </p:nvGrpSpPr>
        <p:grpSpPr>
          <a:xfrm>
            <a:off x="185862" y="2971418"/>
            <a:ext cx="898624" cy="1399943"/>
            <a:chOff x="1029350" y="2586825"/>
            <a:chExt cx="1127225" cy="1756075"/>
          </a:xfrm>
        </p:grpSpPr>
        <p:sp>
          <p:nvSpPr>
            <p:cNvPr id="581" name="Google Shape;581;p44"/>
            <p:cNvSpPr/>
            <p:nvPr/>
          </p:nvSpPr>
          <p:spPr>
            <a:xfrm>
              <a:off x="1293025" y="2586825"/>
              <a:ext cx="608900" cy="818625"/>
            </a:xfrm>
            <a:custGeom>
              <a:rect b="b" l="l" r="r" t="t"/>
              <a:pathLst>
                <a:path extrusionOk="0" h="32745" w="24356">
                  <a:moveTo>
                    <a:pt x="12925" y="0"/>
                  </a:moveTo>
                  <a:cubicBezTo>
                    <a:pt x="6916" y="0"/>
                    <a:pt x="1600" y="6659"/>
                    <a:pt x="816" y="15331"/>
                  </a:cubicBezTo>
                  <a:cubicBezTo>
                    <a:pt x="1" y="24385"/>
                    <a:pt x="4437" y="32126"/>
                    <a:pt x="10730" y="32715"/>
                  </a:cubicBezTo>
                  <a:cubicBezTo>
                    <a:pt x="10961" y="32735"/>
                    <a:pt x="11192" y="32745"/>
                    <a:pt x="11422" y="32745"/>
                  </a:cubicBezTo>
                  <a:cubicBezTo>
                    <a:pt x="17396" y="32745"/>
                    <a:pt x="22756" y="26043"/>
                    <a:pt x="23541" y="17368"/>
                  </a:cubicBezTo>
                  <a:cubicBezTo>
                    <a:pt x="24356" y="8360"/>
                    <a:pt x="19919" y="574"/>
                    <a:pt x="13627" y="30"/>
                  </a:cubicBezTo>
                  <a:cubicBezTo>
                    <a:pt x="13392" y="10"/>
                    <a:pt x="13158" y="0"/>
                    <a:pt x="12925" y="0"/>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4"/>
            <p:cNvSpPr/>
            <p:nvPr/>
          </p:nvSpPr>
          <p:spPr>
            <a:xfrm>
              <a:off x="1484300" y="2596625"/>
              <a:ext cx="267100" cy="817125"/>
            </a:xfrm>
            <a:custGeom>
              <a:rect b="b" l="l" r="r" t="t"/>
              <a:pathLst>
                <a:path extrusionOk="0" h="32685" w="10684">
                  <a:moveTo>
                    <a:pt x="5931" y="1"/>
                  </a:moveTo>
                  <a:lnTo>
                    <a:pt x="4256" y="18742"/>
                  </a:lnTo>
                  <a:lnTo>
                    <a:pt x="408" y="12133"/>
                  </a:lnTo>
                  <a:lnTo>
                    <a:pt x="0" y="12585"/>
                  </a:lnTo>
                  <a:lnTo>
                    <a:pt x="4165" y="19783"/>
                  </a:lnTo>
                  <a:lnTo>
                    <a:pt x="3033" y="32639"/>
                  </a:lnTo>
                  <a:lnTo>
                    <a:pt x="3577" y="32685"/>
                  </a:lnTo>
                  <a:lnTo>
                    <a:pt x="4165" y="26121"/>
                  </a:lnTo>
                  <a:lnTo>
                    <a:pt x="4301" y="26302"/>
                  </a:lnTo>
                  <a:lnTo>
                    <a:pt x="10684" y="19285"/>
                  </a:lnTo>
                  <a:lnTo>
                    <a:pt x="10367" y="18742"/>
                  </a:lnTo>
                  <a:lnTo>
                    <a:pt x="4210" y="25442"/>
                  </a:lnTo>
                  <a:lnTo>
                    <a:pt x="4708" y="19964"/>
                  </a:lnTo>
                  <a:lnTo>
                    <a:pt x="4889" y="19783"/>
                  </a:lnTo>
                  <a:lnTo>
                    <a:pt x="4754" y="19557"/>
                  </a:lnTo>
                  <a:lnTo>
                    <a:pt x="6474" y="46"/>
                  </a:lnTo>
                  <a:lnTo>
                    <a:pt x="5931"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4"/>
            <p:cNvSpPr/>
            <p:nvPr/>
          </p:nvSpPr>
          <p:spPr>
            <a:xfrm>
              <a:off x="1089325" y="3411475"/>
              <a:ext cx="1067250" cy="931425"/>
            </a:xfrm>
            <a:custGeom>
              <a:rect b="b" l="l" r="r" t="t"/>
              <a:pathLst>
                <a:path extrusionOk="0" h="37257" w="42690">
                  <a:moveTo>
                    <a:pt x="21367" y="0"/>
                  </a:moveTo>
                  <a:cubicBezTo>
                    <a:pt x="9552" y="0"/>
                    <a:pt x="1" y="8330"/>
                    <a:pt x="1" y="18606"/>
                  </a:cubicBezTo>
                  <a:cubicBezTo>
                    <a:pt x="1" y="28882"/>
                    <a:pt x="9552" y="37257"/>
                    <a:pt x="21367" y="37257"/>
                  </a:cubicBezTo>
                  <a:cubicBezTo>
                    <a:pt x="33137" y="37257"/>
                    <a:pt x="42689" y="28882"/>
                    <a:pt x="42689" y="18606"/>
                  </a:cubicBezTo>
                  <a:cubicBezTo>
                    <a:pt x="42689" y="8330"/>
                    <a:pt x="33137" y="0"/>
                    <a:pt x="21367"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4"/>
            <p:cNvSpPr/>
            <p:nvPr/>
          </p:nvSpPr>
          <p:spPr>
            <a:xfrm>
              <a:off x="1316800" y="3456725"/>
              <a:ext cx="613425" cy="363325"/>
            </a:xfrm>
            <a:custGeom>
              <a:rect b="b" l="l" r="r" t="t"/>
              <a:pathLst>
                <a:path extrusionOk="0" h="14533" w="24537">
                  <a:moveTo>
                    <a:pt x="12268" y="1"/>
                  </a:moveTo>
                  <a:cubicBezTo>
                    <a:pt x="5478" y="1"/>
                    <a:pt x="1" y="3260"/>
                    <a:pt x="1" y="7289"/>
                  </a:cubicBezTo>
                  <a:cubicBezTo>
                    <a:pt x="1" y="11273"/>
                    <a:pt x="5478" y="14532"/>
                    <a:pt x="12268" y="14532"/>
                  </a:cubicBezTo>
                  <a:cubicBezTo>
                    <a:pt x="19014" y="14532"/>
                    <a:pt x="24536" y="11273"/>
                    <a:pt x="24536" y="7289"/>
                  </a:cubicBezTo>
                  <a:cubicBezTo>
                    <a:pt x="24536" y="3260"/>
                    <a:pt x="19014" y="1"/>
                    <a:pt x="12268" y="1"/>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4"/>
            <p:cNvSpPr/>
            <p:nvPr/>
          </p:nvSpPr>
          <p:spPr>
            <a:xfrm>
              <a:off x="1029350" y="2977250"/>
              <a:ext cx="720925" cy="764525"/>
            </a:xfrm>
            <a:custGeom>
              <a:rect b="b" l="l" r="r" t="t"/>
              <a:pathLst>
                <a:path extrusionOk="0" h="30581" w="28837">
                  <a:moveTo>
                    <a:pt x="10477" y="0"/>
                  </a:moveTo>
                  <a:cubicBezTo>
                    <a:pt x="8956" y="0"/>
                    <a:pt x="7502" y="359"/>
                    <a:pt x="6202" y="1118"/>
                  </a:cubicBezTo>
                  <a:cubicBezTo>
                    <a:pt x="725" y="4286"/>
                    <a:pt x="0" y="13204"/>
                    <a:pt x="4572" y="21036"/>
                  </a:cubicBezTo>
                  <a:cubicBezTo>
                    <a:pt x="8010" y="26983"/>
                    <a:pt x="13509" y="30580"/>
                    <a:pt x="18335" y="30580"/>
                  </a:cubicBezTo>
                  <a:cubicBezTo>
                    <a:pt x="19865" y="30580"/>
                    <a:pt x="21327" y="30219"/>
                    <a:pt x="22635" y="29456"/>
                  </a:cubicBezTo>
                  <a:cubicBezTo>
                    <a:pt x="28112" y="26332"/>
                    <a:pt x="28837" y="17414"/>
                    <a:pt x="24310" y="9583"/>
                  </a:cubicBezTo>
                  <a:cubicBezTo>
                    <a:pt x="20832" y="3626"/>
                    <a:pt x="15311" y="0"/>
                    <a:pt x="10477" y="0"/>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4"/>
            <p:cNvSpPr/>
            <p:nvPr/>
          </p:nvSpPr>
          <p:spPr>
            <a:xfrm>
              <a:off x="1188925" y="3006300"/>
              <a:ext cx="423275" cy="715275"/>
            </a:xfrm>
            <a:custGeom>
              <a:rect b="b" l="l" r="r" t="t"/>
              <a:pathLst>
                <a:path extrusionOk="0" h="28611" w="16931">
                  <a:moveTo>
                    <a:pt x="453" y="1"/>
                  </a:moveTo>
                  <a:lnTo>
                    <a:pt x="0" y="272"/>
                  </a:lnTo>
                  <a:lnTo>
                    <a:pt x="9461" y="16569"/>
                  </a:lnTo>
                  <a:lnTo>
                    <a:pt x="2490" y="13355"/>
                  </a:lnTo>
                  <a:lnTo>
                    <a:pt x="2399" y="13989"/>
                  </a:lnTo>
                  <a:lnTo>
                    <a:pt x="10005" y="17475"/>
                  </a:lnTo>
                  <a:lnTo>
                    <a:pt x="16478" y="28611"/>
                  </a:lnTo>
                  <a:lnTo>
                    <a:pt x="16931" y="28339"/>
                  </a:lnTo>
                  <a:lnTo>
                    <a:pt x="13626" y="22635"/>
                  </a:lnTo>
                  <a:lnTo>
                    <a:pt x="13807" y="22726"/>
                  </a:lnTo>
                  <a:lnTo>
                    <a:pt x="14984" y="13265"/>
                  </a:lnTo>
                  <a:lnTo>
                    <a:pt x="14396" y="13038"/>
                  </a:lnTo>
                  <a:lnTo>
                    <a:pt x="13264" y="22047"/>
                  </a:lnTo>
                  <a:lnTo>
                    <a:pt x="10503" y="17294"/>
                  </a:lnTo>
                  <a:lnTo>
                    <a:pt x="10548" y="17067"/>
                  </a:lnTo>
                  <a:lnTo>
                    <a:pt x="10322" y="16931"/>
                  </a:lnTo>
                  <a:lnTo>
                    <a:pt x="453"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4"/>
            <p:cNvSpPr/>
            <p:nvPr/>
          </p:nvSpPr>
          <p:spPr>
            <a:xfrm>
              <a:off x="1497875" y="2904700"/>
              <a:ext cx="607775" cy="817750"/>
            </a:xfrm>
            <a:custGeom>
              <a:rect b="b" l="l" r="r" t="t"/>
              <a:pathLst>
                <a:path extrusionOk="0" h="32710" w="24311">
                  <a:moveTo>
                    <a:pt x="12875" y="1"/>
                  </a:moveTo>
                  <a:cubicBezTo>
                    <a:pt x="6883" y="1"/>
                    <a:pt x="1552" y="6688"/>
                    <a:pt x="770" y="15337"/>
                  </a:cubicBezTo>
                  <a:cubicBezTo>
                    <a:pt x="1" y="24345"/>
                    <a:pt x="4437" y="32132"/>
                    <a:pt x="10684" y="32675"/>
                  </a:cubicBezTo>
                  <a:cubicBezTo>
                    <a:pt x="10936" y="32698"/>
                    <a:pt x="11186" y="32710"/>
                    <a:pt x="11436" y="32710"/>
                  </a:cubicBezTo>
                  <a:cubicBezTo>
                    <a:pt x="17428" y="32710"/>
                    <a:pt x="22756" y="26022"/>
                    <a:pt x="23495" y="17374"/>
                  </a:cubicBezTo>
                  <a:cubicBezTo>
                    <a:pt x="24310" y="8365"/>
                    <a:pt x="19874" y="579"/>
                    <a:pt x="13627" y="36"/>
                  </a:cubicBezTo>
                  <a:cubicBezTo>
                    <a:pt x="13375" y="12"/>
                    <a:pt x="13124" y="1"/>
                    <a:pt x="12875" y="1"/>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4"/>
            <p:cNvSpPr/>
            <p:nvPr/>
          </p:nvSpPr>
          <p:spPr>
            <a:xfrm>
              <a:off x="1688000" y="2913500"/>
              <a:ext cx="268250" cy="818275"/>
            </a:xfrm>
            <a:custGeom>
              <a:rect b="b" l="l" r="r" t="t"/>
              <a:pathLst>
                <a:path extrusionOk="0" h="32731" w="10730">
                  <a:moveTo>
                    <a:pt x="5976" y="1"/>
                  </a:moveTo>
                  <a:lnTo>
                    <a:pt x="4301" y="18787"/>
                  </a:lnTo>
                  <a:lnTo>
                    <a:pt x="453" y="12178"/>
                  </a:lnTo>
                  <a:lnTo>
                    <a:pt x="1" y="12631"/>
                  </a:lnTo>
                  <a:lnTo>
                    <a:pt x="4211" y="19829"/>
                  </a:lnTo>
                  <a:lnTo>
                    <a:pt x="3034" y="32685"/>
                  </a:lnTo>
                  <a:lnTo>
                    <a:pt x="3577" y="32730"/>
                  </a:lnTo>
                  <a:lnTo>
                    <a:pt x="4166" y="26121"/>
                  </a:lnTo>
                  <a:lnTo>
                    <a:pt x="4301" y="26347"/>
                  </a:lnTo>
                  <a:lnTo>
                    <a:pt x="10730" y="19285"/>
                  </a:lnTo>
                  <a:lnTo>
                    <a:pt x="10367" y="18787"/>
                  </a:lnTo>
                  <a:lnTo>
                    <a:pt x="4256" y="25487"/>
                  </a:lnTo>
                  <a:lnTo>
                    <a:pt x="4754" y="20010"/>
                  </a:lnTo>
                  <a:lnTo>
                    <a:pt x="4890" y="19829"/>
                  </a:lnTo>
                  <a:lnTo>
                    <a:pt x="4754" y="19602"/>
                  </a:lnTo>
                  <a:lnTo>
                    <a:pt x="6520" y="91"/>
                  </a:lnTo>
                  <a:lnTo>
                    <a:pt x="5976"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 name="Google Shape;589;p44"/>
          <p:cNvGrpSpPr/>
          <p:nvPr/>
        </p:nvGrpSpPr>
        <p:grpSpPr>
          <a:xfrm flipH="1" rot="4339236">
            <a:off x="6871105" y="3057801"/>
            <a:ext cx="1385973" cy="2705337"/>
            <a:chOff x="409722" y="228600"/>
            <a:chExt cx="1385931" cy="2705253"/>
          </a:xfrm>
        </p:grpSpPr>
        <p:grpSp>
          <p:nvGrpSpPr>
            <p:cNvPr id="590" name="Google Shape;590;p44"/>
            <p:cNvGrpSpPr/>
            <p:nvPr/>
          </p:nvGrpSpPr>
          <p:grpSpPr>
            <a:xfrm flipH="1" rot="-617154">
              <a:off x="575967" y="402323"/>
              <a:ext cx="1053440" cy="2450002"/>
              <a:chOff x="3817855" y="1437512"/>
              <a:chExt cx="541146" cy="1128254"/>
            </a:xfrm>
          </p:grpSpPr>
          <p:sp>
            <p:nvSpPr>
              <p:cNvPr id="591" name="Google Shape;591;p4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 name="Google Shape;593;p44"/>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17_1_1_1_1">
    <p:bg>
      <p:bgPr>
        <a:solidFill>
          <a:schemeClr val="accent1"/>
        </a:solidFill>
      </p:bgPr>
    </p:bg>
    <p:spTree>
      <p:nvGrpSpPr>
        <p:cNvPr id="594" name="Shape 594"/>
        <p:cNvGrpSpPr/>
        <p:nvPr/>
      </p:nvGrpSpPr>
      <p:grpSpPr>
        <a:xfrm>
          <a:off x="0" y="0"/>
          <a:ext cx="0" cy="0"/>
          <a:chOff x="0" y="0"/>
          <a:chExt cx="0" cy="0"/>
        </a:xfrm>
      </p:grpSpPr>
      <p:grpSp>
        <p:nvGrpSpPr>
          <p:cNvPr id="595" name="Google Shape;595;p45"/>
          <p:cNvGrpSpPr/>
          <p:nvPr/>
        </p:nvGrpSpPr>
        <p:grpSpPr>
          <a:xfrm>
            <a:off x="4281415" y="75177"/>
            <a:ext cx="581170" cy="125403"/>
            <a:chOff x="4685288" y="186288"/>
            <a:chExt cx="419375" cy="90485"/>
          </a:xfrm>
        </p:grpSpPr>
        <p:sp>
          <p:nvSpPr>
            <p:cNvPr id="596" name="Google Shape;596;p4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7" name="Google Shape;597;p45"/>
            <p:cNvGrpSpPr/>
            <p:nvPr/>
          </p:nvGrpSpPr>
          <p:grpSpPr>
            <a:xfrm>
              <a:off x="4685288" y="186300"/>
              <a:ext cx="419375" cy="90473"/>
              <a:chOff x="4390000" y="182175"/>
              <a:chExt cx="419375" cy="90473"/>
            </a:xfrm>
          </p:grpSpPr>
          <p:sp>
            <p:nvSpPr>
              <p:cNvPr id="598" name="Google Shape;598;p4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00" name="Google Shape;600;p45"/>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5"/>
          <p:cNvSpPr/>
          <p:nvPr/>
        </p:nvSpPr>
        <p:spPr>
          <a:xfrm>
            <a:off x="7132742" y="-24296"/>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5"/>
          <p:cNvSpPr/>
          <p:nvPr/>
        </p:nvSpPr>
        <p:spPr>
          <a:xfrm flipH="1">
            <a:off x="-9513" y="40239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5"/>
          <p:cNvSpPr/>
          <p:nvPr/>
        </p:nvSpPr>
        <p:spPr>
          <a:xfrm>
            <a:off x="7972352" y="1356826"/>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5"/>
          <p:cNvSpPr txBox="1"/>
          <p:nvPr>
            <p:ph type="title"/>
          </p:nvPr>
        </p:nvSpPr>
        <p:spPr>
          <a:xfrm>
            <a:off x="713163" y="3265075"/>
            <a:ext cx="7709100" cy="55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5" name="Google Shape;605;p45"/>
          <p:cNvSpPr txBox="1"/>
          <p:nvPr>
            <p:ph idx="1" type="subTitle"/>
          </p:nvPr>
        </p:nvSpPr>
        <p:spPr>
          <a:xfrm>
            <a:off x="713163" y="3877750"/>
            <a:ext cx="7709100" cy="55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3">
    <p:bg>
      <p:bgPr>
        <a:solidFill>
          <a:schemeClr val="accent2"/>
        </a:solidFill>
      </p:bgPr>
    </p:bg>
    <p:spTree>
      <p:nvGrpSpPr>
        <p:cNvPr id="606" name="Shape 606"/>
        <p:cNvGrpSpPr/>
        <p:nvPr/>
      </p:nvGrpSpPr>
      <p:grpSpPr>
        <a:xfrm>
          <a:off x="0" y="0"/>
          <a:ext cx="0" cy="0"/>
          <a:chOff x="0" y="0"/>
          <a:chExt cx="0" cy="0"/>
        </a:xfrm>
      </p:grpSpPr>
      <p:sp>
        <p:nvSpPr>
          <p:cNvPr id="607" name="Google Shape;607;p46"/>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6"/>
          <p:cNvSpPr/>
          <p:nvPr/>
        </p:nvSpPr>
        <p:spPr>
          <a:xfrm flipH="1" rot="10800000">
            <a:off x="4671500" y="576000"/>
            <a:ext cx="3807600" cy="19005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6"/>
          <p:cNvSpPr/>
          <p:nvPr/>
        </p:nvSpPr>
        <p:spPr>
          <a:xfrm flipH="1" rot="10800000">
            <a:off x="4671500" y="2667000"/>
            <a:ext cx="3807600" cy="1895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6"/>
          <p:cNvSpPr/>
          <p:nvPr/>
        </p:nvSpPr>
        <p:spPr>
          <a:xfrm flipH="1" rot="10800000">
            <a:off x="661175" y="576000"/>
            <a:ext cx="3807600" cy="3986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1" name="Google Shape;611;p46"/>
          <p:cNvGrpSpPr/>
          <p:nvPr/>
        </p:nvGrpSpPr>
        <p:grpSpPr>
          <a:xfrm>
            <a:off x="648492" y="562303"/>
            <a:ext cx="1664885" cy="1737662"/>
            <a:chOff x="674764" y="590653"/>
            <a:chExt cx="1664885" cy="1737662"/>
          </a:xfrm>
        </p:grpSpPr>
        <p:sp>
          <p:nvSpPr>
            <p:cNvPr id="612" name="Google Shape;612;p46"/>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6"/>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6"/>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46"/>
          <p:cNvGrpSpPr/>
          <p:nvPr/>
        </p:nvGrpSpPr>
        <p:grpSpPr>
          <a:xfrm flipH="1" rot="10800000">
            <a:off x="6688203" y="2649749"/>
            <a:ext cx="1805174" cy="1083810"/>
            <a:chOff x="6659628" y="3464137"/>
            <a:chExt cx="1805174" cy="1083810"/>
          </a:xfrm>
        </p:grpSpPr>
        <p:sp>
          <p:nvSpPr>
            <p:cNvPr id="616" name="Google Shape;616;p46"/>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6"/>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 name="Google Shape;618;p46"/>
          <p:cNvGrpSpPr/>
          <p:nvPr/>
        </p:nvGrpSpPr>
        <p:grpSpPr>
          <a:xfrm flipH="1" rot="10800000">
            <a:off x="6688203" y="559012"/>
            <a:ext cx="1805174" cy="1083810"/>
            <a:chOff x="6659628" y="3464137"/>
            <a:chExt cx="1805174" cy="1083810"/>
          </a:xfrm>
        </p:grpSpPr>
        <p:sp>
          <p:nvSpPr>
            <p:cNvPr id="619" name="Google Shape;619;p46"/>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6"/>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46"/>
          <p:cNvGrpSpPr/>
          <p:nvPr/>
        </p:nvGrpSpPr>
        <p:grpSpPr>
          <a:xfrm rot="10800000">
            <a:off x="2817889" y="2836934"/>
            <a:ext cx="1664885" cy="1737662"/>
            <a:chOff x="674764" y="590653"/>
            <a:chExt cx="1664885" cy="1737662"/>
          </a:xfrm>
        </p:grpSpPr>
        <p:sp>
          <p:nvSpPr>
            <p:cNvPr id="622" name="Google Shape;622;p46"/>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6"/>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6"/>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5" name="Google Shape;625;p46"/>
          <p:cNvSpPr txBox="1"/>
          <p:nvPr>
            <p:ph type="title"/>
          </p:nvPr>
        </p:nvSpPr>
        <p:spPr>
          <a:xfrm>
            <a:off x="1256775" y="1958850"/>
            <a:ext cx="2610900" cy="1225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26" name="Google Shape;626;p46"/>
          <p:cNvSpPr txBox="1"/>
          <p:nvPr>
            <p:ph idx="2" type="title"/>
          </p:nvPr>
        </p:nvSpPr>
        <p:spPr>
          <a:xfrm>
            <a:off x="4895850" y="2893326"/>
            <a:ext cx="3314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27" name="Google Shape;627;p46"/>
          <p:cNvSpPr txBox="1"/>
          <p:nvPr>
            <p:ph idx="1" type="subTitle"/>
          </p:nvPr>
        </p:nvSpPr>
        <p:spPr>
          <a:xfrm>
            <a:off x="4895850" y="3409216"/>
            <a:ext cx="3314700" cy="960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28" name="Google Shape;628;p46"/>
          <p:cNvSpPr txBox="1"/>
          <p:nvPr>
            <p:ph idx="3" type="title"/>
          </p:nvPr>
        </p:nvSpPr>
        <p:spPr>
          <a:xfrm>
            <a:off x="4895850" y="774284"/>
            <a:ext cx="3314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29" name="Google Shape;629;p46"/>
          <p:cNvSpPr txBox="1"/>
          <p:nvPr>
            <p:ph idx="4" type="subTitle"/>
          </p:nvPr>
        </p:nvSpPr>
        <p:spPr>
          <a:xfrm>
            <a:off x="4895850" y="1292608"/>
            <a:ext cx="3314700" cy="956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grpSp>
        <p:nvGrpSpPr>
          <p:cNvPr id="630" name="Google Shape;630;p46"/>
          <p:cNvGrpSpPr/>
          <p:nvPr/>
        </p:nvGrpSpPr>
        <p:grpSpPr>
          <a:xfrm>
            <a:off x="4281415" y="375214"/>
            <a:ext cx="581170" cy="125403"/>
            <a:chOff x="4685288" y="186288"/>
            <a:chExt cx="419375" cy="90485"/>
          </a:xfrm>
        </p:grpSpPr>
        <p:sp>
          <p:nvSpPr>
            <p:cNvPr id="631" name="Google Shape;631;p4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2" name="Google Shape;632;p46"/>
            <p:cNvGrpSpPr/>
            <p:nvPr/>
          </p:nvGrpSpPr>
          <p:grpSpPr>
            <a:xfrm>
              <a:off x="4685288" y="186300"/>
              <a:ext cx="419375" cy="90473"/>
              <a:chOff x="4390000" y="182175"/>
              <a:chExt cx="419375" cy="90473"/>
            </a:xfrm>
          </p:grpSpPr>
          <p:sp>
            <p:nvSpPr>
              <p:cNvPr id="633" name="Google Shape;633;p4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3_1">
    <p:spTree>
      <p:nvGrpSpPr>
        <p:cNvPr id="635" name="Shape 635"/>
        <p:cNvGrpSpPr/>
        <p:nvPr/>
      </p:nvGrpSpPr>
      <p:grpSpPr>
        <a:xfrm>
          <a:off x="0" y="0"/>
          <a:ext cx="0" cy="0"/>
          <a:chOff x="0" y="0"/>
          <a:chExt cx="0" cy="0"/>
        </a:xfrm>
      </p:grpSpPr>
      <p:sp>
        <p:nvSpPr>
          <p:cNvPr id="636" name="Google Shape;636;p47"/>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7"/>
          <p:cNvSpPr/>
          <p:nvPr/>
        </p:nvSpPr>
        <p:spPr>
          <a:xfrm rot="10800000">
            <a:off x="413925"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7"/>
          <p:cNvSpPr/>
          <p:nvPr/>
        </p:nvSpPr>
        <p:spPr>
          <a:xfrm rot="10800000">
            <a:off x="1481819" y="4205878"/>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7"/>
          <p:cNvSpPr/>
          <p:nvPr/>
        </p:nvSpPr>
        <p:spPr>
          <a:xfrm rot="10800000">
            <a:off x="6750722"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7"/>
          <p:cNvSpPr/>
          <p:nvPr/>
        </p:nvSpPr>
        <p:spPr>
          <a:xfrm>
            <a:off x="8024650"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7"/>
          <p:cNvSpPr/>
          <p:nvPr/>
        </p:nvSpPr>
        <p:spPr>
          <a:xfrm>
            <a:off x="8024650"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7"/>
          <p:cNvSpPr/>
          <p:nvPr/>
        </p:nvSpPr>
        <p:spPr>
          <a:xfrm rot="10800000">
            <a:off x="-9513" y="2627673"/>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3" name="Google Shape;643;p47"/>
          <p:cNvGrpSpPr/>
          <p:nvPr/>
        </p:nvGrpSpPr>
        <p:grpSpPr>
          <a:xfrm>
            <a:off x="4281415" y="75177"/>
            <a:ext cx="581170" cy="125403"/>
            <a:chOff x="4685288" y="186288"/>
            <a:chExt cx="419375" cy="90485"/>
          </a:xfrm>
        </p:grpSpPr>
        <p:sp>
          <p:nvSpPr>
            <p:cNvPr id="644" name="Google Shape;644;p4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5" name="Google Shape;645;p47"/>
            <p:cNvGrpSpPr/>
            <p:nvPr/>
          </p:nvGrpSpPr>
          <p:grpSpPr>
            <a:xfrm>
              <a:off x="4685288" y="186300"/>
              <a:ext cx="419375" cy="90473"/>
              <a:chOff x="4390000" y="182175"/>
              <a:chExt cx="419375" cy="90473"/>
            </a:xfrm>
          </p:grpSpPr>
          <p:sp>
            <p:nvSpPr>
              <p:cNvPr id="646" name="Google Shape;646;p4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8" name="Google Shape;648;p47"/>
          <p:cNvSpPr txBox="1"/>
          <p:nvPr>
            <p:ph idx="1" type="body"/>
          </p:nvPr>
        </p:nvSpPr>
        <p:spPr>
          <a:xfrm>
            <a:off x="1465050" y="1915549"/>
            <a:ext cx="2708700" cy="2389800"/>
          </a:xfrm>
          <a:prstGeom prst="rect">
            <a:avLst/>
          </a:prstGeom>
        </p:spPr>
        <p:txBody>
          <a:bodyPr anchorCtr="0" anchor="t" bIns="91425" lIns="91425" spcFirstLastPara="1" rIns="91425" wrap="square" tIns="91425">
            <a:noAutofit/>
          </a:bodyPr>
          <a:lstStyle>
            <a:lvl1pPr indent="-330200" lvl="0" marL="457200" rtl="0">
              <a:lnSpc>
                <a:spcPct val="100000"/>
              </a:lnSpc>
              <a:spcBef>
                <a:spcPts val="10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30200" lvl="5" marL="2743200" rtl="0">
              <a:spcBef>
                <a:spcPts val="1600"/>
              </a:spcBef>
              <a:spcAft>
                <a:spcPts val="0"/>
              </a:spcAft>
              <a:buSzPts val="1600"/>
              <a:buChar char="■"/>
              <a:defRPr sz="1600"/>
            </a:lvl6pPr>
            <a:lvl7pPr indent="-330200" lvl="6" marL="3200400" rtl="0">
              <a:spcBef>
                <a:spcPts val="1600"/>
              </a:spcBef>
              <a:spcAft>
                <a:spcPts val="0"/>
              </a:spcAft>
              <a:buSzPts val="1600"/>
              <a:buChar char="●"/>
              <a:defRPr sz="1600"/>
            </a:lvl7pPr>
            <a:lvl8pPr indent="-330200" lvl="7" marL="3657600" rtl="0">
              <a:spcBef>
                <a:spcPts val="1600"/>
              </a:spcBef>
              <a:spcAft>
                <a:spcPts val="0"/>
              </a:spcAft>
              <a:buSzPts val="1600"/>
              <a:buChar char="○"/>
              <a:defRPr sz="1600"/>
            </a:lvl8pPr>
            <a:lvl9pPr indent="-330200" lvl="8" marL="4114800" rtl="0">
              <a:spcBef>
                <a:spcPts val="1600"/>
              </a:spcBef>
              <a:spcAft>
                <a:spcPts val="1600"/>
              </a:spcAft>
              <a:buSzPts val="1600"/>
              <a:buChar char="■"/>
              <a:defRPr sz="1600"/>
            </a:lvl9pPr>
          </a:lstStyle>
          <a:p/>
        </p:txBody>
      </p:sp>
      <p:sp>
        <p:nvSpPr>
          <p:cNvPr id="649" name="Google Shape;649;p47"/>
          <p:cNvSpPr txBox="1"/>
          <p:nvPr>
            <p:ph type="title"/>
          </p:nvPr>
        </p:nvSpPr>
        <p:spPr>
          <a:xfrm>
            <a:off x="1465050" y="1507375"/>
            <a:ext cx="2708700" cy="42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b="1" sz="1800">
                <a:solidFill>
                  <a:schemeClr val="accent5"/>
                </a:solidFill>
              </a:defRPr>
            </a:lvl2pPr>
            <a:lvl3pPr lvl="2" rtl="0">
              <a:spcBef>
                <a:spcPts val="0"/>
              </a:spcBef>
              <a:spcAft>
                <a:spcPts val="0"/>
              </a:spcAft>
              <a:buClr>
                <a:schemeClr val="accent5"/>
              </a:buClr>
              <a:buSzPts val="1800"/>
              <a:buNone/>
              <a:defRPr b="1" sz="1800">
                <a:solidFill>
                  <a:schemeClr val="accent5"/>
                </a:solidFill>
              </a:defRPr>
            </a:lvl3pPr>
            <a:lvl4pPr lvl="3" rtl="0">
              <a:spcBef>
                <a:spcPts val="0"/>
              </a:spcBef>
              <a:spcAft>
                <a:spcPts val="0"/>
              </a:spcAft>
              <a:buClr>
                <a:schemeClr val="accent5"/>
              </a:buClr>
              <a:buSzPts val="1800"/>
              <a:buNone/>
              <a:defRPr b="1" sz="1800">
                <a:solidFill>
                  <a:schemeClr val="accent5"/>
                </a:solidFill>
              </a:defRPr>
            </a:lvl4pPr>
            <a:lvl5pPr lvl="4" rtl="0">
              <a:spcBef>
                <a:spcPts val="0"/>
              </a:spcBef>
              <a:spcAft>
                <a:spcPts val="0"/>
              </a:spcAft>
              <a:buClr>
                <a:schemeClr val="accent5"/>
              </a:buClr>
              <a:buSzPts val="1800"/>
              <a:buNone/>
              <a:defRPr b="1" sz="1800">
                <a:solidFill>
                  <a:schemeClr val="accent5"/>
                </a:solidFill>
              </a:defRPr>
            </a:lvl5pPr>
            <a:lvl6pPr lvl="5" rtl="0">
              <a:spcBef>
                <a:spcPts val="0"/>
              </a:spcBef>
              <a:spcAft>
                <a:spcPts val="0"/>
              </a:spcAft>
              <a:buClr>
                <a:schemeClr val="accent5"/>
              </a:buClr>
              <a:buSzPts val="1800"/>
              <a:buNone/>
              <a:defRPr b="1" sz="1800">
                <a:solidFill>
                  <a:schemeClr val="accent5"/>
                </a:solidFill>
              </a:defRPr>
            </a:lvl6pPr>
            <a:lvl7pPr lvl="6" rtl="0">
              <a:spcBef>
                <a:spcPts val="0"/>
              </a:spcBef>
              <a:spcAft>
                <a:spcPts val="0"/>
              </a:spcAft>
              <a:buClr>
                <a:schemeClr val="accent5"/>
              </a:buClr>
              <a:buSzPts val="1800"/>
              <a:buNone/>
              <a:defRPr b="1" sz="1800">
                <a:solidFill>
                  <a:schemeClr val="accent5"/>
                </a:solidFill>
              </a:defRPr>
            </a:lvl7pPr>
            <a:lvl8pPr lvl="7" rtl="0">
              <a:spcBef>
                <a:spcPts val="0"/>
              </a:spcBef>
              <a:spcAft>
                <a:spcPts val="0"/>
              </a:spcAft>
              <a:buClr>
                <a:schemeClr val="accent5"/>
              </a:buClr>
              <a:buSzPts val="1800"/>
              <a:buNone/>
              <a:defRPr b="1" sz="1800">
                <a:solidFill>
                  <a:schemeClr val="accent5"/>
                </a:solidFill>
              </a:defRPr>
            </a:lvl8pPr>
            <a:lvl9pPr lvl="8" rtl="0">
              <a:spcBef>
                <a:spcPts val="0"/>
              </a:spcBef>
              <a:spcAft>
                <a:spcPts val="0"/>
              </a:spcAft>
              <a:buClr>
                <a:schemeClr val="accent5"/>
              </a:buClr>
              <a:buSzPts val="1800"/>
              <a:buNone/>
              <a:defRPr b="1" sz="1800">
                <a:solidFill>
                  <a:schemeClr val="accent5"/>
                </a:solidFill>
              </a:defRPr>
            </a:lvl9pPr>
          </a:lstStyle>
          <a:p/>
        </p:txBody>
      </p:sp>
      <p:sp>
        <p:nvSpPr>
          <p:cNvPr id="650" name="Google Shape;650;p47"/>
          <p:cNvSpPr txBox="1"/>
          <p:nvPr>
            <p:ph idx="2" type="body"/>
          </p:nvPr>
        </p:nvSpPr>
        <p:spPr>
          <a:xfrm>
            <a:off x="4970251" y="1915549"/>
            <a:ext cx="2708700" cy="2389800"/>
          </a:xfrm>
          <a:prstGeom prst="rect">
            <a:avLst/>
          </a:prstGeom>
        </p:spPr>
        <p:txBody>
          <a:bodyPr anchorCtr="0" anchor="t" bIns="91425" lIns="91425" spcFirstLastPara="1" rIns="91425" wrap="square" tIns="91425">
            <a:noAutofit/>
          </a:bodyPr>
          <a:lstStyle>
            <a:lvl1pPr indent="-330200" lvl="0" marL="457200" rtl="0">
              <a:lnSpc>
                <a:spcPct val="100000"/>
              </a:lnSpc>
              <a:spcBef>
                <a:spcPts val="10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30200" lvl="5" marL="2743200" rtl="0">
              <a:spcBef>
                <a:spcPts val="1600"/>
              </a:spcBef>
              <a:spcAft>
                <a:spcPts val="0"/>
              </a:spcAft>
              <a:buSzPts val="1600"/>
              <a:buChar char="■"/>
              <a:defRPr sz="1600"/>
            </a:lvl6pPr>
            <a:lvl7pPr indent="-330200" lvl="6" marL="3200400" rtl="0">
              <a:spcBef>
                <a:spcPts val="1600"/>
              </a:spcBef>
              <a:spcAft>
                <a:spcPts val="0"/>
              </a:spcAft>
              <a:buSzPts val="1600"/>
              <a:buChar char="●"/>
              <a:defRPr sz="1600"/>
            </a:lvl7pPr>
            <a:lvl8pPr indent="-330200" lvl="7" marL="3657600" rtl="0">
              <a:spcBef>
                <a:spcPts val="1600"/>
              </a:spcBef>
              <a:spcAft>
                <a:spcPts val="0"/>
              </a:spcAft>
              <a:buSzPts val="1600"/>
              <a:buChar char="○"/>
              <a:defRPr sz="1600"/>
            </a:lvl8pPr>
            <a:lvl9pPr indent="-330200" lvl="8" marL="4114800" rtl="0">
              <a:spcBef>
                <a:spcPts val="1600"/>
              </a:spcBef>
              <a:spcAft>
                <a:spcPts val="1600"/>
              </a:spcAft>
              <a:buSzPts val="1600"/>
              <a:buChar char="■"/>
              <a:defRPr sz="1600"/>
            </a:lvl9pPr>
          </a:lstStyle>
          <a:p/>
        </p:txBody>
      </p:sp>
      <p:sp>
        <p:nvSpPr>
          <p:cNvPr id="651" name="Google Shape;651;p47"/>
          <p:cNvSpPr txBox="1"/>
          <p:nvPr>
            <p:ph idx="3" type="title"/>
          </p:nvPr>
        </p:nvSpPr>
        <p:spPr>
          <a:xfrm>
            <a:off x="4970250" y="1507375"/>
            <a:ext cx="2708700" cy="42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b="1" sz="1800">
                <a:solidFill>
                  <a:schemeClr val="accent5"/>
                </a:solidFill>
              </a:defRPr>
            </a:lvl2pPr>
            <a:lvl3pPr lvl="2" rtl="0">
              <a:spcBef>
                <a:spcPts val="0"/>
              </a:spcBef>
              <a:spcAft>
                <a:spcPts val="0"/>
              </a:spcAft>
              <a:buClr>
                <a:schemeClr val="accent5"/>
              </a:buClr>
              <a:buSzPts val="1800"/>
              <a:buNone/>
              <a:defRPr b="1" sz="1800">
                <a:solidFill>
                  <a:schemeClr val="accent5"/>
                </a:solidFill>
              </a:defRPr>
            </a:lvl3pPr>
            <a:lvl4pPr lvl="3" rtl="0">
              <a:spcBef>
                <a:spcPts val="0"/>
              </a:spcBef>
              <a:spcAft>
                <a:spcPts val="0"/>
              </a:spcAft>
              <a:buClr>
                <a:schemeClr val="accent5"/>
              </a:buClr>
              <a:buSzPts val="1800"/>
              <a:buNone/>
              <a:defRPr b="1" sz="1800">
                <a:solidFill>
                  <a:schemeClr val="accent5"/>
                </a:solidFill>
              </a:defRPr>
            </a:lvl4pPr>
            <a:lvl5pPr lvl="4" rtl="0">
              <a:spcBef>
                <a:spcPts val="0"/>
              </a:spcBef>
              <a:spcAft>
                <a:spcPts val="0"/>
              </a:spcAft>
              <a:buClr>
                <a:schemeClr val="accent5"/>
              </a:buClr>
              <a:buSzPts val="1800"/>
              <a:buNone/>
              <a:defRPr b="1" sz="1800">
                <a:solidFill>
                  <a:schemeClr val="accent5"/>
                </a:solidFill>
              </a:defRPr>
            </a:lvl5pPr>
            <a:lvl6pPr lvl="5" rtl="0">
              <a:spcBef>
                <a:spcPts val="0"/>
              </a:spcBef>
              <a:spcAft>
                <a:spcPts val="0"/>
              </a:spcAft>
              <a:buClr>
                <a:schemeClr val="accent5"/>
              </a:buClr>
              <a:buSzPts val="1800"/>
              <a:buNone/>
              <a:defRPr b="1" sz="1800">
                <a:solidFill>
                  <a:schemeClr val="accent5"/>
                </a:solidFill>
              </a:defRPr>
            </a:lvl6pPr>
            <a:lvl7pPr lvl="6" rtl="0">
              <a:spcBef>
                <a:spcPts val="0"/>
              </a:spcBef>
              <a:spcAft>
                <a:spcPts val="0"/>
              </a:spcAft>
              <a:buClr>
                <a:schemeClr val="accent5"/>
              </a:buClr>
              <a:buSzPts val="1800"/>
              <a:buNone/>
              <a:defRPr b="1" sz="1800">
                <a:solidFill>
                  <a:schemeClr val="accent5"/>
                </a:solidFill>
              </a:defRPr>
            </a:lvl7pPr>
            <a:lvl8pPr lvl="7" rtl="0">
              <a:spcBef>
                <a:spcPts val="0"/>
              </a:spcBef>
              <a:spcAft>
                <a:spcPts val="0"/>
              </a:spcAft>
              <a:buClr>
                <a:schemeClr val="accent5"/>
              </a:buClr>
              <a:buSzPts val="1800"/>
              <a:buNone/>
              <a:defRPr b="1" sz="1800">
                <a:solidFill>
                  <a:schemeClr val="accent5"/>
                </a:solidFill>
              </a:defRPr>
            </a:lvl8pPr>
            <a:lvl9pPr lvl="8" rtl="0">
              <a:spcBef>
                <a:spcPts val="0"/>
              </a:spcBef>
              <a:spcAft>
                <a:spcPts val="0"/>
              </a:spcAft>
              <a:buClr>
                <a:schemeClr val="accent5"/>
              </a:buClr>
              <a:buSzPts val="1800"/>
              <a:buNone/>
              <a:defRPr b="1" sz="1800">
                <a:solidFill>
                  <a:schemeClr val="accent5"/>
                </a:solidFill>
              </a:defRPr>
            </a:lvl9pPr>
          </a:lstStyle>
          <a:p/>
        </p:txBody>
      </p:sp>
      <p:sp>
        <p:nvSpPr>
          <p:cNvPr id="652" name="Google Shape;652;p47"/>
          <p:cNvSpPr txBox="1"/>
          <p:nvPr>
            <p:ph idx="4"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9">
    <p:bg>
      <p:bgPr>
        <a:solidFill>
          <a:schemeClr val="accent2"/>
        </a:solidFill>
      </p:bgPr>
    </p:bg>
    <p:spTree>
      <p:nvGrpSpPr>
        <p:cNvPr id="653" name="Shape 653"/>
        <p:cNvGrpSpPr/>
        <p:nvPr/>
      </p:nvGrpSpPr>
      <p:grpSpPr>
        <a:xfrm>
          <a:off x="0" y="0"/>
          <a:ext cx="0" cy="0"/>
          <a:chOff x="0" y="0"/>
          <a:chExt cx="0" cy="0"/>
        </a:xfrm>
      </p:grpSpPr>
      <p:grpSp>
        <p:nvGrpSpPr>
          <p:cNvPr id="654" name="Google Shape;654;p48"/>
          <p:cNvGrpSpPr/>
          <p:nvPr/>
        </p:nvGrpSpPr>
        <p:grpSpPr>
          <a:xfrm flipH="1">
            <a:off x="-449238" y="1854311"/>
            <a:ext cx="1628818" cy="3133826"/>
            <a:chOff x="1801099" y="1658647"/>
            <a:chExt cx="720652" cy="1386465"/>
          </a:xfrm>
        </p:grpSpPr>
        <p:sp>
          <p:nvSpPr>
            <p:cNvPr id="655" name="Google Shape;655;p48"/>
            <p:cNvSpPr/>
            <p:nvPr/>
          </p:nvSpPr>
          <p:spPr>
            <a:xfrm>
              <a:off x="1801099" y="3002886"/>
              <a:ext cx="720652" cy="17"/>
            </a:xfrm>
            <a:custGeom>
              <a:rect b="b" l="l" r="r" t="t"/>
              <a:pathLst>
                <a:path extrusionOk="0" fill="none" h="1" w="43224">
                  <a:moveTo>
                    <a:pt x="1" y="1"/>
                  </a:moveTo>
                  <a:lnTo>
                    <a:pt x="43223" y="1"/>
                  </a:ln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8"/>
            <p:cNvSpPr/>
            <p:nvPr/>
          </p:nvSpPr>
          <p:spPr>
            <a:xfrm>
              <a:off x="2012001" y="2361972"/>
              <a:ext cx="451541" cy="683139"/>
            </a:xfrm>
            <a:custGeom>
              <a:rect b="b" l="l" r="r" t="t"/>
              <a:pathLst>
                <a:path extrusionOk="0" h="40974" w="27083">
                  <a:moveTo>
                    <a:pt x="4408" y="0"/>
                  </a:moveTo>
                  <a:cubicBezTo>
                    <a:pt x="4408" y="0"/>
                    <a:pt x="0" y="5928"/>
                    <a:pt x="0" y="15107"/>
                  </a:cubicBezTo>
                  <a:cubicBezTo>
                    <a:pt x="0" y="23983"/>
                    <a:pt x="6566" y="36475"/>
                    <a:pt x="8086" y="40974"/>
                  </a:cubicBezTo>
                  <a:lnTo>
                    <a:pt x="18998" y="40974"/>
                  </a:lnTo>
                  <a:cubicBezTo>
                    <a:pt x="19514" y="39484"/>
                    <a:pt x="20548" y="37113"/>
                    <a:pt x="21733" y="34317"/>
                  </a:cubicBezTo>
                  <a:cubicBezTo>
                    <a:pt x="24135" y="28603"/>
                    <a:pt x="27083" y="21065"/>
                    <a:pt x="27083" y="15107"/>
                  </a:cubicBezTo>
                  <a:cubicBezTo>
                    <a:pt x="27083" y="5897"/>
                    <a:pt x="22676" y="0"/>
                    <a:pt x="22676"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8"/>
            <p:cNvSpPr/>
            <p:nvPr/>
          </p:nvSpPr>
          <p:spPr>
            <a:xfrm>
              <a:off x="2222249" y="2499054"/>
              <a:ext cx="240217" cy="539722"/>
            </a:xfrm>
            <a:custGeom>
              <a:rect b="b" l="l" r="r" t="t"/>
              <a:pathLst>
                <a:path extrusionOk="0" h="32372" w="14408">
                  <a:moveTo>
                    <a:pt x="13648" y="0"/>
                  </a:moveTo>
                  <a:lnTo>
                    <a:pt x="13648" y="0"/>
                  </a:lnTo>
                  <a:cubicBezTo>
                    <a:pt x="14043" y="3192"/>
                    <a:pt x="13861" y="6444"/>
                    <a:pt x="13162" y="9605"/>
                  </a:cubicBezTo>
                  <a:cubicBezTo>
                    <a:pt x="11855" y="15411"/>
                    <a:pt x="7295" y="22159"/>
                    <a:pt x="3709" y="27174"/>
                  </a:cubicBezTo>
                  <a:cubicBezTo>
                    <a:pt x="2219" y="29271"/>
                    <a:pt x="882" y="31065"/>
                    <a:pt x="0" y="32372"/>
                  </a:cubicBezTo>
                  <a:lnTo>
                    <a:pt x="6323" y="32372"/>
                  </a:lnTo>
                  <a:cubicBezTo>
                    <a:pt x="6839" y="30882"/>
                    <a:pt x="7873" y="28511"/>
                    <a:pt x="9058" y="25715"/>
                  </a:cubicBezTo>
                  <a:cubicBezTo>
                    <a:pt x="11460" y="20001"/>
                    <a:pt x="14408" y="12463"/>
                    <a:pt x="14408" y="6505"/>
                  </a:cubicBezTo>
                  <a:cubicBezTo>
                    <a:pt x="14408" y="4286"/>
                    <a:pt x="14165" y="2128"/>
                    <a:pt x="136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8"/>
            <p:cNvSpPr/>
            <p:nvPr/>
          </p:nvSpPr>
          <p:spPr>
            <a:xfrm>
              <a:off x="2085986" y="2295589"/>
              <a:ext cx="304073" cy="96817"/>
            </a:xfrm>
            <a:custGeom>
              <a:rect b="b" l="l" r="r" t="t"/>
              <a:pathLst>
                <a:path extrusionOk="0" h="5807" w="18238">
                  <a:moveTo>
                    <a:pt x="0" y="1"/>
                  </a:moveTo>
                  <a:lnTo>
                    <a:pt x="0" y="4013"/>
                  </a:lnTo>
                  <a:cubicBezTo>
                    <a:pt x="0" y="4985"/>
                    <a:pt x="4073" y="5806"/>
                    <a:pt x="9119" y="5806"/>
                  </a:cubicBezTo>
                  <a:cubicBezTo>
                    <a:pt x="14134" y="5806"/>
                    <a:pt x="18238" y="4985"/>
                    <a:pt x="18238" y="4013"/>
                  </a:cubicBezTo>
                  <a:lnTo>
                    <a:pt x="18238" y="1"/>
                  </a:lnTo>
                  <a:close/>
                </a:path>
              </a:pathLst>
            </a:custGeom>
            <a:solidFill>
              <a:schemeClr val="accent1"/>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8"/>
            <p:cNvSpPr/>
            <p:nvPr/>
          </p:nvSpPr>
          <p:spPr>
            <a:xfrm>
              <a:off x="2085469" y="2265182"/>
              <a:ext cx="304590" cy="60321"/>
            </a:xfrm>
            <a:custGeom>
              <a:rect b="b" l="l" r="r" t="t"/>
              <a:pathLst>
                <a:path extrusionOk="0" h="3618" w="18269">
                  <a:moveTo>
                    <a:pt x="9119" y="1"/>
                  </a:moveTo>
                  <a:cubicBezTo>
                    <a:pt x="4074" y="1"/>
                    <a:pt x="1" y="822"/>
                    <a:pt x="1" y="1825"/>
                  </a:cubicBezTo>
                  <a:cubicBezTo>
                    <a:pt x="1" y="2828"/>
                    <a:pt x="4074" y="3618"/>
                    <a:pt x="9119" y="3618"/>
                  </a:cubicBezTo>
                  <a:cubicBezTo>
                    <a:pt x="14165" y="3618"/>
                    <a:pt x="18269" y="2828"/>
                    <a:pt x="18269" y="1825"/>
                  </a:cubicBezTo>
                  <a:cubicBezTo>
                    <a:pt x="18269" y="822"/>
                    <a:pt x="14165" y="1"/>
                    <a:pt x="9119" y="1"/>
                  </a:cubicBezTo>
                  <a:close/>
                </a:path>
              </a:pathLst>
            </a:custGeom>
            <a:solidFill>
              <a:schemeClr val="accent6"/>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8"/>
            <p:cNvSpPr/>
            <p:nvPr/>
          </p:nvSpPr>
          <p:spPr>
            <a:xfrm>
              <a:off x="2106758" y="2273800"/>
              <a:ext cx="261508" cy="40564"/>
            </a:xfrm>
            <a:custGeom>
              <a:rect b="b" l="l" r="r" t="t"/>
              <a:pathLst>
                <a:path extrusionOk="0" h="2433" w="15685">
                  <a:moveTo>
                    <a:pt x="7842" y="1"/>
                  </a:moveTo>
                  <a:cubicBezTo>
                    <a:pt x="3526" y="1"/>
                    <a:pt x="0" y="578"/>
                    <a:pt x="0" y="1308"/>
                  </a:cubicBezTo>
                  <a:cubicBezTo>
                    <a:pt x="0" y="2037"/>
                    <a:pt x="3526" y="2432"/>
                    <a:pt x="7842" y="2432"/>
                  </a:cubicBezTo>
                  <a:cubicBezTo>
                    <a:pt x="12189" y="2432"/>
                    <a:pt x="15685" y="2037"/>
                    <a:pt x="15685" y="1308"/>
                  </a:cubicBezTo>
                  <a:cubicBezTo>
                    <a:pt x="15685" y="578"/>
                    <a:pt x="12189" y="1"/>
                    <a:pt x="784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8"/>
            <p:cNvSpPr/>
            <p:nvPr/>
          </p:nvSpPr>
          <p:spPr>
            <a:xfrm>
              <a:off x="2085469" y="1852212"/>
              <a:ext cx="117091" cy="458644"/>
            </a:xfrm>
            <a:custGeom>
              <a:rect b="b" l="l" r="r" t="t"/>
              <a:pathLst>
                <a:path extrusionOk="0" fill="none" h="27509" w="7023">
                  <a:moveTo>
                    <a:pt x="1" y="0"/>
                  </a:moveTo>
                  <a:cubicBezTo>
                    <a:pt x="1" y="0"/>
                    <a:pt x="5958" y="12767"/>
                    <a:pt x="7022" y="27508"/>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8"/>
            <p:cNvSpPr/>
            <p:nvPr/>
          </p:nvSpPr>
          <p:spPr>
            <a:xfrm>
              <a:off x="2114860" y="2133949"/>
              <a:ext cx="70975" cy="46133"/>
            </a:xfrm>
            <a:custGeom>
              <a:rect b="b" l="l" r="r" t="t"/>
              <a:pathLst>
                <a:path extrusionOk="0" fill="none" h="2767" w="4257">
                  <a:moveTo>
                    <a:pt x="1" y="0"/>
                  </a:moveTo>
                  <a:lnTo>
                    <a:pt x="4256" y="2766"/>
                  </a:ln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8"/>
            <p:cNvSpPr/>
            <p:nvPr/>
          </p:nvSpPr>
          <p:spPr>
            <a:xfrm>
              <a:off x="2099656" y="2119245"/>
              <a:ext cx="30427" cy="29927"/>
            </a:xfrm>
            <a:custGeom>
              <a:rect b="b" l="l" r="r" t="t"/>
              <a:pathLst>
                <a:path extrusionOk="0" h="1795" w="1825">
                  <a:moveTo>
                    <a:pt x="913" y="1"/>
                  </a:moveTo>
                  <a:cubicBezTo>
                    <a:pt x="396" y="1"/>
                    <a:pt x="1" y="396"/>
                    <a:pt x="1" y="882"/>
                  </a:cubicBezTo>
                  <a:cubicBezTo>
                    <a:pt x="1" y="1399"/>
                    <a:pt x="396" y="1794"/>
                    <a:pt x="913" y="1794"/>
                  </a:cubicBezTo>
                  <a:cubicBezTo>
                    <a:pt x="1399" y="1794"/>
                    <a:pt x="1825" y="1399"/>
                    <a:pt x="1825" y="882"/>
                  </a:cubicBezTo>
                  <a:cubicBezTo>
                    <a:pt x="1825" y="396"/>
                    <a:pt x="1399" y="1"/>
                    <a:pt x="913"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8"/>
            <p:cNvSpPr/>
            <p:nvPr/>
          </p:nvSpPr>
          <p:spPr>
            <a:xfrm>
              <a:off x="2091554" y="2176510"/>
              <a:ext cx="73492" cy="131279"/>
            </a:xfrm>
            <a:custGeom>
              <a:rect b="b" l="l" r="r" t="t"/>
              <a:pathLst>
                <a:path extrusionOk="0" fill="none" h="7874" w="4408">
                  <a:moveTo>
                    <a:pt x="0" y="1"/>
                  </a:moveTo>
                  <a:cubicBezTo>
                    <a:pt x="0" y="1"/>
                    <a:pt x="3162" y="4864"/>
                    <a:pt x="4408" y="7873"/>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8"/>
            <p:cNvSpPr/>
            <p:nvPr/>
          </p:nvSpPr>
          <p:spPr>
            <a:xfrm>
              <a:off x="2039358" y="2206400"/>
              <a:ext cx="94283" cy="39547"/>
            </a:xfrm>
            <a:custGeom>
              <a:rect b="b" l="l" r="r" t="t"/>
              <a:pathLst>
                <a:path extrusionOk="0" fill="none" h="2372" w="5655">
                  <a:moveTo>
                    <a:pt x="1" y="1"/>
                  </a:moveTo>
                  <a:cubicBezTo>
                    <a:pt x="1" y="1"/>
                    <a:pt x="3891" y="1490"/>
                    <a:pt x="5654" y="2372"/>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8"/>
            <p:cNvSpPr/>
            <p:nvPr/>
          </p:nvSpPr>
          <p:spPr>
            <a:xfrm>
              <a:off x="2080918" y="2165874"/>
              <a:ext cx="21808" cy="21291"/>
            </a:xfrm>
            <a:custGeom>
              <a:rect b="b" l="l" r="r" t="t"/>
              <a:pathLst>
                <a:path extrusionOk="0" h="1277" w="1308">
                  <a:moveTo>
                    <a:pt x="638" y="0"/>
                  </a:moveTo>
                  <a:cubicBezTo>
                    <a:pt x="274" y="0"/>
                    <a:pt x="0" y="274"/>
                    <a:pt x="0" y="639"/>
                  </a:cubicBezTo>
                  <a:cubicBezTo>
                    <a:pt x="0" y="1003"/>
                    <a:pt x="274" y="1277"/>
                    <a:pt x="638" y="1277"/>
                  </a:cubicBezTo>
                  <a:cubicBezTo>
                    <a:pt x="1003" y="1277"/>
                    <a:pt x="1307" y="1003"/>
                    <a:pt x="1307" y="639"/>
                  </a:cubicBezTo>
                  <a:cubicBezTo>
                    <a:pt x="1307" y="274"/>
                    <a:pt x="1003" y="0"/>
                    <a:pt x="638"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8"/>
            <p:cNvSpPr/>
            <p:nvPr/>
          </p:nvSpPr>
          <p:spPr>
            <a:xfrm>
              <a:off x="2027205" y="2194247"/>
              <a:ext cx="24342" cy="24342"/>
            </a:xfrm>
            <a:custGeom>
              <a:rect b="b" l="l" r="r" t="t"/>
              <a:pathLst>
                <a:path extrusionOk="0" h="1460" w="1460">
                  <a:moveTo>
                    <a:pt x="730" y="0"/>
                  </a:moveTo>
                  <a:cubicBezTo>
                    <a:pt x="335" y="0"/>
                    <a:pt x="0" y="335"/>
                    <a:pt x="0" y="730"/>
                  </a:cubicBezTo>
                  <a:cubicBezTo>
                    <a:pt x="0" y="1155"/>
                    <a:pt x="335" y="1459"/>
                    <a:pt x="730" y="1459"/>
                  </a:cubicBezTo>
                  <a:cubicBezTo>
                    <a:pt x="1125" y="1459"/>
                    <a:pt x="1459" y="1155"/>
                    <a:pt x="1459" y="730"/>
                  </a:cubicBezTo>
                  <a:cubicBezTo>
                    <a:pt x="1459" y="335"/>
                    <a:pt x="1125" y="0"/>
                    <a:pt x="73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8"/>
            <p:cNvSpPr/>
            <p:nvPr/>
          </p:nvSpPr>
          <p:spPr>
            <a:xfrm>
              <a:off x="2255727" y="1670300"/>
              <a:ext cx="44616" cy="641074"/>
            </a:xfrm>
            <a:custGeom>
              <a:rect b="b" l="l" r="r" t="t"/>
              <a:pathLst>
                <a:path extrusionOk="0" fill="none" h="38451" w="2676">
                  <a:moveTo>
                    <a:pt x="2675" y="0"/>
                  </a:moveTo>
                  <a:cubicBezTo>
                    <a:pt x="2675" y="0"/>
                    <a:pt x="669" y="24590"/>
                    <a:pt x="1" y="3845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8"/>
            <p:cNvSpPr/>
            <p:nvPr/>
          </p:nvSpPr>
          <p:spPr>
            <a:xfrm>
              <a:off x="2286635" y="1768091"/>
              <a:ext cx="63372" cy="72492"/>
            </a:xfrm>
            <a:custGeom>
              <a:rect b="b" l="l" r="r" t="t"/>
              <a:pathLst>
                <a:path extrusionOk="0" fill="none" h="4348" w="3801">
                  <a:moveTo>
                    <a:pt x="3800" y="1"/>
                  </a:moveTo>
                  <a:cubicBezTo>
                    <a:pt x="3800" y="1"/>
                    <a:pt x="1581" y="2463"/>
                    <a:pt x="1" y="434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8"/>
            <p:cNvSpPr/>
            <p:nvPr/>
          </p:nvSpPr>
          <p:spPr>
            <a:xfrm>
              <a:off x="2226337" y="1712360"/>
              <a:ext cx="63872" cy="85146"/>
            </a:xfrm>
            <a:custGeom>
              <a:rect b="b" l="l" r="r" t="t"/>
              <a:pathLst>
                <a:path extrusionOk="0" fill="none" h="5107" w="3831">
                  <a:moveTo>
                    <a:pt x="1" y="0"/>
                  </a:moveTo>
                  <a:cubicBezTo>
                    <a:pt x="1" y="0"/>
                    <a:pt x="2584" y="3465"/>
                    <a:pt x="3831" y="510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8"/>
            <p:cNvSpPr/>
            <p:nvPr/>
          </p:nvSpPr>
          <p:spPr>
            <a:xfrm>
              <a:off x="2276499" y="1863865"/>
              <a:ext cx="89715" cy="121142"/>
            </a:xfrm>
            <a:custGeom>
              <a:rect b="b" l="l" r="r" t="t"/>
              <a:pathLst>
                <a:path extrusionOk="0" fill="none" h="7266" w="5381">
                  <a:moveTo>
                    <a:pt x="5381" y="1"/>
                  </a:moveTo>
                  <a:cubicBezTo>
                    <a:pt x="5381" y="1"/>
                    <a:pt x="2220" y="4499"/>
                    <a:pt x="1" y="7265"/>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8"/>
            <p:cNvSpPr/>
            <p:nvPr/>
          </p:nvSpPr>
          <p:spPr>
            <a:xfrm>
              <a:off x="2217718" y="1984978"/>
              <a:ext cx="53735" cy="72992"/>
            </a:xfrm>
            <a:custGeom>
              <a:rect b="b" l="l" r="r" t="t"/>
              <a:pathLst>
                <a:path extrusionOk="0" fill="none" h="4378" w="3223">
                  <a:moveTo>
                    <a:pt x="1" y="0"/>
                  </a:moveTo>
                  <a:cubicBezTo>
                    <a:pt x="974" y="1550"/>
                    <a:pt x="2038" y="2979"/>
                    <a:pt x="3223" y="437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8"/>
            <p:cNvSpPr/>
            <p:nvPr/>
          </p:nvSpPr>
          <p:spPr>
            <a:xfrm>
              <a:off x="2263329" y="2135966"/>
              <a:ext cx="49167" cy="47150"/>
            </a:xfrm>
            <a:custGeom>
              <a:rect b="b" l="l" r="r" t="t"/>
              <a:pathLst>
                <a:path extrusionOk="0" fill="none" h="2828" w="2949">
                  <a:moveTo>
                    <a:pt x="2949" y="1"/>
                  </a:moveTo>
                  <a:cubicBezTo>
                    <a:pt x="2949" y="1"/>
                    <a:pt x="1004" y="1855"/>
                    <a:pt x="1" y="2828"/>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8"/>
            <p:cNvSpPr/>
            <p:nvPr/>
          </p:nvSpPr>
          <p:spPr>
            <a:xfrm>
              <a:off x="2304890" y="2115711"/>
              <a:ext cx="26359" cy="26359"/>
            </a:xfrm>
            <a:custGeom>
              <a:rect b="b" l="l" r="r" t="t"/>
              <a:pathLst>
                <a:path extrusionOk="0" h="1581" w="1581">
                  <a:moveTo>
                    <a:pt x="790" y="0"/>
                  </a:moveTo>
                  <a:cubicBezTo>
                    <a:pt x="365" y="0"/>
                    <a:pt x="0" y="335"/>
                    <a:pt x="0" y="790"/>
                  </a:cubicBezTo>
                  <a:cubicBezTo>
                    <a:pt x="0" y="1216"/>
                    <a:pt x="365" y="1581"/>
                    <a:pt x="790" y="1581"/>
                  </a:cubicBezTo>
                  <a:cubicBezTo>
                    <a:pt x="1216" y="1581"/>
                    <a:pt x="1581" y="1216"/>
                    <a:pt x="1581" y="790"/>
                  </a:cubicBezTo>
                  <a:cubicBezTo>
                    <a:pt x="1581" y="33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8"/>
            <p:cNvSpPr/>
            <p:nvPr/>
          </p:nvSpPr>
          <p:spPr>
            <a:xfrm>
              <a:off x="2204048" y="1971792"/>
              <a:ext cx="26876" cy="26376"/>
            </a:xfrm>
            <a:custGeom>
              <a:rect b="b" l="l" r="r" t="t"/>
              <a:pathLst>
                <a:path extrusionOk="0" h="1582" w="1612">
                  <a:moveTo>
                    <a:pt x="821" y="1"/>
                  </a:moveTo>
                  <a:cubicBezTo>
                    <a:pt x="365" y="1"/>
                    <a:pt x="0" y="366"/>
                    <a:pt x="0" y="791"/>
                  </a:cubicBezTo>
                  <a:cubicBezTo>
                    <a:pt x="0" y="1247"/>
                    <a:pt x="365" y="1581"/>
                    <a:pt x="821" y="1581"/>
                  </a:cubicBezTo>
                  <a:cubicBezTo>
                    <a:pt x="1247" y="1581"/>
                    <a:pt x="1611" y="1247"/>
                    <a:pt x="1611" y="791"/>
                  </a:cubicBezTo>
                  <a:cubicBezTo>
                    <a:pt x="1611" y="366"/>
                    <a:pt x="1247" y="1"/>
                    <a:pt x="821"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8"/>
            <p:cNvSpPr/>
            <p:nvPr/>
          </p:nvSpPr>
          <p:spPr>
            <a:xfrm>
              <a:off x="2288669" y="1658647"/>
              <a:ext cx="23325" cy="23325"/>
            </a:xfrm>
            <a:custGeom>
              <a:rect b="b" l="l" r="r" t="t"/>
              <a:pathLst>
                <a:path extrusionOk="0" h="1399" w="1399">
                  <a:moveTo>
                    <a:pt x="699" y="0"/>
                  </a:moveTo>
                  <a:cubicBezTo>
                    <a:pt x="304" y="0"/>
                    <a:pt x="0" y="304"/>
                    <a:pt x="0" y="699"/>
                  </a:cubicBezTo>
                  <a:cubicBezTo>
                    <a:pt x="0" y="1095"/>
                    <a:pt x="304" y="1399"/>
                    <a:pt x="699" y="1399"/>
                  </a:cubicBezTo>
                  <a:cubicBezTo>
                    <a:pt x="1095" y="1399"/>
                    <a:pt x="1399" y="1095"/>
                    <a:pt x="1399" y="699"/>
                  </a:cubicBezTo>
                  <a:cubicBezTo>
                    <a:pt x="1399" y="304"/>
                    <a:pt x="1095" y="0"/>
                    <a:pt x="699"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8"/>
            <p:cNvSpPr/>
            <p:nvPr/>
          </p:nvSpPr>
          <p:spPr>
            <a:xfrm>
              <a:off x="2214684" y="1700707"/>
              <a:ext cx="22825" cy="22808"/>
            </a:xfrm>
            <a:custGeom>
              <a:rect b="b" l="l" r="r" t="t"/>
              <a:pathLst>
                <a:path extrusionOk="0" h="1368" w="1369">
                  <a:moveTo>
                    <a:pt x="700" y="0"/>
                  </a:moveTo>
                  <a:cubicBezTo>
                    <a:pt x="305" y="0"/>
                    <a:pt x="1" y="304"/>
                    <a:pt x="1" y="699"/>
                  </a:cubicBezTo>
                  <a:cubicBezTo>
                    <a:pt x="1" y="1064"/>
                    <a:pt x="305" y="1368"/>
                    <a:pt x="700" y="1368"/>
                  </a:cubicBezTo>
                  <a:cubicBezTo>
                    <a:pt x="1064" y="1368"/>
                    <a:pt x="1368" y="1064"/>
                    <a:pt x="1368" y="699"/>
                  </a:cubicBezTo>
                  <a:cubicBezTo>
                    <a:pt x="1368" y="304"/>
                    <a:pt x="1064" y="0"/>
                    <a:pt x="70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8"/>
            <p:cNvSpPr/>
            <p:nvPr/>
          </p:nvSpPr>
          <p:spPr>
            <a:xfrm>
              <a:off x="2300322" y="2124313"/>
              <a:ext cx="136331" cy="183481"/>
            </a:xfrm>
            <a:custGeom>
              <a:rect b="b" l="l" r="r" t="t"/>
              <a:pathLst>
                <a:path extrusionOk="0" fill="none" h="11005" w="8177">
                  <a:moveTo>
                    <a:pt x="0" y="11004"/>
                  </a:moveTo>
                  <a:cubicBezTo>
                    <a:pt x="0" y="11004"/>
                    <a:pt x="4377" y="3466"/>
                    <a:pt x="8177" y="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8"/>
            <p:cNvSpPr/>
            <p:nvPr/>
          </p:nvSpPr>
          <p:spPr>
            <a:xfrm>
              <a:off x="2342882" y="2169925"/>
              <a:ext cx="8636" cy="58287"/>
            </a:xfrm>
            <a:custGeom>
              <a:rect b="b" l="l" r="r" t="t"/>
              <a:pathLst>
                <a:path extrusionOk="0" fill="none" h="3496" w="518">
                  <a:moveTo>
                    <a:pt x="1" y="0"/>
                  </a:moveTo>
                  <a:cubicBezTo>
                    <a:pt x="335" y="1125"/>
                    <a:pt x="517" y="2311"/>
                    <a:pt x="517" y="3496"/>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8"/>
            <p:cNvSpPr/>
            <p:nvPr/>
          </p:nvSpPr>
          <p:spPr>
            <a:xfrm>
              <a:off x="2380892" y="2171442"/>
              <a:ext cx="63356" cy="15722"/>
            </a:xfrm>
            <a:custGeom>
              <a:rect b="b" l="l" r="r" t="t"/>
              <a:pathLst>
                <a:path extrusionOk="0" fill="none" h="943" w="3800">
                  <a:moveTo>
                    <a:pt x="0" y="943"/>
                  </a:moveTo>
                  <a:cubicBezTo>
                    <a:pt x="0" y="943"/>
                    <a:pt x="2402" y="122"/>
                    <a:pt x="3800" y="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8"/>
            <p:cNvSpPr/>
            <p:nvPr/>
          </p:nvSpPr>
          <p:spPr>
            <a:xfrm>
              <a:off x="2329712" y="2148136"/>
              <a:ext cx="26876" cy="26876"/>
            </a:xfrm>
            <a:custGeom>
              <a:rect b="b" l="l" r="r" t="t"/>
              <a:pathLst>
                <a:path extrusionOk="0" h="1612" w="1612">
                  <a:moveTo>
                    <a:pt x="791" y="0"/>
                  </a:moveTo>
                  <a:cubicBezTo>
                    <a:pt x="365" y="0"/>
                    <a:pt x="0" y="365"/>
                    <a:pt x="0" y="821"/>
                  </a:cubicBezTo>
                  <a:cubicBezTo>
                    <a:pt x="0" y="1247"/>
                    <a:pt x="365" y="1611"/>
                    <a:pt x="791" y="1611"/>
                  </a:cubicBezTo>
                  <a:cubicBezTo>
                    <a:pt x="1247" y="1611"/>
                    <a:pt x="1611" y="1247"/>
                    <a:pt x="1611" y="821"/>
                  </a:cubicBezTo>
                  <a:cubicBezTo>
                    <a:pt x="1611" y="365"/>
                    <a:pt x="1247" y="0"/>
                    <a:pt x="79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8"/>
            <p:cNvSpPr/>
            <p:nvPr/>
          </p:nvSpPr>
          <p:spPr>
            <a:xfrm>
              <a:off x="2440690" y="2158272"/>
              <a:ext cx="26359" cy="26359"/>
            </a:xfrm>
            <a:custGeom>
              <a:rect b="b" l="l" r="r" t="t"/>
              <a:pathLst>
                <a:path extrusionOk="0" h="1581" w="1581">
                  <a:moveTo>
                    <a:pt x="790" y="0"/>
                  </a:moveTo>
                  <a:cubicBezTo>
                    <a:pt x="334" y="0"/>
                    <a:pt x="0" y="365"/>
                    <a:pt x="0" y="791"/>
                  </a:cubicBezTo>
                  <a:cubicBezTo>
                    <a:pt x="0" y="1247"/>
                    <a:pt x="334" y="1581"/>
                    <a:pt x="790" y="1581"/>
                  </a:cubicBezTo>
                  <a:cubicBezTo>
                    <a:pt x="1216" y="1581"/>
                    <a:pt x="1581" y="1247"/>
                    <a:pt x="1581" y="791"/>
                  </a:cubicBezTo>
                  <a:cubicBezTo>
                    <a:pt x="1581" y="36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8"/>
            <p:cNvSpPr/>
            <p:nvPr/>
          </p:nvSpPr>
          <p:spPr>
            <a:xfrm>
              <a:off x="2433088" y="2102024"/>
              <a:ext cx="26359" cy="26876"/>
            </a:xfrm>
            <a:custGeom>
              <a:rect b="b" l="l" r="r" t="t"/>
              <a:pathLst>
                <a:path extrusionOk="0" h="1612" w="1581">
                  <a:moveTo>
                    <a:pt x="790" y="0"/>
                  </a:moveTo>
                  <a:cubicBezTo>
                    <a:pt x="335" y="0"/>
                    <a:pt x="0" y="365"/>
                    <a:pt x="0" y="791"/>
                  </a:cubicBezTo>
                  <a:cubicBezTo>
                    <a:pt x="0" y="1247"/>
                    <a:pt x="335" y="1611"/>
                    <a:pt x="790" y="1611"/>
                  </a:cubicBezTo>
                  <a:cubicBezTo>
                    <a:pt x="1216" y="1611"/>
                    <a:pt x="1581" y="1247"/>
                    <a:pt x="1581" y="791"/>
                  </a:cubicBezTo>
                  <a:cubicBezTo>
                    <a:pt x="1581" y="36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4" name="Google Shape;684;p48"/>
          <p:cNvSpPr/>
          <p:nvPr/>
        </p:nvSpPr>
        <p:spPr>
          <a:xfrm>
            <a:off x="6593100" y="2364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5" name="Google Shape;685;p48"/>
          <p:cNvGrpSpPr/>
          <p:nvPr/>
        </p:nvGrpSpPr>
        <p:grpSpPr>
          <a:xfrm flipH="1" rot="3718461">
            <a:off x="7128169" y="2914922"/>
            <a:ext cx="1386029" cy="2705445"/>
            <a:chOff x="409722" y="228600"/>
            <a:chExt cx="1385931" cy="2705253"/>
          </a:xfrm>
        </p:grpSpPr>
        <p:grpSp>
          <p:nvGrpSpPr>
            <p:cNvPr id="686" name="Google Shape;686;p48"/>
            <p:cNvGrpSpPr/>
            <p:nvPr/>
          </p:nvGrpSpPr>
          <p:grpSpPr>
            <a:xfrm flipH="1" rot="-617154">
              <a:off x="575967" y="402323"/>
              <a:ext cx="1053440" cy="2450002"/>
              <a:chOff x="3817855" y="1437512"/>
              <a:chExt cx="541146" cy="1128254"/>
            </a:xfrm>
          </p:grpSpPr>
          <p:sp>
            <p:nvSpPr>
              <p:cNvPr id="687" name="Google Shape;687;p4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9" name="Google Shape;689;p48"/>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48"/>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1" name="Google Shape;691;p48"/>
          <p:cNvSpPr txBox="1"/>
          <p:nvPr>
            <p:ph idx="1" type="body"/>
          </p:nvPr>
        </p:nvSpPr>
        <p:spPr>
          <a:xfrm>
            <a:off x="4566600" y="1285977"/>
            <a:ext cx="3858900" cy="32445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12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2" name="Google Shape;692;p48"/>
          <p:cNvSpPr txBox="1"/>
          <p:nvPr>
            <p:ph idx="2" type="body"/>
          </p:nvPr>
        </p:nvSpPr>
        <p:spPr>
          <a:xfrm>
            <a:off x="718500" y="1285877"/>
            <a:ext cx="3840000" cy="32445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12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693" name="Shape 693"/>
        <p:cNvGrpSpPr/>
        <p:nvPr/>
      </p:nvGrpSpPr>
      <p:grpSpPr>
        <a:xfrm>
          <a:off x="0" y="0"/>
          <a:ext cx="0" cy="0"/>
          <a:chOff x="0" y="0"/>
          <a:chExt cx="0" cy="0"/>
        </a:xfrm>
      </p:grpSpPr>
      <p:grpSp>
        <p:nvGrpSpPr>
          <p:cNvPr id="694" name="Google Shape;694;p49"/>
          <p:cNvGrpSpPr/>
          <p:nvPr/>
        </p:nvGrpSpPr>
        <p:grpSpPr>
          <a:xfrm>
            <a:off x="-97582" y="-6"/>
            <a:ext cx="9411247" cy="5153383"/>
            <a:chOff x="-97582" y="-6"/>
            <a:chExt cx="9411247" cy="5153383"/>
          </a:xfrm>
        </p:grpSpPr>
        <p:sp>
          <p:nvSpPr>
            <p:cNvPr id="695" name="Google Shape;695;p4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9"/>
            <p:cNvSpPr/>
            <p:nvPr/>
          </p:nvSpPr>
          <p:spPr>
            <a:xfrm flipH="1">
              <a:off x="399046"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9"/>
            <p:cNvSpPr/>
            <p:nvPr/>
          </p:nvSpPr>
          <p:spPr>
            <a:xfrm flipH="1">
              <a:off x="1314444"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9"/>
            <p:cNvSpPr/>
            <p:nvPr/>
          </p:nvSpPr>
          <p:spPr>
            <a:xfrm flipH="1">
              <a:off x="6735804"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9"/>
            <p:cNvSpPr/>
            <p:nvPr/>
          </p:nvSpPr>
          <p:spPr>
            <a:xfrm flipH="1" rot="10800000">
              <a:off x="8009700"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9"/>
            <p:cNvSpPr/>
            <p:nvPr/>
          </p:nvSpPr>
          <p:spPr>
            <a:xfrm flipH="1">
              <a:off x="-24431"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1" name="Google Shape;701;p49"/>
            <p:cNvGrpSpPr/>
            <p:nvPr/>
          </p:nvGrpSpPr>
          <p:grpSpPr>
            <a:xfrm>
              <a:off x="4281415" y="75177"/>
              <a:ext cx="581170" cy="125403"/>
              <a:chOff x="4685288" y="186288"/>
              <a:chExt cx="419375" cy="90485"/>
            </a:xfrm>
          </p:grpSpPr>
          <p:sp>
            <p:nvSpPr>
              <p:cNvPr id="702" name="Google Shape;702;p4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3" name="Google Shape;703;p49"/>
              <p:cNvGrpSpPr/>
              <p:nvPr/>
            </p:nvGrpSpPr>
            <p:grpSpPr>
              <a:xfrm>
                <a:off x="4685288" y="186300"/>
                <a:ext cx="419375" cy="90473"/>
                <a:chOff x="4390000" y="182175"/>
                <a:chExt cx="419375" cy="90473"/>
              </a:xfrm>
            </p:grpSpPr>
            <p:sp>
              <p:nvSpPr>
                <p:cNvPr id="704" name="Google Shape;704;p4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6" name="Google Shape;706;p49"/>
            <p:cNvGrpSpPr/>
            <p:nvPr/>
          </p:nvGrpSpPr>
          <p:grpSpPr>
            <a:xfrm rot="-1102275">
              <a:off x="239301" y="2899434"/>
              <a:ext cx="541146" cy="2225370"/>
              <a:chOff x="871338" y="1945155"/>
              <a:chExt cx="247109" cy="1016148"/>
            </a:xfrm>
          </p:grpSpPr>
          <p:sp>
            <p:nvSpPr>
              <p:cNvPr id="707" name="Google Shape;707;p49"/>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9"/>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9"/>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0" name="Google Shape;710;p49"/>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1" name="Google Shape;711;p49"/>
          <p:cNvSpPr txBox="1"/>
          <p:nvPr>
            <p:ph idx="1" type="subTitle"/>
          </p:nvPr>
        </p:nvSpPr>
        <p:spPr>
          <a:xfrm>
            <a:off x="6450420" y="2989131"/>
            <a:ext cx="1517100" cy="3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latin typeface="Aldrich"/>
                <a:ea typeface="Aldrich"/>
                <a:cs typeface="Aldrich"/>
                <a:sym typeface="Aldrich"/>
              </a:defRPr>
            </a:lvl1pPr>
            <a:lvl2pPr lvl="1" rtl="0" algn="ctr">
              <a:lnSpc>
                <a:spcPct val="100000"/>
              </a:lnSpc>
              <a:spcBef>
                <a:spcPts val="0"/>
              </a:spcBef>
              <a:spcAft>
                <a:spcPts val="0"/>
              </a:spcAft>
              <a:buNone/>
              <a:defRPr b="1">
                <a:latin typeface="Aldrich"/>
                <a:ea typeface="Aldrich"/>
                <a:cs typeface="Aldrich"/>
                <a:sym typeface="Aldrich"/>
              </a:defRPr>
            </a:lvl2pPr>
            <a:lvl3pPr lvl="2" rtl="0" algn="ctr">
              <a:lnSpc>
                <a:spcPct val="100000"/>
              </a:lnSpc>
              <a:spcBef>
                <a:spcPts val="0"/>
              </a:spcBef>
              <a:spcAft>
                <a:spcPts val="0"/>
              </a:spcAft>
              <a:buNone/>
              <a:defRPr b="1">
                <a:latin typeface="Aldrich"/>
                <a:ea typeface="Aldrich"/>
                <a:cs typeface="Aldrich"/>
                <a:sym typeface="Aldrich"/>
              </a:defRPr>
            </a:lvl3pPr>
            <a:lvl4pPr lvl="3" rtl="0" algn="ctr">
              <a:lnSpc>
                <a:spcPct val="100000"/>
              </a:lnSpc>
              <a:spcBef>
                <a:spcPts val="0"/>
              </a:spcBef>
              <a:spcAft>
                <a:spcPts val="0"/>
              </a:spcAft>
              <a:buNone/>
              <a:defRPr b="1">
                <a:latin typeface="Aldrich"/>
                <a:ea typeface="Aldrich"/>
                <a:cs typeface="Aldrich"/>
                <a:sym typeface="Aldrich"/>
              </a:defRPr>
            </a:lvl4pPr>
            <a:lvl5pPr lvl="4" rtl="0" algn="ctr">
              <a:lnSpc>
                <a:spcPct val="100000"/>
              </a:lnSpc>
              <a:spcBef>
                <a:spcPts val="0"/>
              </a:spcBef>
              <a:spcAft>
                <a:spcPts val="0"/>
              </a:spcAft>
              <a:buNone/>
              <a:defRPr b="1">
                <a:latin typeface="Aldrich"/>
                <a:ea typeface="Aldrich"/>
                <a:cs typeface="Aldrich"/>
                <a:sym typeface="Aldrich"/>
              </a:defRPr>
            </a:lvl5pPr>
            <a:lvl6pPr lvl="5" rtl="0" algn="ctr">
              <a:lnSpc>
                <a:spcPct val="100000"/>
              </a:lnSpc>
              <a:spcBef>
                <a:spcPts val="0"/>
              </a:spcBef>
              <a:spcAft>
                <a:spcPts val="0"/>
              </a:spcAft>
              <a:buNone/>
              <a:defRPr b="1">
                <a:latin typeface="Aldrich"/>
                <a:ea typeface="Aldrich"/>
                <a:cs typeface="Aldrich"/>
                <a:sym typeface="Aldrich"/>
              </a:defRPr>
            </a:lvl6pPr>
            <a:lvl7pPr lvl="6" rtl="0" algn="ctr">
              <a:lnSpc>
                <a:spcPct val="100000"/>
              </a:lnSpc>
              <a:spcBef>
                <a:spcPts val="0"/>
              </a:spcBef>
              <a:spcAft>
                <a:spcPts val="0"/>
              </a:spcAft>
              <a:buNone/>
              <a:defRPr b="1">
                <a:latin typeface="Aldrich"/>
                <a:ea typeface="Aldrich"/>
                <a:cs typeface="Aldrich"/>
                <a:sym typeface="Aldrich"/>
              </a:defRPr>
            </a:lvl7pPr>
            <a:lvl8pPr lvl="7" rtl="0" algn="ctr">
              <a:lnSpc>
                <a:spcPct val="100000"/>
              </a:lnSpc>
              <a:spcBef>
                <a:spcPts val="0"/>
              </a:spcBef>
              <a:spcAft>
                <a:spcPts val="0"/>
              </a:spcAft>
              <a:buNone/>
              <a:defRPr b="1">
                <a:latin typeface="Aldrich"/>
                <a:ea typeface="Aldrich"/>
                <a:cs typeface="Aldrich"/>
                <a:sym typeface="Aldrich"/>
              </a:defRPr>
            </a:lvl8pPr>
            <a:lvl9pPr lvl="8" rtl="0" algn="ctr">
              <a:lnSpc>
                <a:spcPct val="100000"/>
              </a:lnSpc>
              <a:spcBef>
                <a:spcPts val="0"/>
              </a:spcBef>
              <a:spcAft>
                <a:spcPts val="0"/>
              </a:spcAft>
              <a:buNone/>
              <a:defRPr b="1">
                <a:latin typeface="Aldrich"/>
                <a:ea typeface="Aldrich"/>
                <a:cs typeface="Aldrich"/>
                <a:sym typeface="Aldrich"/>
              </a:defRPr>
            </a:lvl9pPr>
          </a:lstStyle>
          <a:p/>
        </p:txBody>
      </p:sp>
      <p:sp>
        <p:nvSpPr>
          <p:cNvPr id="712" name="Google Shape;712;p49"/>
          <p:cNvSpPr txBox="1"/>
          <p:nvPr>
            <p:ph idx="2" type="subTitle"/>
          </p:nvPr>
        </p:nvSpPr>
        <p:spPr>
          <a:xfrm>
            <a:off x="5997120" y="3373105"/>
            <a:ext cx="2423700" cy="54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713" name="Google Shape;713;p49"/>
          <p:cNvSpPr txBox="1"/>
          <p:nvPr>
            <p:ph idx="3" type="subTitle"/>
          </p:nvPr>
        </p:nvSpPr>
        <p:spPr>
          <a:xfrm>
            <a:off x="3813450" y="2989131"/>
            <a:ext cx="1517100" cy="3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latin typeface="Aldrich"/>
                <a:ea typeface="Aldrich"/>
                <a:cs typeface="Aldrich"/>
                <a:sym typeface="Aldrich"/>
              </a:defRPr>
            </a:lvl1pPr>
            <a:lvl2pPr lvl="1" rtl="0" algn="ctr">
              <a:lnSpc>
                <a:spcPct val="100000"/>
              </a:lnSpc>
              <a:spcBef>
                <a:spcPts val="0"/>
              </a:spcBef>
              <a:spcAft>
                <a:spcPts val="0"/>
              </a:spcAft>
              <a:buNone/>
              <a:defRPr b="1">
                <a:latin typeface="Aldrich"/>
                <a:ea typeface="Aldrich"/>
                <a:cs typeface="Aldrich"/>
                <a:sym typeface="Aldrich"/>
              </a:defRPr>
            </a:lvl2pPr>
            <a:lvl3pPr lvl="2" rtl="0" algn="ctr">
              <a:lnSpc>
                <a:spcPct val="100000"/>
              </a:lnSpc>
              <a:spcBef>
                <a:spcPts val="0"/>
              </a:spcBef>
              <a:spcAft>
                <a:spcPts val="0"/>
              </a:spcAft>
              <a:buNone/>
              <a:defRPr b="1">
                <a:latin typeface="Aldrich"/>
                <a:ea typeface="Aldrich"/>
                <a:cs typeface="Aldrich"/>
                <a:sym typeface="Aldrich"/>
              </a:defRPr>
            </a:lvl3pPr>
            <a:lvl4pPr lvl="3" rtl="0" algn="ctr">
              <a:lnSpc>
                <a:spcPct val="100000"/>
              </a:lnSpc>
              <a:spcBef>
                <a:spcPts val="0"/>
              </a:spcBef>
              <a:spcAft>
                <a:spcPts val="0"/>
              </a:spcAft>
              <a:buNone/>
              <a:defRPr b="1">
                <a:latin typeface="Aldrich"/>
                <a:ea typeface="Aldrich"/>
                <a:cs typeface="Aldrich"/>
                <a:sym typeface="Aldrich"/>
              </a:defRPr>
            </a:lvl4pPr>
            <a:lvl5pPr lvl="4" rtl="0" algn="ctr">
              <a:lnSpc>
                <a:spcPct val="100000"/>
              </a:lnSpc>
              <a:spcBef>
                <a:spcPts val="0"/>
              </a:spcBef>
              <a:spcAft>
                <a:spcPts val="0"/>
              </a:spcAft>
              <a:buNone/>
              <a:defRPr b="1">
                <a:latin typeface="Aldrich"/>
                <a:ea typeface="Aldrich"/>
                <a:cs typeface="Aldrich"/>
                <a:sym typeface="Aldrich"/>
              </a:defRPr>
            </a:lvl5pPr>
            <a:lvl6pPr lvl="5" rtl="0" algn="ctr">
              <a:lnSpc>
                <a:spcPct val="100000"/>
              </a:lnSpc>
              <a:spcBef>
                <a:spcPts val="0"/>
              </a:spcBef>
              <a:spcAft>
                <a:spcPts val="0"/>
              </a:spcAft>
              <a:buNone/>
              <a:defRPr b="1">
                <a:latin typeface="Aldrich"/>
                <a:ea typeface="Aldrich"/>
                <a:cs typeface="Aldrich"/>
                <a:sym typeface="Aldrich"/>
              </a:defRPr>
            </a:lvl6pPr>
            <a:lvl7pPr lvl="6" rtl="0" algn="ctr">
              <a:lnSpc>
                <a:spcPct val="100000"/>
              </a:lnSpc>
              <a:spcBef>
                <a:spcPts val="0"/>
              </a:spcBef>
              <a:spcAft>
                <a:spcPts val="0"/>
              </a:spcAft>
              <a:buNone/>
              <a:defRPr b="1">
                <a:latin typeface="Aldrich"/>
                <a:ea typeface="Aldrich"/>
                <a:cs typeface="Aldrich"/>
                <a:sym typeface="Aldrich"/>
              </a:defRPr>
            </a:lvl7pPr>
            <a:lvl8pPr lvl="7" rtl="0" algn="ctr">
              <a:lnSpc>
                <a:spcPct val="100000"/>
              </a:lnSpc>
              <a:spcBef>
                <a:spcPts val="0"/>
              </a:spcBef>
              <a:spcAft>
                <a:spcPts val="0"/>
              </a:spcAft>
              <a:buNone/>
              <a:defRPr b="1">
                <a:latin typeface="Aldrich"/>
                <a:ea typeface="Aldrich"/>
                <a:cs typeface="Aldrich"/>
                <a:sym typeface="Aldrich"/>
              </a:defRPr>
            </a:lvl8pPr>
            <a:lvl9pPr lvl="8" rtl="0" algn="ctr">
              <a:lnSpc>
                <a:spcPct val="100000"/>
              </a:lnSpc>
              <a:spcBef>
                <a:spcPts val="0"/>
              </a:spcBef>
              <a:spcAft>
                <a:spcPts val="0"/>
              </a:spcAft>
              <a:buNone/>
              <a:defRPr b="1">
                <a:latin typeface="Aldrich"/>
                <a:ea typeface="Aldrich"/>
                <a:cs typeface="Aldrich"/>
                <a:sym typeface="Aldrich"/>
              </a:defRPr>
            </a:lvl9pPr>
          </a:lstStyle>
          <a:p/>
        </p:txBody>
      </p:sp>
      <p:sp>
        <p:nvSpPr>
          <p:cNvPr id="714" name="Google Shape;714;p49"/>
          <p:cNvSpPr txBox="1"/>
          <p:nvPr>
            <p:ph idx="4" type="subTitle"/>
          </p:nvPr>
        </p:nvSpPr>
        <p:spPr>
          <a:xfrm>
            <a:off x="3360150" y="3373105"/>
            <a:ext cx="2423700" cy="54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715" name="Google Shape;715;p49"/>
          <p:cNvSpPr txBox="1"/>
          <p:nvPr>
            <p:ph idx="5" type="subTitle"/>
          </p:nvPr>
        </p:nvSpPr>
        <p:spPr>
          <a:xfrm>
            <a:off x="1176480" y="2989131"/>
            <a:ext cx="1517100" cy="3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latin typeface="Aldrich"/>
                <a:ea typeface="Aldrich"/>
                <a:cs typeface="Aldrich"/>
                <a:sym typeface="Aldrich"/>
              </a:defRPr>
            </a:lvl1pPr>
            <a:lvl2pPr lvl="1" rtl="0" algn="ctr">
              <a:lnSpc>
                <a:spcPct val="100000"/>
              </a:lnSpc>
              <a:spcBef>
                <a:spcPts val="0"/>
              </a:spcBef>
              <a:spcAft>
                <a:spcPts val="0"/>
              </a:spcAft>
              <a:buNone/>
              <a:defRPr b="1">
                <a:latin typeface="Aldrich"/>
                <a:ea typeface="Aldrich"/>
                <a:cs typeface="Aldrich"/>
                <a:sym typeface="Aldrich"/>
              </a:defRPr>
            </a:lvl2pPr>
            <a:lvl3pPr lvl="2" rtl="0" algn="ctr">
              <a:lnSpc>
                <a:spcPct val="100000"/>
              </a:lnSpc>
              <a:spcBef>
                <a:spcPts val="0"/>
              </a:spcBef>
              <a:spcAft>
                <a:spcPts val="0"/>
              </a:spcAft>
              <a:buNone/>
              <a:defRPr b="1">
                <a:latin typeface="Aldrich"/>
                <a:ea typeface="Aldrich"/>
                <a:cs typeface="Aldrich"/>
                <a:sym typeface="Aldrich"/>
              </a:defRPr>
            </a:lvl3pPr>
            <a:lvl4pPr lvl="3" rtl="0" algn="ctr">
              <a:lnSpc>
                <a:spcPct val="100000"/>
              </a:lnSpc>
              <a:spcBef>
                <a:spcPts val="0"/>
              </a:spcBef>
              <a:spcAft>
                <a:spcPts val="0"/>
              </a:spcAft>
              <a:buNone/>
              <a:defRPr b="1">
                <a:latin typeface="Aldrich"/>
                <a:ea typeface="Aldrich"/>
                <a:cs typeface="Aldrich"/>
                <a:sym typeface="Aldrich"/>
              </a:defRPr>
            </a:lvl4pPr>
            <a:lvl5pPr lvl="4" rtl="0" algn="ctr">
              <a:lnSpc>
                <a:spcPct val="100000"/>
              </a:lnSpc>
              <a:spcBef>
                <a:spcPts val="0"/>
              </a:spcBef>
              <a:spcAft>
                <a:spcPts val="0"/>
              </a:spcAft>
              <a:buNone/>
              <a:defRPr b="1">
                <a:latin typeface="Aldrich"/>
                <a:ea typeface="Aldrich"/>
                <a:cs typeface="Aldrich"/>
                <a:sym typeface="Aldrich"/>
              </a:defRPr>
            </a:lvl5pPr>
            <a:lvl6pPr lvl="5" rtl="0" algn="ctr">
              <a:lnSpc>
                <a:spcPct val="100000"/>
              </a:lnSpc>
              <a:spcBef>
                <a:spcPts val="0"/>
              </a:spcBef>
              <a:spcAft>
                <a:spcPts val="0"/>
              </a:spcAft>
              <a:buNone/>
              <a:defRPr b="1">
                <a:latin typeface="Aldrich"/>
                <a:ea typeface="Aldrich"/>
                <a:cs typeface="Aldrich"/>
                <a:sym typeface="Aldrich"/>
              </a:defRPr>
            </a:lvl6pPr>
            <a:lvl7pPr lvl="6" rtl="0" algn="ctr">
              <a:lnSpc>
                <a:spcPct val="100000"/>
              </a:lnSpc>
              <a:spcBef>
                <a:spcPts val="0"/>
              </a:spcBef>
              <a:spcAft>
                <a:spcPts val="0"/>
              </a:spcAft>
              <a:buNone/>
              <a:defRPr b="1">
                <a:latin typeface="Aldrich"/>
                <a:ea typeface="Aldrich"/>
                <a:cs typeface="Aldrich"/>
                <a:sym typeface="Aldrich"/>
              </a:defRPr>
            </a:lvl7pPr>
            <a:lvl8pPr lvl="7" rtl="0" algn="ctr">
              <a:lnSpc>
                <a:spcPct val="100000"/>
              </a:lnSpc>
              <a:spcBef>
                <a:spcPts val="0"/>
              </a:spcBef>
              <a:spcAft>
                <a:spcPts val="0"/>
              </a:spcAft>
              <a:buNone/>
              <a:defRPr b="1">
                <a:latin typeface="Aldrich"/>
                <a:ea typeface="Aldrich"/>
                <a:cs typeface="Aldrich"/>
                <a:sym typeface="Aldrich"/>
              </a:defRPr>
            </a:lvl8pPr>
            <a:lvl9pPr lvl="8" rtl="0" algn="ctr">
              <a:lnSpc>
                <a:spcPct val="100000"/>
              </a:lnSpc>
              <a:spcBef>
                <a:spcPts val="0"/>
              </a:spcBef>
              <a:spcAft>
                <a:spcPts val="0"/>
              </a:spcAft>
              <a:buNone/>
              <a:defRPr b="1">
                <a:latin typeface="Aldrich"/>
                <a:ea typeface="Aldrich"/>
                <a:cs typeface="Aldrich"/>
                <a:sym typeface="Aldrich"/>
              </a:defRPr>
            </a:lvl9pPr>
          </a:lstStyle>
          <a:p/>
        </p:txBody>
      </p:sp>
      <p:sp>
        <p:nvSpPr>
          <p:cNvPr id="716" name="Google Shape;716;p49"/>
          <p:cNvSpPr txBox="1"/>
          <p:nvPr>
            <p:ph idx="6" type="subTitle"/>
          </p:nvPr>
        </p:nvSpPr>
        <p:spPr>
          <a:xfrm>
            <a:off x="723180" y="3373105"/>
            <a:ext cx="2423700" cy="54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717" name="Google Shape;717;p49"/>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_2">
    <p:spTree>
      <p:nvGrpSpPr>
        <p:cNvPr id="718" name="Shape 718"/>
        <p:cNvGrpSpPr/>
        <p:nvPr/>
      </p:nvGrpSpPr>
      <p:grpSpPr>
        <a:xfrm>
          <a:off x="0" y="0"/>
          <a:ext cx="0" cy="0"/>
          <a:chOff x="0" y="0"/>
          <a:chExt cx="0" cy="0"/>
        </a:xfrm>
      </p:grpSpPr>
      <p:grpSp>
        <p:nvGrpSpPr>
          <p:cNvPr id="719" name="Google Shape;719;p50"/>
          <p:cNvGrpSpPr/>
          <p:nvPr/>
        </p:nvGrpSpPr>
        <p:grpSpPr>
          <a:xfrm>
            <a:off x="-97582" y="-6"/>
            <a:ext cx="9411247" cy="5153383"/>
            <a:chOff x="-97582" y="-6"/>
            <a:chExt cx="9411247" cy="5153383"/>
          </a:xfrm>
        </p:grpSpPr>
        <p:sp>
          <p:nvSpPr>
            <p:cNvPr id="720" name="Google Shape;720;p50"/>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0"/>
            <p:cNvSpPr/>
            <p:nvPr/>
          </p:nvSpPr>
          <p:spPr>
            <a:xfrm flipH="1">
              <a:off x="399046"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0"/>
            <p:cNvSpPr/>
            <p:nvPr/>
          </p:nvSpPr>
          <p:spPr>
            <a:xfrm flipH="1">
              <a:off x="1314444"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50"/>
            <p:cNvSpPr/>
            <p:nvPr/>
          </p:nvSpPr>
          <p:spPr>
            <a:xfrm flipH="1">
              <a:off x="6735804"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50"/>
            <p:cNvSpPr/>
            <p:nvPr/>
          </p:nvSpPr>
          <p:spPr>
            <a:xfrm flipH="1" rot="10800000">
              <a:off x="8009700"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5" name="Google Shape;725;p50"/>
            <p:cNvGrpSpPr/>
            <p:nvPr/>
          </p:nvGrpSpPr>
          <p:grpSpPr>
            <a:xfrm>
              <a:off x="4281415" y="75177"/>
              <a:ext cx="581170" cy="125403"/>
              <a:chOff x="4685288" y="186288"/>
              <a:chExt cx="419375" cy="90485"/>
            </a:xfrm>
          </p:grpSpPr>
          <p:sp>
            <p:nvSpPr>
              <p:cNvPr id="726" name="Google Shape;726;p5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7" name="Google Shape;727;p50"/>
              <p:cNvGrpSpPr/>
              <p:nvPr/>
            </p:nvGrpSpPr>
            <p:grpSpPr>
              <a:xfrm>
                <a:off x="4685288" y="186300"/>
                <a:ext cx="419375" cy="90473"/>
                <a:chOff x="4390000" y="182175"/>
                <a:chExt cx="419375" cy="90473"/>
              </a:xfrm>
            </p:grpSpPr>
            <p:sp>
              <p:nvSpPr>
                <p:cNvPr id="728" name="Google Shape;728;p5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0" name="Google Shape;730;p50"/>
            <p:cNvGrpSpPr/>
            <p:nvPr/>
          </p:nvGrpSpPr>
          <p:grpSpPr>
            <a:xfrm rot="-1102275">
              <a:off x="239301" y="2899434"/>
              <a:ext cx="541146" cy="2225370"/>
              <a:chOff x="871338" y="1945155"/>
              <a:chExt cx="247109" cy="1016148"/>
            </a:xfrm>
          </p:grpSpPr>
          <p:sp>
            <p:nvSpPr>
              <p:cNvPr id="731" name="Google Shape;731;p50"/>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0"/>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0"/>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 name="Google Shape;734;p50"/>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5" name="Google Shape;735;p50"/>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6" name="Google Shape;736;p50"/>
          <p:cNvSpPr txBox="1"/>
          <p:nvPr>
            <p:ph idx="2" type="title"/>
          </p:nvPr>
        </p:nvSpPr>
        <p:spPr>
          <a:xfrm>
            <a:off x="956140" y="2476038"/>
            <a:ext cx="2896500" cy="4341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lgn="ctr">
              <a:spcBef>
                <a:spcPts val="0"/>
              </a:spcBef>
              <a:spcAft>
                <a:spcPts val="0"/>
              </a:spcAft>
              <a:buSzPts val="1800"/>
              <a:buNone/>
              <a:defRPr b="1" sz="1800"/>
            </a:lvl2pPr>
            <a:lvl3pPr lvl="2" rtl="0" algn="ctr">
              <a:spcBef>
                <a:spcPts val="0"/>
              </a:spcBef>
              <a:spcAft>
                <a:spcPts val="0"/>
              </a:spcAft>
              <a:buSzPts val="1800"/>
              <a:buNone/>
              <a:defRPr b="1" sz="1800"/>
            </a:lvl3pPr>
            <a:lvl4pPr lvl="3" rtl="0" algn="ctr">
              <a:spcBef>
                <a:spcPts val="0"/>
              </a:spcBef>
              <a:spcAft>
                <a:spcPts val="0"/>
              </a:spcAft>
              <a:buSzPts val="1800"/>
              <a:buNone/>
              <a:defRPr b="1" sz="1800"/>
            </a:lvl4pPr>
            <a:lvl5pPr lvl="4" rtl="0" algn="ctr">
              <a:spcBef>
                <a:spcPts val="0"/>
              </a:spcBef>
              <a:spcAft>
                <a:spcPts val="0"/>
              </a:spcAft>
              <a:buSzPts val="1800"/>
              <a:buNone/>
              <a:defRPr b="1" sz="1800"/>
            </a:lvl5pPr>
            <a:lvl6pPr lvl="5" rtl="0" algn="ctr">
              <a:spcBef>
                <a:spcPts val="0"/>
              </a:spcBef>
              <a:spcAft>
                <a:spcPts val="0"/>
              </a:spcAft>
              <a:buSzPts val="1800"/>
              <a:buNone/>
              <a:defRPr b="1" sz="1800"/>
            </a:lvl6pPr>
            <a:lvl7pPr lvl="6" rtl="0" algn="ctr">
              <a:spcBef>
                <a:spcPts val="0"/>
              </a:spcBef>
              <a:spcAft>
                <a:spcPts val="0"/>
              </a:spcAft>
              <a:buSzPts val="1800"/>
              <a:buNone/>
              <a:defRPr b="1" sz="1800"/>
            </a:lvl7pPr>
            <a:lvl8pPr lvl="7" rtl="0" algn="ctr">
              <a:spcBef>
                <a:spcPts val="0"/>
              </a:spcBef>
              <a:spcAft>
                <a:spcPts val="0"/>
              </a:spcAft>
              <a:buSzPts val="1800"/>
              <a:buNone/>
              <a:defRPr b="1" sz="1800"/>
            </a:lvl8pPr>
            <a:lvl9pPr lvl="8" rtl="0" algn="ctr">
              <a:spcBef>
                <a:spcPts val="0"/>
              </a:spcBef>
              <a:spcAft>
                <a:spcPts val="0"/>
              </a:spcAft>
              <a:buSzPts val="1800"/>
              <a:buNone/>
              <a:defRPr b="1" sz="1800"/>
            </a:lvl9pPr>
          </a:lstStyle>
          <a:p/>
        </p:txBody>
      </p:sp>
      <p:sp>
        <p:nvSpPr>
          <p:cNvPr id="737" name="Google Shape;737;p50"/>
          <p:cNvSpPr txBox="1"/>
          <p:nvPr>
            <p:ph idx="1" type="subTitle"/>
          </p:nvPr>
        </p:nvSpPr>
        <p:spPr>
          <a:xfrm>
            <a:off x="956140" y="2871987"/>
            <a:ext cx="28965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738" name="Google Shape;738;p50"/>
          <p:cNvSpPr txBox="1"/>
          <p:nvPr>
            <p:ph idx="3" type="title"/>
          </p:nvPr>
        </p:nvSpPr>
        <p:spPr>
          <a:xfrm>
            <a:off x="956140" y="1340825"/>
            <a:ext cx="2896500" cy="4341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lgn="ctr">
              <a:spcBef>
                <a:spcPts val="0"/>
              </a:spcBef>
              <a:spcAft>
                <a:spcPts val="0"/>
              </a:spcAft>
              <a:buSzPts val="1800"/>
              <a:buNone/>
              <a:defRPr b="1" sz="1800"/>
            </a:lvl2pPr>
            <a:lvl3pPr lvl="2" rtl="0" algn="ctr">
              <a:spcBef>
                <a:spcPts val="0"/>
              </a:spcBef>
              <a:spcAft>
                <a:spcPts val="0"/>
              </a:spcAft>
              <a:buSzPts val="1800"/>
              <a:buNone/>
              <a:defRPr b="1" sz="1800"/>
            </a:lvl3pPr>
            <a:lvl4pPr lvl="3" rtl="0" algn="ctr">
              <a:spcBef>
                <a:spcPts val="0"/>
              </a:spcBef>
              <a:spcAft>
                <a:spcPts val="0"/>
              </a:spcAft>
              <a:buSzPts val="1800"/>
              <a:buNone/>
              <a:defRPr b="1" sz="1800"/>
            </a:lvl4pPr>
            <a:lvl5pPr lvl="4" rtl="0" algn="ctr">
              <a:spcBef>
                <a:spcPts val="0"/>
              </a:spcBef>
              <a:spcAft>
                <a:spcPts val="0"/>
              </a:spcAft>
              <a:buSzPts val="1800"/>
              <a:buNone/>
              <a:defRPr b="1" sz="1800"/>
            </a:lvl5pPr>
            <a:lvl6pPr lvl="5" rtl="0" algn="ctr">
              <a:spcBef>
                <a:spcPts val="0"/>
              </a:spcBef>
              <a:spcAft>
                <a:spcPts val="0"/>
              </a:spcAft>
              <a:buSzPts val="1800"/>
              <a:buNone/>
              <a:defRPr b="1" sz="1800"/>
            </a:lvl6pPr>
            <a:lvl7pPr lvl="6" rtl="0" algn="ctr">
              <a:spcBef>
                <a:spcPts val="0"/>
              </a:spcBef>
              <a:spcAft>
                <a:spcPts val="0"/>
              </a:spcAft>
              <a:buSzPts val="1800"/>
              <a:buNone/>
              <a:defRPr b="1" sz="1800"/>
            </a:lvl7pPr>
            <a:lvl8pPr lvl="7" rtl="0" algn="ctr">
              <a:spcBef>
                <a:spcPts val="0"/>
              </a:spcBef>
              <a:spcAft>
                <a:spcPts val="0"/>
              </a:spcAft>
              <a:buSzPts val="1800"/>
              <a:buNone/>
              <a:defRPr b="1" sz="1800"/>
            </a:lvl8pPr>
            <a:lvl9pPr lvl="8" rtl="0" algn="ctr">
              <a:spcBef>
                <a:spcPts val="0"/>
              </a:spcBef>
              <a:spcAft>
                <a:spcPts val="0"/>
              </a:spcAft>
              <a:buSzPts val="1800"/>
              <a:buNone/>
              <a:defRPr b="1" sz="1800"/>
            </a:lvl9pPr>
          </a:lstStyle>
          <a:p/>
        </p:txBody>
      </p:sp>
      <p:sp>
        <p:nvSpPr>
          <p:cNvPr id="739" name="Google Shape;739;p50"/>
          <p:cNvSpPr txBox="1"/>
          <p:nvPr>
            <p:ph idx="4" type="subTitle"/>
          </p:nvPr>
        </p:nvSpPr>
        <p:spPr>
          <a:xfrm>
            <a:off x="956140" y="1736725"/>
            <a:ext cx="28965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740" name="Google Shape;740;p50"/>
          <p:cNvSpPr txBox="1"/>
          <p:nvPr>
            <p:ph idx="5" type="title"/>
          </p:nvPr>
        </p:nvSpPr>
        <p:spPr>
          <a:xfrm>
            <a:off x="956140" y="3611250"/>
            <a:ext cx="2896500" cy="4341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lgn="ctr">
              <a:spcBef>
                <a:spcPts val="0"/>
              </a:spcBef>
              <a:spcAft>
                <a:spcPts val="0"/>
              </a:spcAft>
              <a:buSzPts val="1800"/>
              <a:buNone/>
              <a:defRPr b="1" sz="1800"/>
            </a:lvl2pPr>
            <a:lvl3pPr lvl="2" rtl="0" algn="ctr">
              <a:spcBef>
                <a:spcPts val="0"/>
              </a:spcBef>
              <a:spcAft>
                <a:spcPts val="0"/>
              </a:spcAft>
              <a:buSzPts val="1800"/>
              <a:buNone/>
              <a:defRPr b="1" sz="1800"/>
            </a:lvl3pPr>
            <a:lvl4pPr lvl="3" rtl="0" algn="ctr">
              <a:spcBef>
                <a:spcPts val="0"/>
              </a:spcBef>
              <a:spcAft>
                <a:spcPts val="0"/>
              </a:spcAft>
              <a:buSzPts val="1800"/>
              <a:buNone/>
              <a:defRPr b="1" sz="1800"/>
            </a:lvl4pPr>
            <a:lvl5pPr lvl="4" rtl="0" algn="ctr">
              <a:spcBef>
                <a:spcPts val="0"/>
              </a:spcBef>
              <a:spcAft>
                <a:spcPts val="0"/>
              </a:spcAft>
              <a:buSzPts val="1800"/>
              <a:buNone/>
              <a:defRPr b="1" sz="1800"/>
            </a:lvl5pPr>
            <a:lvl6pPr lvl="5" rtl="0" algn="ctr">
              <a:spcBef>
                <a:spcPts val="0"/>
              </a:spcBef>
              <a:spcAft>
                <a:spcPts val="0"/>
              </a:spcAft>
              <a:buSzPts val="1800"/>
              <a:buNone/>
              <a:defRPr b="1" sz="1800"/>
            </a:lvl6pPr>
            <a:lvl7pPr lvl="6" rtl="0" algn="ctr">
              <a:spcBef>
                <a:spcPts val="0"/>
              </a:spcBef>
              <a:spcAft>
                <a:spcPts val="0"/>
              </a:spcAft>
              <a:buSzPts val="1800"/>
              <a:buNone/>
              <a:defRPr b="1" sz="1800"/>
            </a:lvl7pPr>
            <a:lvl8pPr lvl="7" rtl="0" algn="ctr">
              <a:spcBef>
                <a:spcPts val="0"/>
              </a:spcBef>
              <a:spcAft>
                <a:spcPts val="0"/>
              </a:spcAft>
              <a:buSzPts val="1800"/>
              <a:buNone/>
              <a:defRPr b="1" sz="1800"/>
            </a:lvl8pPr>
            <a:lvl9pPr lvl="8" rtl="0" algn="ctr">
              <a:spcBef>
                <a:spcPts val="0"/>
              </a:spcBef>
              <a:spcAft>
                <a:spcPts val="0"/>
              </a:spcAft>
              <a:buSzPts val="1800"/>
              <a:buNone/>
              <a:defRPr b="1" sz="1800"/>
            </a:lvl9pPr>
          </a:lstStyle>
          <a:p/>
        </p:txBody>
      </p:sp>
      <p:sp>
        <p:nvSpPr>
          <p:cNvPr id="741" name="Google Shape;741;p50"/>
          <p:cNvSpPr txBox="1"/>
          <p:nvPr>
            <p:ph idx="6" type="subTitle"/>
          </p:nvPr>
        </p:nvSpPr>
        <p:spPr>
          <a:xfrm>
            <a:off x="956140" y="4007250"/>
            <a:ext cx="28965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42" name="Shape 742"/>
        <p:cNvGrpSpPr/>
        <p:nvPr/>
      </p:nvGrpSpPr>
      <p:grpSpPr>
        <a:xfrm>
          <a:off x="0" y="0"/>
          <a:ext cx="0" cy="0"/>
          <a:chOff x="0" y="0"/>
          <a:chExt cx="0" cy="0"/>
        </a:xfrm>
      </p:grpSpPr>
      <p:grpSp>
        <p:nvGrpSpPr>
          <p:cNvPr id="743" name="Google Shape;743;p51"/>
          <p:cNvGrpSpPr/>
          <p:nvPr/>
        </p:nvGrpSpPr>
        <p:grpSpPr>
          <a:xfrm>
            <a:off x="-9513" y="2"/>
            <a:ext cx="9177947" cy="5143510"/>
            <a:chOff x="-9513" y="2"/>
            <a:chExt cx="9177947" cy="5143510"/>
          </a:xfrm>
        </p:grpSpPr>
        <p:sp>
          <p:nvSpPr>
            <p:cNvPr id="744" name="Google Shape;744;p5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51"/>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1"/>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1"/>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1"/>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 name="Google Shape;749;p51"/>
          <p:cNvGrpSpPr/>
          <p:nvPr/>
        </p:nvGrpSpPr>
        <p:grpSpPr>
          <a:xfrm>
            <a:off x="4281415" y="75177"/>
            <a:ext cx="581170" cy="125403"/>
            <a:chOff x="4685288" y="186288"/>
            <a:chExt cx="419375" cy="90485"/>
          </a:xfrm>
        </p:grpSpPr>
        <p:sp>
          <p:nvSpPr>
            <p:cNvPr id="750" name="Google Shape;750;p5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1" name="Google Shape;751;p51"/>
            <p:cNvGrpSpPr/>
            <p:nvPr/>
          </p:nvGrpSpPr>
          <p:grpSpPr>
            <a:xfrm>
              <a:off x="4685288" y="186300"/>
              <a:ext cx="419375" cy="90473"/>
              <a:chOff x="4390000" y="182175"/>
              <a:chExt cx="419375" cy="90473"/>
            </a:xfrm>
          </p:grpSpPr>
          <p:sp>
            <p:nvSpPr>
              <p:cNvPr id="752" name="Google Shape;752;p5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54" name="Google Shape;754;p51"/>
          <p:cNvSpPr txBox="1"/>
          <p:nvPr>
            <p:ph idx="1" type="subTitle"/>
          </p:nvPr>
        </p:nvSpPr>
        <p:spPr>
          <a:xfrm>
            <a:off x="2117765" y="3228984"/>
            <a:ext cx="1398600" cy="40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r">
              <a:lnSpc>
                <a:spcPct val="100000"/>
              </a:lnSpc>
              <a:spcBef>
                <a:spcPts val="0"/>
              </a:spcBef>
              <a:spcAft>
                <a:spcPts val="0"/>
              </a:spcAft>
              <a:buNone/>
              <a:defRPr b="1">
                <a:solidFill>
                  <a:schemeClr val="accent5"/>
                </a:solidFill>
                <a:latin typeface="Aldrich"/>
                <a:ea typeface="Aldrich"/>
                <a:cs typeface="Aldrich"/>
                <a:sym typeface="Aldrich"/>
              </a:defRPr>
            </a:lvl2pPr>
            <a:lvl3pPr lvl="2" rtl="0" algn="r">
              <a:lnSpc>
                <a:spcPct val="100000"/>
              </a:lnSpc>
              <a:spcBef>
                <a:spcPts val="0"/>
              </a:spcBef>
              <a:spcAft>
                <a:spcPts val="0"/>
              </a:spcAft>
              <a:buNone/>
              <a:defRPr b="1">
                <a:solidFill>
                  <a:schemeClr val="accent5"/>
                </a:solidFill>
                <a:latin typeface="Aldrich"/>
                <a:ea typeface="Aldrich"/>
                <a:cs typeface="Aldrich"/>
                <a:sym typeface="Aldrich"/>
              </a:defRPr>
            </a:lvl3pPr>
            <a:lvl4pPr lvl="3" rtl="0" algn="r">
              <a:lnSpc>
                <a:spcPct val="100000"/>
              </a:lnSpc>
              <a:spcBef>
                <a:spcPts val="0"/>
              </a:spcBef>
              <a:spcAft>
                <a:spcPts val="0"/>
              </a:spcAft>
              <a:buNone/>
              <a:defRPr b="1">
                <a:solidFill>
                  <a:schemeClr val="accent5"/>
                </a:solidFill>
                <a:latin typeface="Aldrich"/>
                <a:ea typeface="Aldrich"/>
                <a:cs typeface="Aldrich"/>
                <a:sym typeface="Aldrich"/>
              </a:defRPr>
            </a:lvl4pPr>
            <a:lvl5pPr lvl="4" rtl="0" algn="r">
              <a:lnSpc>
                <a:spcPct val="100000"/>
              </a:lnSpc>
              <a:spcBef>
                <a:spcPts val="0"/>
              </a:spcBef>
              <a:spcAft>
                <a:spcPts val="0"/>
              </a:spcAft>
              <a:buNone/>
              <a:defRPr b="1">
                <a:solidFill>
                  <a:schemeClr val="accent5"/>
                </a:solidFill>
                <a:latin typeface="Aldrich"/>
                <a:ea typeface="Aldrich"/>
                <a:cs typeface="Aldrich"/>
                <a:sym typeface="Aldrich"/>
              </a:defRPr>
            </a:lvl5pPr>
            <a:lvl6pPr lvl="5" rtl="0" algn="r">
              <a:lnSpc>
                <a:spcPct val="100000"/>
              </a:lnSpc>
              <a:spcBef>
                <a:spcPts val="0"/>
              </a:spcBef>
              <a:spcAft>
                <a:spcPts val="0"/>
              </a:spcAft>
              <a:buNone/>
              <a:defRPr b="1">
                <a:solidFill>
                  <a:schemeClr val="accent5"/>
                </a:solidFill>
                <a:latin typeface="Aldrich"/>
                <a:ea typeface="Aldrich"/>
                <a:cs typeface="Aldrich"/>
                <a:sym typeface="Aldrich"/>
              </a:defRPr>
            </a:lvl6pPr>
            <a:lvl7pPr lvl="6" rtl="0" algn="r">
              <a:lnSpc>
                <a:spcPct val="100000"/>
              </a:lnSpc>
              <a:spcBef>
                <a:spcPts val="0"/>
              </a:spcBef>
              <a:spcAft>
                <a:spcPts val="0"/>
              </a:spcAft>
              <a:buNone/>
              <a:defRPr b="1">
                <a:solidFill>
                  <a:schemeClr val="accent5"/>
                </a:solidFill>
                <a:latin typeface="Aldrich"/>
                <a:ea typeface="Aldrich"/>
                <a:cs typeface="Aldrich"/>
                <a:sym typeface="Aldrich"/>
              </a:defRPr>
            </a:lvl7pPr>
            <a:lvl8pPr lvl="7" rtl="0" algn="r">
              <a:lnSpc>
                <a:spcPct val="100000"/>
              </a:lnSpc>
              <a:spcBef>
                <a:spcPts val="0"/>
              </a:spcBef>
              <a:spcAft>
                <a:spcPts val="0"/>
              </a:spcAft>
              <a:buNone/>
              <a:defRPr b="1">
                <a:solidFill>
                  <a:schemeClr val="accent5"/>
                </a:solidFill>
                <a:latin typeface="Aldrich"/>
                <a:ea typeface="Aldrich"/>
                <a:cs typeface="Aldrich"/>
                <a:sym typeface="Aldrich"/>
              </a:defRPr>
            </a:lvl8pPr>
            <a:lvl9pPr lvl="8" rtl="0" algn="r">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55" name="Google Shape;755;p51"/>
          <p:cNvSpPr txBox="1"/>
          <p:nvPr>
            <p:ph idx="2" type="subTitle"/>
          </p:nvPr>
        </p:nvSpPr>
        <p:spPr>
          <a:xfrm>
            <a:off x="5627635" y="3228984"/>
            <a:ext cx="1398600" cy="40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nSpc>
                <a:spcPct val="100000"/>
              </a:lnSpc>
              <a:spcBef>
                <a:spcPts val="0"/>
              </a:spcBef>
              <a:spcAft>
                <a:spcPts val="0"/>
              </a:spcAft>
              <a:buNone/>
              <a:defRPr b="1">
                <a:solidFill>
                  <a:schemeClr val="accent5"/>
                </a:solidFill>
                <a:latin typeface="Aldrich"/>
                <a:ea typeface="Aldrich"/>
                <a:cs typeface="Aldrich"/>
                <a:sym typeface="Aldrich"/>
              </a:defRPr>
            </a:lvl2pPr>
            <a:lvl3pPr lvl="2" rtl="0">
              <a:lnSpc>
                <a:spcPct val="100000"/>
              </a:lnSpc>
              <a:spcBef>
                <a:spcPts val="0"/>
              </a:spcBef>
              <a:spcAft>
                <a:spcPts val="0"/>
              </a:spcAft>
              <a:buNone/>
              <a:defRPr b="1">
                <a:solidFill>
                  <a:schemeClr val="accent5"/>
                </a:solidFill>
                <a:latin typeface="Aldrich"/>
                <a:ea typeface="Aldrich"/>
                <a:cs typeface="Aldrich"/>
                <a:sym typeface="Aldrich"/>
              </a:defRPr>
            </a:lvl3pPr>
            <a:lvl4pPr lvl="3" rtl="0">
              <a:lnSpc>
                <a:spcPct val="100000"/>
              </a:lnSpc>
              <a:spcBef>
                <a:spcPts val="0"/>
              </a:spcBef>
              <a:spcAft>
                <a:spcPts val="0"/>
              </a:spcAft>
              <a:buNone/>
              <a:defRPr b="1">
                <a:solidFill>
                  <a:schemeClr val="accent5"/>
                </a:solidFill>
                <a:latin typeface="Aldrich"/>
                <a:ea typeface="Aldrich"/>
                <a:cs typeface="Aldrich"/>
                <a:sym typeface="Aldrich"/>
              </a:defRPr>
            </a:lvl4pPr>
            <a:lvl5pPr lvl="4" rtl="0">
              <a:lnSpc>
                <a:spcPct val="100000"/>
              </a:lnSpc>
              <a:spcBef>
                <a:spcPts val="0"/>
              </a:spcBef>
              <a:spcAft>
                <a:spcPts val="0"/>
              </a:spcAft>
              <a:buNone/>
              <a:defRPr b="1">
                <a:solidFill>
                  <a:schemeClr val="accent5"/>
                </a:solidFill>
                <a:latin typeface="Aldrich"/>
                <a:ea typeface="Aldrich"/>
                <a:cs typeface="Aldrich"/>
                <a:sym typeface="Aldrich"/>
              </a:defRPr>
            </a:lvl5pPr>
            <a:lvl6pPr lvl="5" rtl="0">
              <a:lnSpc>
                <a:spcPct val="100000"/>
              </a:lnSpc>
              <a:spcBef>
                <a:spcPts val="0"/>
              </a:spcBef>
              <a:spcAft>
                <a:spcPts val="0"/>
              </a:spcAft>
              <a:buNone/>
              <a:defRPr b="1">
                <a:solidFill>
                  <a:schemeClr val="accent5"/>
                </a:solidFill>
                <a:latin typeface="Aldrich"/>
                <a:ea typeface="Aldrich"/>
                <a:cs typeface="Aldrich"/>
                <a:sym typeface="Aldrich"/>
              </a:defRPr>
            </a:lvl6pPr>
            <a:lvl7pPr lvl="6" rtl="0">
              <a:lnSpc>
                <a:spcPct val="100000"/>
              </a:lnSpc>
              <a:spcBef>
                <a:spcPts val="0"/>
              </a:spcBef>
              <a:spcAft>
                <a:spcPts val="0"/>
              </a:spcAft>
              <a:buNone/>
              <a:defRPr b="1">
                <a:solidFill>
                  <a:schemeClr val="accent5"/>
                </a:solidFill>
                <a:latin typeface="Aldrich"/>
                <a:ea typeface="Aldrich"/>
                <a:cs typeface="Aldrich"/>
                <a:sym typeface="Aldrich"/>
              </a:defRPr>
            </a:lvl7pPr>
            <a:lvl8pPr lvl="7" rtl="0">
              <a:lnSpc>
                <a:spcPct val="100000"/>
              </a:lnSpc>
              <a:spcBef>
                <a:spcPts val="0"/>
              </a:spcBef>
              <a:spcAft>
                <a:spcPts val="0"/>
              </a:spcAft>
              <a:buNone/>
              <a:defRPr b="1">
                <a:solidFill>
                  <a:schemeClr val="accent5"/>
                </a:solidFill>
                <a:latin typeface="Aldrich"/>
                <a:ea typeface="Aldrich"/>
                <a:cs typeface="Aldrich"/>
                <a:sym typeface="Aldrich"/>
              </a:defRPr>
            </a:lvl8pPr>
            <a:lvl9pPr lvl="8" rtl="0">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56" name="Google Shape;756;p51"/>
          <p:cNvSpPr txBox="1"/>
          <p:nvPr>
            <p:ph idx="3" type="subTitle"/>
          </p:nvPr>
        </p:nvSpPr>
        <p:spPr>
          <a:xfrm>
            <a:off x="1297865" y="3645247"/>
            <a:ext cx="2218500" cy="45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57" name="Google Shape;757;p51"/>
          <p:cNvSpPr txBox="1"/>
          <p:nvPr>
            <p:ph idx="4" type="subTitle"/>
          </p:nvPr>
        </p:nvSpPr>
        <p:spPr>
          <a:xfrm>
            <a:off x="5627635" y="3645247"/>
            <a:ext cx="2218500" cy="45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58" name="Google Shape;758;p51"/>
          <p:cNvSpPr txBox="1"/>
          <p:nvPr>
            <p:ph idx="5" type="subTitle"/>
          </p:nvPr>
        </p:nvSpPr>
        <p:spPr>
          <a:xfrm>
            <a:off x="2117765" y="1709641"/>
            <a:ext cx="1398600" cy="40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r">
              <a:lnSpc>
                <a:spcPct val="100000"/>
              </a:lnSpc>
              <a:spcBef>
                <a:spcPts val="0"/>
              </a:spcBef>
              <a:spcAft>
                <a:spcPts val="0"/>
              </a:spcAft>
              <a:buNone/>
              <a:defRPr b="1">
                <a:solidFill>
                  <a:schemeClr val="accent5"/>
                </a:solidFill>
                <a:latin typeface="Aldrich"/>
                <a:ea typeface="Aldrich"/>
                <a:cs typeface="Aldrich"/>
                <a:sym typeface="Aldrich"/>
              </a:defRPr>
            </a:lvl2pPr>
            <a:lvl3pPr lvl="2" rtl="0" algn="r">
              <a:lnSpc>
                <a:spcPct val="100000"/>
              </a:lnSpc>
              <a:spcBef>
                <a:spcPts val="0"/>
              </a:spcBef>
              <a:spcAft>
                <a:spcPts val="0"/>
              </a:spcAft>
              <a:buNone/>
              <a:defRPr b="1">
                <a:solidFill>
                  <a:schemeClr val="accent5"/>
                </a:solidFill>
                <a:latin typeface="Aldrich"/>
                <a:ea typeface="Aldrich"/>
                <a:cs typeface="Aldrich"/>
                <a:sym typeface="Aldrich"/>
              </a:defRPr>
            </a:lvl3pPr>
            <a:lvl4pPr lvl="3" rtl="0" algn="r">
              <a:lnSpc>
                <a:spcPct val="100000"/>
              </a:lnSpc>
              <a:spcBef>
                <a:spcPts val="0"/>
              </a:spcBef>
              <a:spcAft>
                <a:spcPts val="0"/>
              </a:spcAft>
              <a:buNone/>
              <a:defRPr b="1">
                <a:solidFill>
                  <a:schemeClr val="accent5"/>
                </a:solidFill>
                <a:latin typeface="Aldrich"/>
                <a:ea typeface="Aldrich"/>
                <a:cs typeface="Aldrich"/>
                <a:sym typeface="Aldrich"/>
              </a:defRPr>
            </a:lvl4pPr>
            <a:lvl5pPr lvl="4" rtl="0" algn="r">
              <a:lnSpc>
                <a:spcPct val="100000"/>
              </a:lnSpc>
              <a:spcBef>
                <a:spcPts val="0"/>
              </a:spcBef>
              <a:spcAft>
                <a:spcPts val="0"/>
              </a:spcAft>
              <a:buNone/>
              <a:defRPr b="1">
                <a:solidFill>
                  <a:schemeClr val="accent5"/>
                </a:solidFill>
                <a:latin typeface="Aldrich"/>
                <a:ea typeface="Aldrich"/>
                <a:cs typeface="Aldrich"/>
                <a:sym typeface="Aldrich"/>
              </a:defRPr>
            </a:lvl5pPr>
            <a:lvl6pPr lvl="5" rtl="0" algn="r">
              <a:lnSpc>
                <a:spcPct val="100000"/>
              </a:lnSpc>
              <a:spcBef>
                <a:spcPts val="0"/>
              </a:spcBef>
              <a:spcAft>
                <a:spcPts val="0"/>
              </a:spcAft>
              <a:buNone/>
              <a:defRPr b="1">
                <a:solidFill>
                  <a:schemeClr val="accent5"/>
                </a:solidFill>
                <a:latin typeface="Aldrich"/>
                <a:ea typeface="Aldrich"/>
                <a:cs typeface="Aldrich"/>
                <a:sym typeface="Aldrich"/>
              </a:defRPr>
            </a:lvl6pPr>
            <a:lvl7pPr lvl="6" rtl="0" algn="r">
              <a:lnSpc>
                <a:spcPct val="100000"/>
              </a:lnSpc>
              <a:spcBef>
                <a:spcPts val="0"/>
              </a:spcBef>
              <a:spcAft>
                <a:spcPts val="0"/>
              </a:spcAft>
              <a:buNone/>
              <a:defRPr b="1">
                <a:solidFill>
                  <a:schemeClr val="accent5"/>
                </a:solidFill>
                <a:latin typeface="Aldrich"/>
                <a:ea typeface="Aldrich"/>
                <a:cs typeface="Aldrich"/>
                <a:sym typeface="Aldrich"/>
              </a:defRPr>
            </a:lvl7pPr>
            <a:lvl8pPr lvl="7" rtl="0" algn="r">
              <a:lnSpc>
                <a:spcPct val="100000"/>
              </a:lnSpc>
              <a:spcBef>
                <a:spcPts val="0"/>
              </a:spcBef>
              <a:spcAft>
                <a:spcPts val="0"/>
              </a:spcAft>
              <a:buNone/>
              <a:defRPr b="1">
                <a:solidFill>
                  <a:schemeClr val="accent5"/>
                </a:solidFill>
                <a:latin typeface="Aldrich"/>
                <a:ea typeface="Aldrich"/>
                <a:cs typeface="Aldrich"/>
                <a:sym typeface="Aldrich"/>
              </a:defRPr>
            </a:lvl8pPr>
            <a:lvl9pPr lvl="8" rtl="0" algn="r">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59" name="Google Shape;759;p51"/>
          <p:cNvSpPr txBox="1"/>
          <p:nvPr>
            <p:ph idx="6" type="subTitle"/>
          </p:nvPr>
        </p:nvSpPr>
        <p:spPr>
          <a:xfrm>
            <a:off x="5627635" y="1709641"/>
            <a:ext cx="1398600" cy="40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nSpc>
                <a:spcPct val="100000"/>
              </a:lnSpc>
              <a:spcBef>
                <a:spcPts val="0"/>
              </a:spcBef>
              <a:spcAft>
                <a:spcPts val="0"/>
              </a:spcAft>
              <a:buNone/>
              <a:defRPr b="1">
                <a:solidFill>
                  <a:schemeClr val="accent5"/>
                </a:solidFill>
                <a:latin typeface="Aldrich"/>
                <a:ea typeface="Aldrich"/>
                <a:cs typeface="Aldrich"/>
                <a:sym typeface="Aldrich"/>
              </a:defRPr>
            </a:lvl2pPr>
            <a:lvl3pPr lvl="2" rtl="0">
              <a:lnSpc>
                <a:spcPct val="100000"/>
              </a:lnSpc>
              <a:spcBef>
                <a:spcPts val="0"/>
              </a:spcBef>
              <a:spcAft>
                <a:spcPts val="0"/>
              </a:spcAft>
              <a:buNone/>
              <a:defRPr b="1">
                <a:solidFill>
                  <a:schemeClr val="accent5"/>
                </a:solidFill>
                <a:latin typeface="Aldrich"/>
                <a:ea typeface="Aldrich"/>
                <a:cs typeface="Aldrich"/>
                <a:sym typeface="Aldrich"/>
              </a:defRPr>
            </a:lvl3pPr>
            <a:lvl4pPr lvl="3" rtl="0">
              <a:lnSpc>
                <a:spcPct val="100000"/>
              </a:lnSpc>
              <a:spcBef>
                <a:spcPts val="0"/>
              </a:spcBef>
              <a:spcAft>
                <a:spcPts val="0"/>
              </a:spcAft>
              <a:buNone/>
              <a:defRPr b="1">
                <a:solidFill>
                  <a:schemeClr val="accent5"/>
                </a:solidFill>
                <a:latin typeface="Aldrich"/>
                <a:ea typeface="Aldrich"/>
                <a:cs typeface="Aldrich"/>
                <a:sym typeface="Aldrich"/>
              </a:defRPr>
            </a:lvl4pPr>
            <a:lvl5pPr lvl="4" rtl="0">
              <a:lnSpc>
                <a:spcPct val="100000"/>
              </a:lnSpc>
              <a:spcBef>
                <a:spcPts val="0"/>
              </a:spcBef>
              <a:spcAft>
                <a:spcPts val="0"/>
              </a:spcAft>
              <a:buNone/>
              <a:defRPr b="1">
                <a:solidFill>
                  <a:schemeClr val="accent5"/>
                </a:solidFill>
                <a:latin typeface="Aldrich"/>
                <a:ea typeface="Aldrich"/>
                <a:cs typeface="Aldrich"/>
                <a:sym typeface="Aldrich"/>
              </a:defRPr>
            </a:lvl5pPr>
            <a:lvl6pPr lvl="5" rtl="0">
              <a:lnSpc>
                <a:spcPct val="100000"/>
              </a:lnSpc>
              <a:spcBef>
                <a:spcPts val="0"/>
              </a:spcBef>
              <a:spcAft>
                <a:spcPts val="0"/>
              </a:spcAft>
              <a:buNone/>
              <a:defRPr b="1">
                <a:solidFill>
                  <a:schemeClr val="accent5"/>
                </a:solidFill>
                <a:latin typeface="Aldrich"/>
                <a:ea typeface="Aldrich"/>
                <a:cs typeface="Aldrich"/>
                <a:sym typeface="Aldrich"/>
              </a:defRPr>
            </a:lvl6pPr>
            <a:lvl7pPr lvl="6" rtl="0">
              <a:lnSpc>
                <a:spcPct val="100000"/>
              </a:lnSpc>
              <a:spcBef>
                <a:spcPts val="0"/>
              </a:spcBef>
              <a:spcAft>
                <a:spcPts val="0"/>
              </a:spcAft>
              <a:buNone/>
              <a:defRPr b="1">
                <a:solidFill>
                  <a:schemeClr val="accent5"/>
                </a:solidFill>
                <a:latin typeface="Aldrich"/>
                <a:ea typeface="Aldrich"/>
                <a:cs typeface="Aldrich"/>
                <a:sym typeface="Aldrich"/>
              </a:defRPr>
            </a:lvl7pPr>
            <a:lvl8pPr lvl="7" rtl="0">
              <a:lnSpc>
                <a:spcPct val="100000"/>
              </a:lnSpc>
              <a:spcBef>
                <a:spcPts val="0"/>
              </a:spcBef>
              <a:spcAft>
                <a:spcPts val="0"/>
              </a:spcAft>
              <a:buNone/>
              <a:defRPr b="1">
                <a:solidFill>
                  <a:schemeClr val="accent5"/>
                </a:solidFill>
                <a:latin typeface="Aldrich"/>
                <a:ea typeface="Aldrich"/>
                <a:cs typeface="Aldrich"/>
                <a:sym typeface="Aldrich"/>
              </a:defRPr>
            </a:lvl8pPr>
            <a:lvl9pPr lvl="8" rtl="0">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60" name="Google Shape;760;p51"/>
          <p:cNvSpPr txBox="1"/>
          <p:nvPr>
            <p:ph idx="7" type="subTitle"/>
          </p:nvPr>
        </p:nvSpPr>
        <p:spPr>
          <a:xfrm>
            <a:off x="1297865" y="2125989"/>
            <a:ext cx="2218500" cy="45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61" name="Google Shape;761;p51"/>
          <p:cNvSpPr txBox="1"/>
          <p:nvPr>
            <p:ph idx="8" type="subTitle"/>
          </p:nvPr>
        </p:nvSpPr>
        <p:spPr>
          <a:xfrm>
            <a:off x="5627635" y="2125989"/>
            <a:ext cx="2218500" cy="45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62" name="Google Shape;762;p51"/>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63" name="Google Shape;763;p51"/>
          <p:cNvGrpSpPr/>
          <p:nvPr/>
        </p:nvGrpSpPr>
        <p:grpSpPr>
          <a:xfrm rot="10308110">
            <a:off x="7728626" y="741469"/>
            <a:ext cx="1385958" cy="2705306"/>
            <a:chOff x="409722" y="228600"/>
            <a:chExt cx="1385931" cy="2705253"/>
          </a:xfrm>
        </p:grpSpPr>
        <p:grpSp>
          <p:nvGrpSpPr>
            <p:cNvPr id="764" name="Google Shape;764;p51"/>
            <p:cNvGrpSpPr/>
            <p:nvPr/>
          </p:nvGrpSpPr>
          <p:grpSpPr>
            <a:xfrm flipH="1" rot="-617154">
              <a:off x="575967" y="402323"/>
              <a:ext cx="1053440" cy="2450002"/>
              <a:chOff x="3817855" y="1437512"/>
              <a:chExt cx="541146" cy="1128254"/>
            </a:xfrm>
          </p:grpSpPr>
          <p:sp>
            <p:nvSpPr>
              <p:cNvPr id="765" name="Google Shape;765;p5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5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7" name="Google Shape;767;p51"/>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 name="Google Shape;768;p51"/>
          <p:cNvGrpSpPr/>
          <p:nvPr/>
        </p:nvGrpSpPr>
        <p:grpSpPr>
          <a:xfrm rot="-2972274">
            <a:off x="538275" y="2810662"/>
            <a:ext cx="1386048" cy="2705483"/>
            <a:chOff x="409722" y="228600"/>
            <a:chExt cx="1385931" cy="2705253"/>
          </a:xfrm>
        </p:grpSpPr>
        <p:grpSp>
          <p:nvGrpSpPr>
            <p:cNvPr id="769" name="Google Shape;769;p51"/>
            <p:cNvGrpSpPr/>
            <p:nvPr/>
          </p:nvGrpSpPr>
          <p:grpSpPr>
            <a:xfrm flipH="1" rot="-617154">
              <a:off x="575967" y="402323"/>
              <a:ext cx="1053440" cy="2450002"/>
              <a:chOff x="3817855" y="1437512"/>
              <a:chExt cx="541146" cy="1128254"/>
            </a:xfrm>
          </p:grpSpPr>
          <p:sp>
            <p:nvSpPr>
              <p:cNvPr id="770" name="Google Shape;770;p5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2" name="Google Shape;772;p51"/>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6">
    <p:spTree>
      <p:nvGrpSpPr>
        <p:cNvPr id="773" name="Shape 773"/>
        <p:cNvGrpSpPr/>
        <p:nvPr/>
      </p:nvGrpSpPr>
      <p:grpSpPr>
        <a:xfrm>
          <a:off x="0" y="0"/>
          <a:ext cx="0" cy="0"/>
          <a:chOff x="0" y="0"/>
          <a:chExt cx="0" cy="0"/>
        </a:xfrm>
      </p:grpSpPr>
      <p:grpSp>
        <p:nvGrpSpPr>
          <p:cNvPr id="774" name="Google Shape;774;p52"/>
          <p:cNvGrpSpPr/>
          <p:nvPr/>
        </p:nvGrpSpPr>
        <p:grpSpPr>
          <a:xfrm flipH="1">
            <a:off x="-9513" y="-6"/>
            <a:ext cx="9177947" cy="5143519"/>
            <a:chOff x="-9513" y="-6"/>
            <a:chExt cx="9177947" cy="5143519"/>
          </a:xfrm>
        </p:grpSpPr>
        <p:sp>
          <p:nvSpPr>
            <p:cNvPr id="775" name="Google Shape;775;p52"/>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2"/>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2"/>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2"/>
            <p:cNvSpPr/>
            <p:nvPr/>
          </p:nvSpPr>
          <p:spPr>
            <a:xfrm flipH="1">
              <a:off x="67507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52"/>
            <p:cNvSpPr/>
            <p:nvPr/>
          </p:nvSpPr>
          <p:spPr>
            <a:xfrm flipH="1" rot="10800000">
              <a:off x="8024650" y="24328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52"/>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2"/>
            <p:cNvSpPr/>
            <p:nvPr/>
          </p:nvSpPr>
          <p:spPr>
            <a:xfrm flipH="1">
              <a:off x="-9513" y="2600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52"/>
          <p:cNvGrpSpPr/>
          <p:nvPr/>
        </p:nvGrpSpPr>
        <p:grpSpPr>
          <a:xfrm>
            <a:off x="4281415" y="75177"/>
            <a:ext cx="581170" cy="125403"/>
            <a:chOff x="4685288" y="186288"/>
            <a:chExt cx="419375" cy="90485"/>
          </a:xfrm>
        </p:grpSpPr>
        <p:sp>
          <p:nvSpPr>
            <p:cNvPr id="783" name="Google Shape;783;p5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4" name="Google Shape;784;p52"/>
            <p:cNvGrpSpPr/>
            <p:nvPr/>
          </p:nvGrpSpPr>
          <p:grpSpPr>
            <a:xfrm>
              <a:off x="4685288" y="186300"/>
              <a:ext cx="419375" cy="90473"/>
              <a:chOff x="4390000" y="182175"/>
              <a:chExt cx="419375" cy="90473"/>
            </a:xfrm>
          </p:grpSpPr>
          <p:sp>
            <p:nvSpPr>
              <p:cNvPr id="785" name="Google Shape;785;p5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87" name="Google Shape;787;p52"/>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8" name="Google Shape;788;p52"/>
          <p:cNvSpPr txBox="1"/>
          <p:nvPr>
            <p:ph idx="2" type="title"/>
          </p:nvPr>
        </p:nvSpPr>
        <p:spPr>
          <a:xfrm>
            <a:off x="712511" y="162944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89" name="Google Shape;789;p52"/>
          <p:cNvSpPr txBox="1"/>
          <p:nvPr>
            <p:ph idx="1" type="subTitle"/>
          </p:nvPr>
        </p:nvSpPr>
        <p:spPr>
          <a:xfrm>
            <a:off x="712511" y="3429438"/>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790" name="Google Shape;790;p52"/>
          <p:cNvSpPr txBox="1"/>
          <p:nvPr>
            <p:ph idx="3" type="title"/>
          </p:nvPr>
        </p:nvSpPr>
        <p:spPr>
          <a:xfrm>
            <a:off x="2640569" y="1630277"/>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91" name="Google Shape;791;p52"/>
          <p:cNvSpPr txBox="1"/>
          <p:nvPr>
            <p:ph idx="4" type="subTitle"/>
          </p:nvPr>
        </p:nvSpPr>
        <p:spPr>
          <a:xfrm>
            <a:off x="2640569" y="3430175"/>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792" name="Google Shape;792;p52"/>
          <p:cNvSpPr txBox="1"/>
          <p:nvPr>
            <p:ph idx="5" type="title"/>
          </p:nvPr>
        </p:nvSpPr>
        <p:spPr>
          <a:xfrm>
            <a:off x="4568627" y="1629463"/>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93" name="Google Shape;793;p52"/>
          <p:cNvSpPr txBox="1"/>
          <p:nvPr>
            <p:ph idx="6" type="subTitle"/>
          </p:nvPr>
        </p:nvSpPr>
        <p:spPr>
          <a:xfrm>
            <a:off x="4568627" y="3429450"/>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794" name="Google Shape;794;p52"/>
          <p:cNvSpPr txBox="1"/>
          <p:nvPr>
            <p:ph idx="7" type="title"/>
          </p:nvPr>
        </p:nvSpPr>
        <p:spPr>
          <a:xfrm>
            <a:off x="6505789" y="1630290"/>
            <a:ext cx="19257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95" name="Google Shape;795;p52"/>
          <p:cNvSpPr txBox="1"/>
          <p:nvPr>
            <p:ph idx="8" type="subTitle"/>
          </p:nvPr>
        </p:nvSpPr>
        <p:spPr>
          <a:xfrm>
            <a:off x="6505789" y="3430179"/>
            <a:ext cx="19257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96" name="Shape 796"/>
        <p:cNvGrpSpPr/>
        <p:nvPr/>
      </p:nvGrpSpPr>
      <p:grpSpPr>
        <a:xfrm>
          <a:off x="0" y="0"/>
          <a:ext cx="0" cy="0"/>
          <a:chOff x="0" y="0"/>
          <a:chExt cx="0" cy="0"/>
        </a:xfrm>
      </p:grpSpPr>
      <p:grpSp>
        <p:nvGrpSpPr>
          <p:cNvPr id="797" name="Google Shape;797;p53"/>
          <p:cNvGrpSpPr/>
          <p:nvPr/>
        </p:nvGrpSpPr>
        <p:grpSpPr>
          <a:xfrm flipH="1">
            <a:off x="-24431" y="-29154"/>
            <a:ext cx="9177970" cy="5191717"/>
            <a:chOff x="-9546" y="-29154"/>
            <a:chExt cx="9177970" cy="5191717"/>
          </a:xfrm>
        </p:grpSpPr>
        <p:sp>
          <p:nvSpPr>
            <p:cNvPr id="798" name="Google Shape;798;p53"/>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3"/>
            <p:cNvSpPr/>
            <p:nvPr/>
          </p:nvSpPr>
          <p:spPr>
            <a:xfrm>
              <a:off x="7068464" y="-29154"/>
              <a:ext cx="1600279" cy="119956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53"/>
            <p:cNvSpPr/>
            <p:nvPr/>
          </p:nvSpPr>
          <p:spPr>
            <a:xfrm>
              <a:off x="6578703"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53"/>
            <p:cNvSpPr/>
            <p:nvPr/>
          </p:nvSpPr>
          <p:spPr>
            <a:xfrm>
              <a:off x="743289"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3"/>
            <p:cNvSpPr/>
            <p:nvPr/>
          </p:nvSpPr>
          <p:spPr>
            <a:xfrm rot="10800000">
              <a:off x="-9546" y="3670090"/>
              <a:ext cx="1124791"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3"/>
            <p:cNvSpPr/>
            <p:nvPr/>
          </p:nvSpPr>
          <p:spPr>
            <a:xfrm>
              <a:off x="7972342"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53"/>
          <p:cNvGrpSpPr/>
          <p:nvPr/>
        </p:nvGrpSpPr>
        <p:grpSpPr>
          <a:xfrm>
            <a:off x="4281415" y="75177"/>
            <a:ext cx="581170" cy="125403"/>
            <a:chOff x="4685288" y="186288"/>
            <a:chExt cx="419375" cy="90485"/>
          </a:xfrm>
        </p:grpSpPr>
        <p:sp>
          <p:nvSpPr>
            <p:cNvPr id="805" name="Google Shape;805;p5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6" name="Google Shape;806;p53"/>
            <p:cNvGrpSpPr/>
            <p:nvPr/>
          </p:nvGrpSpPr>
          <p:grpSpPr>
            <a:xfrm>
              <a:off x="4685288" y="186300"/>
              <a:ext cx="419375" cy="90473"/>
              <a:chOff x="4390000" y="182175"/>
              <a:chExt cx="419375" cy="90473"/>
            </a:xfrm>
          </p:grpSpPr>
          <p:sp>
            <p:nvSpPr>
              <p:cNvPr id="807" name="Google Shape;807;p5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09" name="Google Shape;809;p53"/>
          <p:cNvSpPr txBox="1"/>
          <p:nvPr>
            <p:ph idx="1" type="subTitle"/>
          </p:nvPr>
        </p:nvSpPr>
        <p:spPr>
          <a:xfrm>
            <a:off x="6169696" y="2166691"/>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0" name="Google Shape;810;p53"/>
          <p:cNvSpPr txBox="1"/>
          <p:nvPr>
            <p:ph idx="2" type="subTitle"/>
          </p:nvPr>
        </p:nvSpPr>
        <p:spPr>
          <a:xfrm>
            <a:off x="3845886" y="1860635"/>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811" name="Google Shape;811;p53"/>
          <p:cNvSpPr txBox="1"/>
          <p:nvPr>
            <p:ph idx="3" type="subTitle"/>
          </p:nvPr>
        </p:nvSpPr>
        <p:spPr>
          <a:xfrm>
            <a:off x="3438336" y="2165641"/>
            <a:ext cx="22677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2" name="Google Shape;812;p53"/>
          <p:cNvSpPr txBox="1"/>
          <p:nvPr>
            <p:ph idx="4" type="subTitle"/>
          </p:nvPr>
        </p:nvSpPr>
        <p:spPr>
          <a:xfrm>
            <a:off x="1116125" y="1858985"/>
            <a:ext cx="1452600" cy="255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813" name="Google Shape;813;p53"/>
          <p:cNvSpPr txBox="1"/>
          <p:nvPr>
            <p:ph idx="5" type="subTitle"/>
          </p:nvPr>
        </p:nvSpPr>
        <p:spPr>
          <a:xfrm>
            <a:off x="710525" y="2166691"/>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4" name="Google Shape;814;p53"/>
          <p:cNvSpPr txBox="1"/>
          <p:nvPr>
            <p:ph idx="6" type="subTitle"/>
          </p:nvPr>
        </p:nvSpPr>
        <p:spPr>
          <a:xfrm>
            <a:off x="6575296" y="1860635"/>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815" name="Google Shape;815;p53"/>
          <p:cNvSpPr txBox="1"/>
          <p:nvPr>
            <p:ph idx="7" type="subTitle"/>
          </p:nvPr>
        </p:nvSpPr>
        <p:spPr>
          <a:xfrm>
            <a:off x="6169696" y="3896075"/>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6" name="Google Shape;816;p53"/>
          <p:cNvSpPr txBox="1"/>
          <p:nvPr>
            <p:ph idx="8" type="subTitle"/>
          </p:nvPr>
        </p:nvSpPr>
        <p:spPr>
          <a:xfrm>
            <a:off x="3440110" y="3896075"/>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7" name="Google Shape;817;p53"/>
          <p:cNvSpPr txBox="1"/>
          <p:nvPr>
            <p:ph idx="9" type="subTitle"/>
          </p:nvPr>
        </p:nvSpPr>
        <p:spPr>
          <a:xfrm>
            <a:off x="710525" y="3896075"/>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8" name="Google Shape;818;p53"/>
          <p:cNvSpPr txBox="1"/>
          <p:nvPr>
            <p:ph idx="13" type="subTitle"/>
          </p:nvPr>
        </p:nvSpPr>
        <p:spPr>
          <a:xfrm>
            <a:off x="3845886" y="3589521"/>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819" name="Google Shape;819;p53"/>
          <p:cNvSpPr txBox="1"/>
          <p:nvPr>
            <p:ph idx="14" type="subTitle"/>
          </p:nvPr>
        </p:nvSpPr>
        <p:spPr>
          <a:xfrm>
            <a:off x="1116125" y="3589521"/>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820" name="Google Shape;820;p53"/>
          <p:cNvSpPr txBox="1"/>
          <p:nvPr>
            <p:ph idx="15" type="subTitle"/>
          </p:nvPr>
        </p:nvSpPr>
        <p:spPr>
          <a:xfrm>
            <a:off x="6575296" y="3589521"/>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821" name="Google Shape;821;p53"/>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822" name="Google Shape;822;p53"/>
          <p:cNvGrpSpPr/>
          <p:nvPr/>
        </p:nvGrpSpPr>
        <p:grpSpPr>
          <a:xfrm rot="1877870">
            <a:off x="-80880" y="163153"/>
            <a:ext cx="1385966" cy="2705322"/>
            <a:chOff x="409722" y="228600"/>
            <a:chExt cx="1385931" cy="2705253"/>
          </a:xfrm>
        </p:grpSpPr>
        <p:grpSp>
          <p:nvGrpSpPr>
            <p:cNvPr id="823" name="Google Shape;823;p53"/>
            <p:cNvGrpSpPr/>
            <p:nvPr/>
          </p:nvGrpSpPr>
          <p:grpSpPr>
            <a:xfrm flipH="1" rot="-617154">
              <a:off x="575967" y="402323"/>
              <a:ext cx="1053440" cy="2450002"/>
              <a:chOff x="3817855" y="1437512"/>
              <a:chExt cx="541146" cy="1128254"/>
            </a:xfrm>
          </p:grpSpPr>
          <p:sp>
            <p:nvSpPr>
              <p:cNvPr id="824" name="Google Shape;824;p5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6" name="Google Shape;826;p5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 name="Google Shape;827;p53"/>
          <p:cNvGrpSpPr/>
          <p:nvPr/>
        </p:nvGrpSpPr>
        <p:grpSpPr>
          <a:xfrm flipH="1" rot="128945">
            <a:off x="8148859" y="1763418"/>
            <a:ext cx="1385935" cy="2705263"/>
            <a:chOff x="409722" y="228600"/>
            <a:chExt cx="1385931" cy="2705253"/>
          </a:xfrm>
        </p:grpSpPr>
        <p:grpSp>
          <p:nvGrpSpPr>
            <p:cNvPr id="828" name="Google Shape;828;p53"/>
            <p:cNvGrpSpPr/>
            <p:nvPr/>
          </p:nvGrpSpPr>
          <p:grpSpPr>
            <a:xfrm flipH="1" rot="-617154">
              <a:off x="575967" y="402323"/>
              <a:ext cx="1053440" cy="2450002"/>
              <a:chOff x="3817855" y="1437512"/>
              <a:chExt cx="541146" cy="1128254"/>
            </a:xfrm>
          </p:grpSpPr>
          <p:sp>
            <p:nvSpPr>
              <p:cNvPr id="829" name="Google Shape;829;p5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1" name="Google Shape;831;p5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832" name="Shape 832"/>
        <p:cNvGrpSpPr/>
        <p:nvPr/>
      </p:nvGrpSpPr>
      <p:grpSpPr>
        <a:xfrm>
          <a:off x="0" y="0"/>
          <a:ext cx="0" cy="0"/>
          <a:chOff x="0" y="0"/>
          <a:chExt cx="0" cy="0"/>
        </a:xfrm>
      </p:grpSpPr>
      <p:grpSp>
        <p:nvGrpSpPr>
          <p:cNvPr id="833" name="Google Shape;833;p54"/>
          <p:cNvGrpSpPr/>
          <p:nvPr/>
        </p:nvGrpSpPr>
        <p:grpSpPr>
          <a:xfrm>
            <a:off x="-9513" y="-6"/>
            <a:ext cx="9177947" cy="5143519"/>
            <a:chOff x="-9513" y="-6"/>
            <a:chExt cx="9177947" cy="5143519"/>
          </a:xfrm>
        </p:grpSpPr>
        <p:sp>
          <p:nvSpPr>
            <p:cNvPr id="834" name="Google Shape;834;p54"/>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4"/>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4"/>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4"/>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4"/>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4"/>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4"/>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 name="Google Shape;841;p54"/>
          <p:cNvGrpSpPr/>
          <p:nvPr/>
        </p:nvGrpSpPr>
        <p:grpSpPr>
          <a:xfrm>
            <a:off x="4281415" y="75177"/>
            <a:ext cx="581170" cy="125403"/>
            <a:chOff x="4685288" y="186288"/>
            <a:chExt cx="419375" cy="90485"/>
          </a:xfrm>
        </p:grpSpPr>
        <p:sp>
          <p:nvSpPr>
            <p:cNvPr id="842" name="Google Shape;842;p5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3" name="Google Shape;843;p54"/>
            <p:cNvGrpSpPr/>
            <p:nvPr/>
          </p:nvGrpSpPr>
          <p:grpSpPr>
            <a:xfrm>
              <a:off x="4685288" y="186300"/>
              <a:ext cx="419375" cy="90473"/>
              <a:chOff x="4390000" y="182175"/>
              <a:chExt cx="419375" cy="90473"/>
            </a:xfrm>
          </p:grpSpPr>
          <p:sp>
            <p:nvSpPr>
              <p:cNvPr id="844" name="Google Shape;844;p5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6" name="Google Shape;846;p54"/>
          <p:cNvSpPr txBox="1"/>
          <p:nvPr>
            <p:ph hasCustomPrompt="1" type="title"/>
          </p:nvPr>
        </p:nvSpPr>
        <p:spPr>
          <a:xfrm>
            <a:off x="2518494" y="2069467"/>
            <a:ext cx="4107000" cy="581100"/>
          </a:xfrm>
          <a:prstGeom prst="rect">
            <a:avLst/>
          </a:prstGeom>
        </p:spPr>
        <p:txBody>
          <a:bodyPr anchorCtr="0" anchor="ctr" bIns="0" lIns="91425" spcFirstLastPara="1" rIns="91425" wrap="square" tIns="0">
            <a:noAutofit/>
          </a:bodyPr>
          <a:lstStyle>
            <a:lvl1pPr lvl="0" rtl="0" algn="ctr">
              <a:spcBef>
                <a:spcPts val="0"/>
              </a:spcBef>
              <a:spcAft>
                <a:spcPts val="0"/>
              </a:spcAft>
              <a:buSzPts val="12000"/>
              <a:buNone/>
              <a:defRPr b="1" sz="4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847" name="Google Shape;847;p54"/>
          <p:cNvSpPr txBox="1"/>
          <p:nvPr>
            <p:ph hasCustomPrompt="1" idx="2" type="title"/>
          </p:nvPr>
        </p:nvSpPr>
        <p:spPr>
          <a:xfrm>
            <a:off x="2268900" y="716920"/>
            <a:ext cx="4606200" cy="581100"/>
          </a:xfrm>
          <a:prstGeom prst="rect">
            <a:avLst/>
          </a:prstGeom>
        </p:spPr>
        <p:txBody>
          <a:bodyPr anchorCtr="0" anchor="ctr" bIns="0" lIns="91425" spcFirstLastPara="1" rIns="91425" wrap="square" tIns="0">
            <a:noAutofit/>
          </a:bodyPr>
          <a:lstStyle>
            <a:lvl1pPr lvl="0" rtl="0" algn="ctr">
              <a:spcBef>
                <a:spcPts val="0"/>
              </a:spcBef>
              <a:spcAft>
                <a:spcPts val="0"/>
              </a:spcAft>
              <a:buSzPts val="12000"/>
              <a:buNone/>
              <a:defRPr b="1" sz="4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848" name="Google Shape;848;p54"/>
          <p:cNvSpPr txBox="1"/>
          <p:nvPr>
            <p:ph hasCustomPrompt="1" idx="3" type="title"/>
          </p:nvPr>
        </p:nvSpPr>
        <p:spPr>
          <a:xfrm>
            <a:off x="2518494" y="3422642"/>
            <a:ext cx="4107000" cy="581100"/>
          </a:xfrm>
          <a:prstGeom prst="rect">
            <a:avLst/>
          </a:prstGeom>
        </p:spPr>
        <p:txBody>
          <a:bodyPr anchorCtr="0" anchor="ctr" bIns="0" lIns="91425" spcFirstLastPara="1" rIns="91425" wrap="square" tIns="0">
            <a:noAutofit/>
          </a:bodyPr>
          <a:lstStyle>
            <a:lvl1pPr lvl="0" rtl="0" algn="ctr">
              <a:spcBef>
                <a:spcPts val="0"/>
              </a:spcBef>
              <a:spcAft>
                <a:spcPts val="0"/>
              </a:spcAft>
              <a:buSzPts val="12000"/>
              <a:buNone/>
              <a:defRPr b="1" sz="4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849" name="Google Shape;849;p54"/>
          <p:cNvSpPr txBox="1"/>
          <p:nvPr>
            <p:ph idx="1" type="subTitle"/>
          </p:nvPr>
        </p:nvSpPr>
        <p:spPr>
          <a:xfrm>
            <a:off x="2518507" y="2718654"/>
            <a:ext cx="4107000" cy="472500"/>
          </a:xfrm>
          <a:prstGeom prst="rect">
            <a:avLst/>
          </a:prstGeom>
        </p:spPr>
        <p:txBody>
          <a:bodyPr anchorCtr="0" anchor="t" bIns="0" lIns="91425" spcFirstLastPara="1" rIns="91425" wrap="square" tIns="0">
            <a:noAutofit/>
          </a:bodyPr>
          <a:lstStyle>
            <a:lvl1pPr lvl="0" rtl="0" algn="ctr">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850" name="Google Shape;850;p54"/>
          <p:cNvSpPr txBox="1"/>
          <p:nvPr>
            <p:ph idx="4" type="subTitle"/>
          </p:nvPr>
        </p:nvSpPr>
        <p:spPr>
          <a:xfrm>
            <a:off x="2518507" y="1366104"/>
            <a:ext cx="4107000" cy="472500"/>
          </a:xfrm>
          <a:prstGeom prst="rect">
            <a:avLst/>
          </a:prstGeom>
        </p:spPr>
        <p:txBody>
          <a:bodyPr anchorCtr="0" anchor="t" bIns="0" lIns="91425" spcFirstLastPara="1" rIns="91425" wrap="square" tIns="0">
            <a:noAutofit/>
          </a:bodyPr>
          <a:lstStyle>
            <a:lvl1pPr lvl="0" rtl="0" algn="ctr">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851" name="Google Shape;851;p54"/>
          <p:cNvSpPr txBox="1"/>
          <p:nvPr>
            <p:ph idx="5" type="subTitle"/>
          </p:nvPr>
        </p:nvSpPr>
        <p:spPr>
          <a:xfrm>
            <a:off x="2518493" y="4087430"/>
            <a:ext cx="4107000" cy="472500"/>
          </a:xfrm>
          <a:prstGeom prst="rect">
            <a:avLst/>
          </a:prstGeom>
        </p:spPr>
        <p:txBody>
          <a:bodyPr anchorCtr="0" anchor="t" bIns="0" lIns="91425" spcFirstLastPara="1" rIns="91425" wrap="square" tIns="0">
            <a:noAutofit/>
          </a:bodyPr>
          <a:lstStyle>
            <a:lvl1pPr lvl="0" rtl="0" algn="ctr">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_1">
    <p:spTree>
      <p:nvGrpSpPr>
        <p:cNvPr id="852" name="Shape 852"/>
        <p:cNvGrpSpPr/>
        <p:nvPr/>
      </p:nvGrpSpPr>
      <p:grpSpPr>
        <a:xfrm>
          <a:off x="0" y="0"/>
          <a:ext cx="0" cy="0"/>
          <a:chOff x="0" y="0"/>
          <a:chExt cx="0" cy="0"/>
        </a:xfrm>
      </p:grpSpPr>
      <p:sp>
        <p:nvSpPr>
          <p:cNvPr id="853" name="Google Shape;853;p55"/>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4" name="Google Shape;854;p55"/>
          <p:cNvGrpSpPr/>
          <p:nvPr/>
        </p:nvGrpSpPr>
        <p:grpSpPr>
          <a:xfrm flipH="1">
            <a:off x="348" y="-6"/>
            <a:ext cx="8806136" cy="5143519"/>
            <a:chOff x="362298" y="-6"/>
            <a:chExt cx="8806136" cy="5143519"/>
          </a:xfrm>
        </p:grpSpPr>
        <p:sp>
          <p:nvSpPr>
            <p:cNvPr id="855" name="Google Shape;855;p55"/>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5"/>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5"/>
            <p:cNvSpPr/>
            <p:nvPr/>
          </p:nvSpPr>
          <p:spPr>
            <a:xfrm>
              <a:off x="362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5"/>
            <p:cNvSpPr/>
            <p:nvPr/>
          </p:nvSpPr>
          <p:spPr>
            <a:xfrm>
              <a:off x="7972352" y="1076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9" name="Google Shape;859;p55"/>
          <p:cNvSpPr/>
          <p:nvPr/>
        </p:nvSpPr>
        <p:spPr>
          <a:xfrm flipH="1" rot="10800000">
            <a:off x="7953723" y="19526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0" name="Google Shape;860;p55"/>
          <p:cNvGrpSpPr/>
          <p:nvPr/>
        </p:nvGrpSpPr>
        <p:grpSpPr>
          <a:xfrm>
            <a:off x="4281415" y="75177"/>
            <a:ext cx="581170" cy="125403"/>
            <a:chOff x="4685288" y="186288"/>
            <a:chExt cx="419375" cy="90485"/>
          </a:xfrm>
        </p:grpSpPr>
        <p:sp>
          <p:nvSpPr>
            <p:cNvPr id="861" name="Google Shape;861;p5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2" name="Google Shape;862;p55"/>
            <p:cNvGrpSpPr/>
            <p:nvPr/>
          </p:nvGrpSpPr>
          <p:grpSpPr>
            <a:xfrm>
              <a:off x="4685288" y="186300"/>
              <a:ext cx="419375" cy="90473"/>
              <a:chOff x="4390000" y="182175"/>
              <a:chExt cx="419375" cy="90473"/>
            </a:xfrm>
          </p:grpSpPr>
          <p:sp>
            <p:nvSpPr>
              <p:cNvPr id="863" name="Google Shape;863;p5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65" name="Google Shape;865;p55"/>
          <p:cNvSpPr txBox="1"/>
          <p:nvPr>
            <p:ph idx="1" type="subTitle"/>
          </p:nvPr>
        </p:nvSpPr>
        <p:spPr>
          <a:xfrm>
            <a:off x="1047800" y="384060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6" name="Google Shape;866;p55"/>
          <p:cNvSpPr txBox="1"/>
          <p:nvPr>
            <p:ph idx="2" type="subTitle"/>
          </p:nvPr>
        </p:nvSpPr>
        <p:spPr>
          <a:xfrm>
            <a:off x="4818700" y="384060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7" name="Google Shape;867;p55"/>
          <p:cNvSpPr txBox="1"/>
          <p:nvPr>
            <p:ph hasCustomPrompt="1" type="title"/>
          </p:nvPr>
        </p:nvSpPr>
        <p:spPr>
          <a:xfrm>
            <a:off x="4818700" y="3302925"/>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68" name="Google Shape;868;p55"/>
          <p:cNvSpPr txBox="1"/>
          <p:nvPr>
            <p:ph hasCustomPrompt="1" idx="3" type="title"/>
          </p:nvPr>
        </p:nvSpPr>
        <p:spPr>
          <a:xfrm>
            <a:off x="1047800" y="3302925"/>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69" name="Google Shape;869;p55"/>
          <p:cNvSpPr txBox="1"/>
          <p:nvPr>
            <p:ph idx="4" type="subTitle"/>
          </p:nvPr>
        </p:nvSpPr>
        <p:spPr>
          <a:xfrm>
            <a:off x="1047800" y="216925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0" name="Google Shape;870;p55"/>
          <p:cNvSpPr txBox="1"/>
          <p:nvPr>
            <p:ph idx="5" type="subTitle"/>
          </p:nvPr>
        </p:nvSpPr>
        <p:spPr>
          <a:xfrm>
            <a:off x="4818700" y="216925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1" name="Google Shape;871;p55"/>
          <p:cNvSpPr txBox="1"/>
          <p:nvPr>
            <p:ph hasCustomPrompt="1" idx="6" type="title"/>
          </p:nvPr>
        </p:nvSpPr>
        <p:spPr>
          <a:xfrm>
            <a:off x="4818700" y="1636050"/>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72" name="Google Shape;872;p55"/>
          <p:cNvSpPr txBox="1"/>
          <p:nvPr>
            <p:ph hasCustomPrompt="1" idx="7" type="title"/>
          </p:nvPr>
        </p:nvSpPr>
        <p:spPr>
          <a:xfrm>
            <a:off x="1047800" y="1636050"/>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73" name="Google Shape;873;p55"/>
          <p:cNvSpPr txBox="1"/>
          <p:nvPr>
            <p:ph idx="8"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6_1_1">
    <p:spTree>
      <p:nvGrpSpPr>
        <p:cNvPr id="874" name="Shape 874"/>
        <p:cNvGrpSpPr/>
        <p:nvPr/>
      </p:nvGrpSpPr>
      <p:grpSpPr>
        <a:xfrm>
          <a:off x="0" y="0"/>
          <a:ext cx="0" cy="0"/>
          <a:chOff x="0" y="0"/>
          <a:chExt cx="0" cy="0"/>
        </a:xfrm>
      </p:grpSpPr>
      <p:sp>
        <p:nvSpPr>
          <p:cNvPr id="875" name="Google Shape;875;p56"/>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6"/>
          <p:cNvSpPr/>
          <p:nvPr/>
        </p:nvSpPr>
        <p:spPr>
          <a:xfrm flipH="1" rot="10800000">
            <a:off x="7132742"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6"/>
          <p:cNvSpPr/>
          <p:nvPr/>
        </p:nvSpPr>
        <p:spPr>
          <a:xfrm flipH="1" rot="10800000">
            <a:off x="743298"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6"/>
          <p:cNvSpPr/>
          <p:nvPr/>
        </p:nvSpPr>
        <p:spPr>
          <a:xfrm flipH="1">
            <a:off x="-9513"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6"/>
          <p:cNvSpPr/>
          <p:nvPr/>
        </p:nvSpPr>
        <p:spPr>
          <a:xfrm flipH="1">
            <a:off x="-9513"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0" name="Google Shape;880;p56"/>
          <p:cNvGrpSpPr/>
          <p:nvPr/>
        </p:nvGrpSpPr>
        <p:grpSpPr>
          <a:xfrm>
            <a:off x="4281415" y="75177"/>
            <a:ext cx="581170" cy="125403"/>
            <a:chOff x="4685288" y="186288"/>
            <a:chExt cx="419375" cy="90485"/>
          </a:xfrm>
        </p:grpSpPr>
        <p:sp>
          <p:nvSpPr>
            <p:cNvPr id="881" name="Google Shape;881;p5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2" name="Google Shape;882;p56"/>
            <p:cNvGrpSpPr/>
            <p:nvPr/>
          </p:nvGrpSpPr>
          <p:grpSpPr>
            <a:xfrm>
              <a:off x="4685288" y="186300"/>
              <a:ext cx="419375" cy="90473"/>
              <a:chOff x="4390000" y="182175"/>
              <a:chExt cx="419375" cy="90473"/>
            </a:xfrm>
          </p:grpSpPr>
          <p:sp>
            <p:nvSpPr>
              <p:cNvPr id="883" name="Google Shape;883;p5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85" name="Google Shape;885;p5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6" name="Google Shape;886;p56"/>
          <p:cNvSpPr txBox="1"/>
          <p:nvPr>
            <p:ph idx="2" type="title"/>
          </p:nvPr>
        </p:nvSpPr>
        <p:spPr>
          <a:xfrm>
            <a:off x="720000" y="3247722"/>
            <a:ext cx="2336400" cy="40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b="1"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87" name="Google Shape;887;p56"/>
          <p:cNvSpPr txBox="1"/>
          <p:nvPr>
            <p:ph idx="1" type="subTitle"/>
          </p:nvPr>
        </p:nvSpPr>
        <p:spPr>
          <a:xfrm>
            <a:off x="720000" y="3638507"/>
            <a:ext cx="2336400" cy="76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8" name="Google Shape;888;p56"/>
          <p:cNvSpPr txBox="1"/>
          <p:nvPr>
            <p:ph idx="3" type="title"/>
          </p:nvPr>
        </p:nvSpPr>
        <p:spPr>
          <a:xfrm flipH="1">
            <a:off x="3403800" y="2193497"/>
            <a:ext cx="2336400" cy="40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b="1"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89" name="Google Shape;889;p56"/>
          <p:cNvSpPr txBox="1"/>
          <p:nvPr>
            <p:ph idx="4" type="subTitle"/>
          </p:nvPr>
        </p:nvSpPr>
        <p:spPr>
          <a:xfrm flipH="1">
            <a:off x="3403800" y="1405563"/>
            <a:ext cx="2336400" cy="76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0" name="Google Shape;890;p56"/>
          <p:cNvSpPr txBox="1"/>
          <p:nvPr>
            <p:ph idx="5" type="title"/>
          </p:nvPr>
        </p:nvSpPr>
        <p:spPr>
          <a:xfrm>
            <a:off x="6087600" y="3247722"/>
            <a:ext cx="2336400" cy="40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b="1"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91" name="Google Shape;891;p56"/>
          <p:cNvSpPr txBox="1"/>
          <p:nvPr>
            <p:ph idx="6" type="subTitle"/>
          </p:nvPr>
        </p:nvSpPr>
        <p:spPr>
          <a:xfrm>
            <a:off x="6087600" y="3638507"/>
            <a:ext cx="2336400" cy="76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2" name="Google Shape;892;p56"/>
          <p:cNvSpPr txBox="1"/>
          <p:nvPr>
            <p:ph hasCustomPrompt="1" idx="7" type="title"/>
          </p:nvPr>
        </p:nvSpPr>
        <p:spPr>
          <a:xfrm>
            <a:off x="1328550" y="1877400"/>
            <a:ext cx="1119300" cy="6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1" sz="25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893" name="Google Shape;893;p56"/>
          <p:cNvSpPr txBox="1"/>
          <p:nvPr>
            <p:ph hasCustomPrompt="1" idx="8" type="title"/>
          </p:nvPr>
        </p:nvSpPr>
        <p:spPr>
          <a:xfrm flipH="1">
            <a:off x="4014650" y="3363244"/>
            <a:ext cx="1119300" cy="6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1" sz="25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894" name="Google Shape;894;p56"/>
          <p:cNvSpPr txBox="1"/>
          <p:nvPr>
            <p:ph hasCustomPrompt="1" idx="9" type="title"/>
          </p:nvPr>
        </p:nvSpPr>
        <p:spPr>
          <a:xfrm>
            <a:off x="6711300" y="1877400"/>
            <a:ext cx="1089000" cy="6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1" sz="25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CUSTOM_6_1_1_1">
    <p:spTree>
      <p:nvGrpSpPr>
        <p:cNvPr id="895" name="Shape 895"/>
        <p:cNvGrpSpPr/>
        <p:nvPr/>
      </p:nvGrpSpPr>
      <p:grpSpPr>
        <a:xfrm>
          <a:off x="0" y="0"/>
          <a:ext cx="0" cy="0"/>
          <a:chOff x="0" y="0"/>
          <a:chExt cx="0" cy="0"/>
        </a:xfrm>
      </p:grpSpPr>
      <p:sp>
        <p:nvSpPr>
          <p:cNvPr id="896" name="Google Shape;896;p57"/>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7" name="Google Shape;897;p57"/>
          <p:cNvGrpSpPr/>
          <p:nvPr/>
        </p:nvGrpSpPr>
        <p:grpSpPr>
          <a:xfrm>
            <a:off x="4281415" y="75177"/>
            <a:ext cx="581170" cy="125403"/>
            <a:chOff x="4685288" y="186288"/>
            <a:chExt cx="419375" cy="90485"/>
          </a:xfrm>
        </p:grpSpPr>
        <p:sp>
          <p:nvSpPr>
            <p:cNvPr id="898" name="Google Shape;898;p5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9" name="Google Shape;899;p57"/>
            <p:cNvGrpSpPr/>
            <p:nvPr/>
          </p:nvGrpSpPr>
          <p:grpSpPr>
            <a:xfrm>
              <a:off x="4685288" y="186300"/>
              <a:ext cx="419375" cy="90473"/>
              <a:chOff x="4390000" y="182175"/>
              <a:chExt cx="419375" cy="90473"/>
            </a:xfrm>
          </p:grpSpPr>
          <p:sp>
            <p:nvSpPr>
              <p:cNvPr id="900" name="Google Shape;900;p5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02" name="Google Shape;902;p57"/>
          <p:cNvGrpSpPr/>
          <p:nvPr/>
        </p:nvGrpSpPr>
        <p:grpSpPr>
          <a:xfrm flipH="1" rot="10800000">
            <a:off x="-9513" y="-6"/>
            <a:ext cx="9177947" cy="5143510"/>
            <a:chOff x="-9513" y="2"/>
            <a:chExt cx="9177947" cy="5143510"/>
          </a:xfrm>
        </p:grpSpPr>
        <p:sp>
          <p:nvSpPr>
            <p:cNvPr id="903" name="Google Shape;903;p57"/>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7"/>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7"/>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7"/>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7"/>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8" name="Google Shape;908;p57"/>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9" name="Google Shape;909;p57"/>
          <p:cNvSpPr txBox="1"/>
          <p:nvPr>
            <p:ph hasCustomPrompt="1" idx="2" type="title"/>
          </p:nvPr>
        </p:nvSpPr>
        <p:spPr>
          <a:xfrm>
            <a:off x="7326200" y="1624450"/>
            <a:ext cx="1096500" cy="49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b="1" sz="2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10" name="Google Shape;910;p57"/>
          <p:cNvSpPr txBox="1"/>
          <p:nvPr>
            <p:ph hasCustomPrompt="1" idx="3" type="title"/>
          </p:nvPr>
        </p:nvSpPr>
        <p:spPr>
          <a:xfrm>
            <a:off x="7326200" y="2728561"/>
            <a:ext cx="1096500" cy="49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b="1" sz="2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11" name="Google Shape;911;p57"/>
          <p:cNvSpPr txBox="1"/>
          <p:nvPr>
            <p:ph hasCustomPrompt="1" idx="4" type="title"/>
          </p:nvPr>
        </p:nvSpPr>
        <p:spPr>
          <a:xfrm>
            <a:off x="7326200" y="3834746"/>
            <a:ext cx="1096500" cy="49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b="1" sz="2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12" name="Google Shape;912;p57"/>
          <p:cNvSpPr txBox="1"/>
          <p:nvPr>
            <p:ph idx="1" type="subTitle"/>
          </p:nvPr>
        </p:nvSpPr>
        <p:spPr>
          <a:xfrm>
            <a:off x="721244" y="1626412"/>
            <a:ext cx="3019500" cy="493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13" name="Google Shape;913;p57"/>
          <p:cNvSpPr txBox="1"/>
          <p:nvPr>
            <p:ph idx="5" type="subTitle"/>
          </p:nvPr>
        </p:nvSpPr>
        <p:spPr>
          <a:xfrm>
            <a:off x="721244" y="2729600"/>
            <a:ext cx="3019500" cy="4977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14" name="Google Shape;914;p57"/>
          <p:cNvSpPr txBox="1"/>
          <p:nvPr>
            <p:ph idx="6" type="subTitle"/>
          </p:nvPr>
        </p:nvSpPr>
        <p:spPr>
          <a:xfrm>
            <a:off x="721244" y="3836688"/>
            <a:ext cx="3019500" cy="493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15" name="Google Shape;915;p57"/>
          <p:cNvSpPr txBox="1"/>
          <p:nvPr>
            <p:ph idx="7" type="title"/>
          </p:nvPr>
        </p:nvSpPr>
        <p:spPr>
          <a:xfrm>
            <a:off x="3886200" y="1242375"/>
            <a:ext cx="3019500" cy="386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500"/>
              <a:buNone/>
              <a:defRPr b="1" sz="1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16" name="Google Shape;916;p57"/>
          <p:cNvSpPr txBox="1"/>
          <p:nvPr>
            <p:ph idx="8" type="title"/>
          </p:nvPr>
        </p:nvSpPr>
        <p:spPr>
          <a:xfrm>
            <a:off x="3886200" y="2351275"/>
            <a:ext cx="3014100" cy="386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500"/>
              <a:buNone/>
              <a:defRPr b="1" sz="1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17" name="Google Shape;917;p57"/>
          <p:cNvSpPr txBox="1"/>
          <p:nvPr>
            <p:ph idx="9" type="title"/>
          </p:nvPr>
        </p:nvSpPr>
        <p:spPr>
          <a:xfrm>
            <a:off x="3886200" y="3460175"/>
            <a:ext cx="3014100" cy="386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500"/>
              <a:buNone/>
              <a:defRPr b="1" sz="1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4">
  <p:cSld name="CUSTOM_6_1_1_1_1">
    <p:spTree>
      <p:nvGrpSpPr>
        <p:cNvPr id="918" name="Shape 918"/>
        <p:cNvGrpSpPr/>
        <p:nvPr/>
      </p:nvGrpSpPr>
      <p:grpSpPr>
        <a:xfrm>
          <a:off x="0" y="0"/>
          <a:ext cx="0" cy="0"/>
          <a:chOff x="0" y="0"/>
          <a:chExt cx="0" cy="0"/>
        </a:xfrm>
      </p:grpSpPr>
      <p:sp>
        <p:nvSpPr>
          <p:cNvPr id="919" name="Google Shape;919;p58"/>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0" name="Google Shape;920;p58"/>
          <p:cNvGrpSpPr/>
          <p:nvPr/>
        </p:nvGrpSpPr>
        <p:grpSpPr>
          <a:xfrm>
            <a:off x="-9513" y="1381124"/>
            <a:ext cx="9177947" cy="3762388"/>
            <a:chOff x="-9513" y="1381124"/>
            <a:chExt cx="9177947" cy="3762388"/>
          </a:xfrm>
        </p:grpSpPr>
        <p:sp>
          <p:nvSpPr>
            <p:cNvPr id="921" name="Google Shape;921;p58"/>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8"/>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58"/>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4" name="Google Shape;924;p58"/>
          <p:cNvGrpSpPr/>
          <p:nvPr/>
        </p:nvGrpSpPr>
        <p:grpSpPr>
          <a:xfrm>
            <a:off x="4281415" y="75177"/>
            <a:ext cx="581170" cy="125403"/>
            <a:chOff x="4685288" y="186288"/>
            <a:chExt cx="419375" cy="90485"/>
          </a:xfrm>
        </p:grpSpPr>
        <p:sp>
          <p:nvSpPr>
            <p:cNvPr id="925" name="Google Shape;925;p5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58"/>
            <p:cNvGrpSpPr/>
            <p:nvPr/>
          </p:nvGrpSpPr>
          <p:grpSpPr>
            <a:xfrm>
              <a:off x="4685288" y="186300"/>
              <a:ext cx="419375" cy="90473"/>
              <a:chOff x="4390000" y="182175"/>
              <a:chExt cx="419375" cy="90473"/>
            </a:xfrm>
          </p:grpSpPr>
          <p:sp>
            <p:nvSpPr>
              <p:cNvPr id="927" name="Google Shape;927;p5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9" name="Google Shape;929;p58"/>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30" name="Google Shape;930;p58"/>
          <p:cNvSpPr txBox="1"/>
          <p:nvPr>
            <p:ph hasCustomPrompt="1" idx="2" type="title"/>
          </p:nvPr>
        </p:nvSpPr>
        <p:spPr>
          <a:xfrm>
            <a:off x="1525659" y="2772538"/>
            <a:ext cx="912600" cy="39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931" name="Google Shape;931;p58"/>
          <p:cNvSpPr txBox="1"/>
          <p:nvPr>
            <p:ph idx="3" type="title"/>
          </p:nvPr>
        </p:nvSpPr>
        <p:spPr>
          <a:xfrm>
            <a:off x="992859" y="1841025"/>
            <a:ext cx="1978200" cy="39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932" name="Google Shape;932;p58"/>
          <p:cNvSpPr txBox="1"/>
          <p:nvPr>
            <p:ph idx="1" type="subTitle"/>
          </p:nvPr>
        </p:nvSpPr>
        <p:spPr>
          <a:xfrm>
            <a:off x="992859" y="1265259"/>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933" name="Google Shape;933;p58"/>
          <p:cNvSpPr txBox="1"/>
          <p:nvPr>
            <p:ph hasCustomPrompt="1" idx="4" type="title"/>
          </p:nvPr>
        </p:nvSpPr>
        <p:spPr>
          <a:xfrm>
            <a:off x="3294130" y="2771188"/>
            <a:ext cx="9126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934" name="Google Shape;934;p58"/>
          <p:cNvSpPr txBox="1"/>
          <p:nvPr>
            <p:ph idx="5" type="title"/>
          </p:nvPr>
        </p:nvSpPr>
        <p:spPr>
          <a:xfrm>
            <a:off x="2761330" y="3699500"/>
            <a:ext cx="19782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935" name="Google Shape;935;p58"/>
          <p:cNvSpPr txBox="1"/>
          <p:nvPr>
            <p:ph idx="6" type="subTitle"/>
          </p:nvPr>
        </p:nvSpPr>
        <p:spPr>
          <a:xfrm>
            <a:off x="2761330" y="4092825"/>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936" name="Google Shape;936;p58"/>
          <p:cNvSpPr txBox="1"/>
          <p:nvPr>
            <p:ph hasCustomPrompt="1" idx="7" type="title"/>
          </p:nvPr>
        </p:nvSpPr>
        <p:spPr>
          <a:xfrm>
            <a:off x="5062601" y="2771188"/>
            <a:ext cx="9126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937" name="Google Shape;937;p58"/>
          <p:cNvSpPr txBox="1"/>
          <p:nvPr>
            <p:ph idx="8" type="title"/>
          </p:nvPr>
        </p:nvSpPr>
        <p:spPr>
          <a:xfrm>
            <a:off x="4529801" y="1833350"/>
            <a:ext cx="1978200" cy="39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938" name="Google Shape;938;p58"/>
          <p:cNvSpPr txBox="1"/>
          <p:nvPr>
            <p:ph idx="9" type="subTitle"/>
          </p:nvPr>
        </p:nvSpPr>
        <p:spPr>
          <a:xfrm>
            <a:off x="4529801" y="1265259"/>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939" name="Google Shape;939;p58"/>
          <p:cNvSpPr txBox="1"/>
          <p:nvPr>
            <p:ph hasCustomPrompt="1" idx="13" type="title"/>
          </p:nvPr>
        </p:nvSpPr>
        <p:spPr>
          <a:xfrm>
            <a:off x="6831071" y="2771188"/>
            <a:ext cx="9126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940" name="Google Shape;940;p58"/>
          <p:cNvSpPr txBox="1"/>
          <p:nvPr>
            <p:ph idx="14" type="title"/>
          </p:nvPr>
        </p:nvSpPr>
        <p:spPr>
          <a:xfrm>
            <a:off x="6298271" y="3699500"/>
            <a:ext cx="19782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941" name="Google Shape;941;p58"/>
          <p:cNvSpPr txBox="1"/>
          <p:nvPr>
            <p:ph idx="15" type="subTitle"/>
          </p:nvPr>
        </p:nvSpPr>
        <p:spPr>
          <a:xfrm>
            <a:off x="6298271" y="4092825"/>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942" name="Shape 942"/>
        <p:cNvGrpSpPr/>
        <p:nvPr/>
      </p:nvGrpSpPr>
      <p:grpSpPr>
        <a:xfrm>
          <a:off x="0" y="0"/>
          <a:ext cx="0" cy="0"/>
          <a:chOff x="0" y="0"/>
          <a:chExt cx="0" cy="0"/>
        </a:xfrm>
      </p:grpSpPr>
      <p:grpSp>
        <p:nvGrpSpPr>
          <p:cNvPr id="943" name="Google Shape;943;p59"/>
          <p:cNvGrpSpPr/>
          <p:nvPr/>
        </p:nvGrpSpPr>
        <p:grpSpPr>
          <a:xfrm>
            <a:off x="-9513" y="-6"/>
            <a:ext cx="9177947" cy="5143519"/>
            <a:chOff x="-9513" y="-6"/>
            <a:chExt cx="9177947" cy="5143519"/>
          </a:xfrm>
        </p:grpSpPr>
        <p:sp>
          <p:nvSpPr>
            <p:cNvPr id="944" name="Google Shape;944;p5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9"/>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9"/>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59"/>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9"/>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9"/>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9"/>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59"/>
          <p:cNvGrpSpPr/>
          <p:nvPr/>
        </p:nvGrpSpPr>
        <p:grpSpPr>
          <a:xfrm>
            <a:off x="4281415" y="75177"/>
            <a:ext cx="581170" cy="125403"/>
            <a:chOff x="4685288" y="186288"/>
            <a:chExt cx="419375" cy="90485"/>
          </a:xfrm>
        </p:grpSpPr>
        <p:sp>
          <p:nvSpPr>
            <p:cNvPr id="952" name="Google Shape;952;p5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3" name="Google Shape;953;p59"/>
            <p:cNvGrpSpPr/>
            <p:nvPr/>
          </p:nvGrpSpPr>
          <p:grpSpPr>
            <a:xfrm>
              <a:off x="4685288" y="186300"/>
              <a:ext cx="419375" cy="90473"/>
              <a:chOff x="4390000" y="182175"/>
              <a:chExt cx="419375" cy="90473"/>
            </a:xfrm>
          </p:grpSpPr>
          <p:sp>
            <p:nvSpPr>
              <p:cNvPr id="954" name="Google Shape;954;p5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56" name="Google Shape;956;p59"/>
          <p:cNvSpPr txBox="1"/>
          <p:nvPr>
            <p:ph idx="1" type="subTitle"/>
          </p:nvPr>
        </p:nvSpPr>
        <p:spPr>
          <a:xfrm>
            <a:off x="1909800" y="1549776"/>
            <a:ext cx="5324400" cy="1308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2400"/>
            </a:lvl1pPr>
            <a:lvl2pPr lvl="1" rtl="0" algn="ctr">
              <a:lnSpc>
                <a:spcPct val="100000"/>
              </a:lnSpc>
              <a:spcBef>
                <a:spcPts val="0"/>
              </a:spcBef>
              <a:spcAft>
                <a:spcPts val="0"/>
              </a:spcAft>
              <a:buNone/>
              <a:defRPr sz="2400"/>
            </a:lvl2pPr>
            <a:lvl3pPr lvl="2" rtl="0" algn="ctr">
              <a:lnSpc>
                <a:spcPct val="100000"/>
              </a:lnSpc>
              <a:spcBef>
                <a:spcPts val="0"/>
              </a:spcBef>
              <a:spcAft>
                <a:spcPts val="0"/>
              </a:spcAft>
              <a:buNone/>
              <a:defRPr sz="2400"/>
            </a:lvl3pPr>
            <a:lvl4pPr lvl="3" rtl="0" algn="ctr">
              <a:lnSpc>
                <a:spcPct val="100000"/>
              </a:lnSpc>
              <a:spcBef>
                <a:spcPts val="0"/>
              </a:spcBef>
              <a:spcAft>
                <a:spcPts val="0"/>
              </a:spcAft>
              <a:buNone/>
              <a:defRPr sz="2400"/>
            </a:lvl4pPr>
            <a:lvl5pPr lvl="4" rtl="0" algn="ctr">
              <a:lnSpc>
                <a:spcPct val="100000"/>
              </a:lnSpc>
              <a:spcBef>
                <a:spcPts val="0"/>
              </a:spcBef>
              <a:spcAft>
                <a:spcPts val="0"/>
              </a:spcAft>
              <a:buNone/>
              <a:defRPr sz="2400"/>
            </a:lvl5pPr>
            <a:lvl6pPr lvl="5" rtl="0" algn="ctr">
              <a:lnSpc>
                <a:spcPct val="100000"/>
              </a:lnSpc>
              <a:spcBef>
                <a:spcPts val="0"/>
              </a:spcBef>
              <a:spcAft>
                <a:spcPts val="0"/>
              </a:spcAft>
              <a:buNone/>
              <a:defRPr sz="2400"/>
            </a:lvl6pPr>
            <a:lvl7pPr lvl="6" rtl="0" algn="ctr">
              <a:lnSpc>
                <a:spcPct val="100000"/>
              </a:lnSpc>
              <a:spcBef>
                <a:spcPts val="0"/>
              </a:spcBef>
              <a:spcAft>
                <a:spcPts val="0"/>
              </a:spcAft>
              <a:buNone/>
              <a:defRPr sz="2400"/>
            </a:lvl7pPr>
            <a:lvl8pPr lvl="7" rtl="0" algn="ctr">
              <a:lnSpc>
                <a:spcPct val="100000"/>
              </a:lnSpc>
              <a:spcBef>
                <a:spcPts val="0"/>
              </a:spcBef>
              <a:spcAft>
                <a:spcPts val="0"/>
              </a:spcAft>
              <a:buNone/>
              <a:defRPr sz="2400"/>
            </a:lvl8pPr>
            <a:lvl9pPr lvl="8" rtl="0" algn="ctr">
              <a:lnSpc>
                <a:spcPct val="100000"/>
              </a:lnSpc>
              <a:spcBef>
                <a:spcPts val="0"/>
              </a:spcBef>
              <a:spcAft>
                <a:spcPts val="0"/>
              </a:spcAft>
              <a:buNone/>
              <a:defRPr sz="2400"/>
            </a:lvl9pPr>
          </a:lstStyle>
          <a:p/>
        </p:txBody>
      </p:sp>
      <p:sp>
        <p:nvSpPr>
          <p:cNvPr id="957" name="Google Shape;957;p59"/>
          <p:cNvSpPr txBox="1"/>
          <p:nvPr>
            <p:ph type="title"/>
          </p:nvPr>
        </p:nvSpPr>
        <p:spPr>
          <a:xfrm>
            <a:off x="3327000" y="3134828"/>
            <a:ext cx="2490000" cy="3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b="1" sz="1600"/>
            </a:lvl1pPr>
            <a:lvl2pPr lvl="1" rtl="0">
              <a:spcBef>
                <a:spcPts val="0"/>
              </a:spcBef>
              <a:spcAft>
                <a:spcPts val="0"/>
              </a:spcAft>
              <a:buClr>
                <a:schemeClr val="accent5"/>
              </a:buClr>
              <a:buSzPts val="2800"/>
              <a:buNone/>
              <a:defRPr>
                <a:solidFill>
                  <a:schemeClr val="accent5"/>
                </a:solidFill>
                <a:latin typeface="PT Sans"/>
                <a:ea typeface="PT Sans"/>
                <a:cs typeface="PT Sans"/>
                <a:sym typeface="PT Sans"/>
              </a:defRPr>
            </a:lvl2pPr>
            <a:lvl3pPr lvl="2" rtl="0">
              <a:spcBef>
                <a:spcPts val="0"/>
              </a:spcBef>
              <a:spcAft>
                <a:spcPts val="0"/>
              </a:spcAft>
              <a:buClr>
                <a:schemeClr val="accent5"/>
              </a:buClr>
              <a:buSzPts val="2800"/>
              <a:buNone/>
              <a:defRPr>
                <a:solidFill>
                  <a:schemeClr val="accent5"/>
                </a:solidFill>
                <a:latin typeface="PT Sans"/>
                <a:ea typeface="PT Sans"/>
                <a:cs typeface="PT Sans"/>
                <a:sym typeface="PT Sans"/>
              </a:defRPr>
            </a:lvl3pPr>
            <a:lvl4pPr lvl="3" rtl="0">
              <a:spcBef>
                <a:spcPts val="0"/>
              </a:spcBef>
              <a:spcAft>
                <a:spcPts val="0"/>
              </a:spcAft>
              <a:buClr>
                <a:schemeClr val="accent5"/>
              </a:buClr>
              <a:buSzPts val="2800"/>
              <a:buNone/>
              <a:defRPr>
                <a:solidFill>
                  <a:schemeClr val="accent5"/>
                </a:solidFill>
                <a:latin typeface="PT Sans"/>
                <a:ea typeface="PT Sans"/>
                <a:cs typeface="PT Sans"/>
                <a:sym typeface="PT Sans"/>
              </a:defRPr>
            </a:lvl4pPr>
            <a:lvl5pPr lvl="4" rtl="0">
              <a:spcBef>
                <a:spcPts val="0"/>
              </a:spcBef>
              <a:spcAft>
                <a:spcPts val="0"/>
              </a:spcAft>
              <a:buClr>
                <a:schemeClr val="accent5"/>
              </a:buClr>
              <a:buSzPts val="2800"/>
              <a:buNone/>
              <a:defRPr>
                <a:solidFill>
                  <a:schemeClr val="accent5"/>
                </a:solidFill>
                <a:latin typeface="PT Sans"/>
                <a:ea typeface="PT Sans"/>
                <a:cs typeface="PT Sans"/>
                <a:sym typeface="PT Sans"/>
              </a:defRPr>
            </a:lvl5pPr>
            <a:lvl6pPr lvl="5" rtl="0">
              <a:spcBef>
                <a:spcPts val="0"/>
              </a:spcBef>
              <a:spcAft>
                <a:spcPts val="0"/>
              </a:spcAft>
              <a:buClr>
                <a:schemeClr val="accent5"/>
              </a:buClr>
              <a:buSzPts val="2800"/>
              <a:buNone/>
              <a:defRPr>
                <a:solidFill>
                  <a:schemeClr val="accent5"/>
                </a:solidFill>
                <a:latin typeface="PT Sans"/>
                <a:ea typeface="PT Sans"/>
                <a:cs typeface="PT Sans"/>
                <a:sym typeface="PT Sans"/>
              </a:defRPr>
            </a:lvl6pPr>
            <a:lvl7pPr lvl="6" rtl="0">
              <a:spcBef>
                <a:spcPts val="0"/>
              </a:spcBef>
              <a:spcAft>
                <a:spcPts val="0"/>
              </a:spcAft>
              <a:buClr>
                <a:schemeClr val="accent5"/>
              </a:buClr>
              <a:buSzPts val="2800"/>
              <a:buNone/>
              <a:defRPr>
                <a:solidFill>
                  <a:schemeClr val="accent5"/>
                </a:solidFill>
                <a:latin typeface="PT Sans"/>
                <a:ea typeface="PT Sans"/>
                <a:cs typeface="PT Sans"/>
                <a:sym typeface="PT Sans"/>
              </a:defRPr>
            </a:lvl7pPr>
            <a:lvl8pPr lvl="7" rtl="0">
              <a:spcBef>
                <a:spcPts val="0"/>
              </a:spcBef>
              <a:spcAft>
                <a:spcPts val="0"/>
              </a:spcAft>
              <a:buClr>
                <a:schemeClr val="accent5"/>
              </a:buClr>
              <a:buSzPts val="2800"/>
              <a:buNone/>
              <a:defRPr>
                <a:solidFill>
                  <a:schemeClr val="accent5"/>
                </a:solidFill>
                <a:latin typeface="PT Sans"/>
                <a:ea typeface="PT Sans"/>
                <a:cs typeface="PT Sans"/>
                <a:sym typeface="PT Sans"/>
              </a:defRPr>
            </a:lvl8pPr>
            <a:lvl9pPr lvl="8" rtl="0">
              <a:spcBef>
                <a:spcPts val="0"/>
              </a:spcBef>
              <a:spcAft>
                <a:spcPts val="0"/>
              </a:spcAft>
              <a:buClr>
                <a:schemeClr val="accent5"/>
              </a:buClr>
              <a:buSzPts val="2800"/>
              <a:buNone/>
              <a:defRPr>
                <a:solidFill>
                  <a:schemeClr val="accent5"/>
                </a:solidFill>
                <a:latin typeface="PT Sans"/>
                <a:ea typeface="PT Sans"/>
                <a:cs typeface="PT Sans"/>
                <a:sym typeface="PT Sa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_1">
    <p:bg>
      <p:bgPr>
        <a:solidFill>
          <a:schemeClr val="accent2"/>
        </a:solidFill>
      </p:bgPr>
    </p:bg>
    <p:spTree>
      <p:nvGrpSpPr>
        <p:cNvPr id="958" name="Shape 958"/>
        <p:cNvGrpSpPr/>
        <p:nvPr/>
      </p:nvGrpSpPr>
      <p:grpSpPr>
        <a:xfrm>
          <a:off x="0" y="0"/>
          <a:ext cx="0" cy="0"/>
          <a:chOff x="0" y="0"/>
          <a:chExt cx="0" cy="0"/>
        </a:xfrm>
      </p:grpSpPr>
      <p:sp>
        <p:nvSpPr>
          <p:cNvPr id="959" name="Google Shape;959;p60"/>
          <p:cNvSpPr txBox="1"/>
          <p:nvPr>
            <p:ph idx="1" type="subTitle"/>
          </p:nvPr>
        </p:nvSpPr>
        <p:spPr>
          <a:xfrm>
            <a:off x="4857750" y="1213625"/>
            <a:ext cx="3586200" cy="2158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2600"/>
            </a:lvl1pPr>
            <a:lvl2pPr lvl="1" rtl="0" algn="r">
              <a:lnSpc>
                <a:spcPct val="100000"/>
              </a:lnSpc>
              <a:spcBef>
                <a:spcPts val="0"/>
              </a:spcBef>
              <a:spcAft>
                <a:spcPts val="0"/>
              </a:spcAft>
              <a:buNone/>
              <a:defRPr sz="2600"/>
            </a:lvl2pPr>
            <a:lvl3pPr lvl="2" rtl="0" algn="r">
              <a:lnSpc>
                <a:spcPct val="100000"/>
              </a:lnSpc>
              <a:spcBef>
                <a:spcPts val="0"/>
              </a:spcBef>
              <a:spcAft>
                <a:spcPts val="0"/>
              </a:spcAft>
              <a:buNone/>
              <a:defRPr sz="2600"/>
            </a:lvl3pPr>
            <a:lvl4pPr lvl="3" rtl="0" algn="r">
              <a:lnSpc>
                <a:spcPct val="100000"/>
              </a:lnSpc>
              <a:spcBef>
                <a:spcPts val="0"/>
              </a:spcBef>
              <a:spcAft>
                <a:spcPts val="0"/>
              </a:spcAft>
              <a:buNone/>
              <a:defRPr sz="2600"/>
            </a:lvl4pPr>
            <a:lvl5pPr lvl="4" rtl="0" algn="r">
              <a:lnSpc>
                <a:spcPct val="100000"/>
              </a:lnSpc>
              <a:spcBef>
                <a:spcPts val="0"/>
              </a:spcBef>
              <a:spcAft>
                <a:spcPts val="0"/>
              </a:spcAft>
              <a:buNone/>
              <a:defRPr sz="2600"/>
            </a:lvl5pPr>
            <a:lvl6pPr lvl="5" rtl="0" algn="r">
              <a:lnSpc>
                <a:spcPct val="100000"/>
              </a:lnSpc>
              <a:spcBef>
                <a:spcPts val="0"/>
              </a:spcBef>
              <a:spcAft>
                <a:spcPts val="0"/>
              </a:spcAft>
              <a:buNone/>
              <a:defRPr sz="2600"/>
            </a:lvl6pPr>
            <a:lvl7pPr lvl="6" rtl="0" algn="r">
              <a:lnSpc>
                <a:spcPct val="100000"/>
              </a:lnSpc>
              <a:spcBef>
                <a:spcPts val="0"/>
              </a:spcBef>
              <a:spcAft>
                <a:spcPts val="0"/>
              </a:spcAft>
              <a:buNone/>
              <a:defRPr sz="2600"/>
            </a:lvl7pPr>
            <a:lvl8pPr lvl="7" rtl="0" algn="r">
              <a:lnSpc>
                <a:spcPct val="100000"/>
              </a:lnSpc>
              <a:spcBef>
                <a:spcPts val="0"/>
              </a:spcBef>
              <a:spcAft>
                <a:spcPts val="0"/>
              </a:spcAft>
              <a:buNone/>
              <a:defRPr sz="2600"/>
            </a:lvl8pPr>
            <a:lvl9pPr lvl="8" rtl="0" algn="r">
              <a:lnSpc>
                <a:spcPct val="100000"/>
              </a:lnSpc>
              <a:spcBef>
                <a:spcPts val="0"/>
              </a:spcBef>
              <a:spcAft>
                <a:spcPts val="0"/>
              </a:spcAft>
              <a:buNone/>
              <a:defRPr sz="2600"/>
            </a:lvl9pPr>
          </a:lstStyle>
          <a:p/>
        </p:txBody>
      </p:sp>
      <p:sp>
        <p:nvSpPr>
          <p:cNvPr id="960" name="Google Shape;960;p60"/>
          <p:cNvSpPr txBox="1"/>
          <p:nvPr>
            <p:ph type="title"/>
          </p:nvPr>
        </p:nvSpPr>
        <p:spPr>
          <a:xfrm>
            <a:off x="5476875" y="3649175"/>
            <a:ext cx="2967000" cy="314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200"/>
              <a:buNone/>
              <a:defRPr b="1" sz="1800"/>
            </a:lvl1pPr>
            <a:lvl2pPr lvl="1" rtl="0" algn="r">
              <a:spcBef>
                <a:spcPts val="0"/>
              </a:spcBef>
              <a:spcAft>
                <a:spcPts val="0"/>
              </a:spcAft>
              <a:buClr>
                <a:schemeClr val="accent5"/>
              </a:buClr>
              <a:buSzPts val="2800"/>
              <a:buNone/>
              <a:defRPr>
                <a:solidFill>
                  <a:schemeClr val="accent5"/>
                </a:solidFill>
                <a:latin typeface="PT Sans"/>
                <a:ea typeface="PT Sans"/>
                <a:cs typeface="PT Sans"/>
                <a:sym typeface="PT Sans"/>
              </a:defRPr>
            </a:lvl2pPr>
            <a:lvl3pPr lvl="2" rtl="0" algn="r">
              <a:spcBef>
                <a:spcPts val="0"/>
              </a:spcBef>
              <a:spcAft>
                <a:spcPts val="0"/>
              </a:spcAft>
              <a:buClr>
                <a:schemeClr val="accent5"/>
              </a:buClr>
              <a:buSzPts val="2800"/>
              <a:buNone/>
              <a:defRPr>
                <a:solidFill>
                  <a:schemeClr val="accent5"/>
                </a:solidFill>
                <a:latin typeface="PT Sans"/>
                <a:ea typeface="PT Sans"/>
                <a:cs typeface="PT Sans"/>
                <a:sym typeface="PT Sans"/>
              </a:defRPr>
            </a:lvl3pPr>
            <a:lvl4pPr lvl="3" rtl="0" algn="r">
              <a:spcBef>
                <a:spcPts val="0"/>
              </a:spcBef>
              <a:spcAft>
                <a:spcPts val="0"/>
              </a:spcAft>
              <a:buClr>
                <a:schemeClr val="accent5"/>
              </a:buClr>
              <a:buSzPts val="2800"/>
              <a:buNone/>
              <a:defRPr>
                <a:solidFill>
                  <a:schemeClr val="accent5"/>
                </a:solidFill>
                <a:latin typeface="PT Sans"/>
                <a:ea typeface="PT Sans"/>
                <a:cs typeface="PT Sans"/>
                <a:sym typeface="PT Sans"/>
              </a:defRPr>
            </a:lvl4pPr>
            <a:lvl5pPr lvl="4" rtl="0" algn="r">
              <a:spcBef>
                <a:spcPts val="0"/>
              </a:spcBef>
              <a:spcAft>
                <a:spcPts val="0"/>
              </a:spcAft>
              <a:buClr>
                <a:schemeClr val="accent5"/>
              </a:buClr>
              <a:buSzPts val="2800"/>
              <a:buNone/>
              <a:defRPr>
                <a:solidFill>
                  <a:schemeClr val="accent5"/>
                </a:solidFill>
                <a:latin typeface="PT Sans"/>
                <a:ea typeface="PT Sans"/>
                <a:cs typeface="PT Sans"/>
                <a:sym typeface="PT Sans"/>
              </a:defRPr>
            </a:lvl5pPr>
            <a:lvl6pPr lvl="5" rtl="0" algn="r">
              <a:spcBef>
                <a:spcPts val="0"/>
              </a:spcBef>
              <a:spcAft>
                <a:spcPts val="0"/>
              </a:spcAft>
              <a:buClr>
                <a:schemeClr val="accent5"/>
              </a:buClr>
              <a:buSzPts val="2800"/>
              <a:buNone/>
              <a:defRPr>
                <a:solidFill>
                  <a:schemeClr val="accent5"/>
                </a:solidFill>
                <a:latin typeface="PT Sans"/>
                <a:ea typeface="PT Sans"/>
                <a:cs typeface="PT Sans"/>
                <a:sym typeface="PT Sans"/>
              </a:defRPr>
            </a:lvl6pPr>
            <a:lvl7pPr lvl="6" rtl="0" algn="r">
              <a:spcBef>
                <a:spcPts val="0"/>
              </a:spcBef>
              <a:spcAft>
                <a:spcPts val="0"/>
              </a:spcAft>
              <a:buClr>
                <a:schemeClr val="accent5"/>
              </a:buClr>
              <a:buSzPts val="2800"/>
              <a:buNone/>
              <a:defRPr>
                <a:solidFill>
                  <a:schemeClr val="accent5"/>
                </a:solidFill>
                <a:latin typeface="PT Sans"/>
                <a:ea typeface="PT Sans"/>
                <a:cs typeface="PT Sans"/>
                <a:sym typeface="PT Sans"/>
              </a:defRPr>
            </a:lvl7pPr>
            <a:lvl8pPr lvl="7" rtl="0" algn="r">
              <a:spcBef>
                <a:spcPts val="0"/>
              </a:spcBef>
              <a:spcAft>
                <a:spcPts val="0"/>
              </a:spcAft>
              <a:buClr>
                <a:schemeClr val="accent5"/>
              </a:buClr>
              <a:buSzPts val="2800"/>
              <a:buNone/>
              <a:defRPr>
                <a:solidFill>
                  <a:schemeClr val="accent5"/>
                </a:solidFill>
                <a:latin typeface="PT Sans"/>
                <a:ea typeface="PT Sans"/>
                <a:cs typeface="PT Sans"/>
                <a:sym typeface="PT Sans"/>
              </a:defRPr>
            </a:lvl8pPr>
            <a:lvl9pPr lvl="8" rtl="0" algn="r">
              <a:spcBef>
                <a:spcPts val="0"/>
              </a:spcBef>
              <a:spcAft>
                <a:spcPts val="0"/>
              </a:spcAft>
              <a:buClr>
                <a:schemeClr val="accent5"/>
              </a:buClr>
              <a:buSzPts val="2800"/>
              <a:buNone/>
              <a:defRPr>
                <a:solidFill>
                  <a:schemeClr val="accent5"/>
                </a:solidFill>
                <a:latin typeface="PT Sans"/>
                <a:ea typeface="PT Sans"/>
                <a:cs typeface="PT Sans"/>
                <a:sym typeface="PT Sa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
    <p:bg>
      <p:bgPr>
        <a:solidFill>
          <a:schemeClr val="accent2"/>
        </a:solidFill>
      </p:bgPr>
    </p:bg>
    <p:spTree>
      <p:nvGrpSpPr>
        <p:cNvPr id="961" name="Shape 961"/>
        <p:cNvGrpSpPr/>
        <p:nvPr/>
      </p:nvGrpSpPr>
      <p:grpSpPr>
        <a:xfrm>
          <a:off x="0" y="0"/>
          <a:ext cx="0" cy="0"/>
          <a:chOff x="0" y="0"/>
          <a:chExt cx="0" cy="0"/>
        </a:xfrm>
      </p:grpSpPr>
      <p:sp>
        <p:nvSpPr>
          <p:cNvPr id="962" name="Google Shape;962;p61"/>
          <p:cNvSpPr txBox="1"/>
          <p:nvPr>
            <p:ph type="ctrTitle"/>
          </p:nvPr>
        </p:nvSpPr>
        <p:spPr>
          <a:xfrm>
            <a:off x="722350" y="685800"/>
            <a:ext cx="3702600" cy="10065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500">
                <a:solidFill>
                  <a:schemeClr val="accent5"/>
                </a:solidFill>
                <a:latin typeface="Aldrich"/>
                <a:ea typeface="Aldrich"/>
                <a:cs typeface="Aldrich"/>
                <a:sym typeface="Aldrich"/>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963" name="Google Shape;963;p61"/>
          <p:cNvSpPr txBox="1"/>
          <p:nvPr>
            <p:ph idx="1" type="subTitle"/>
          </p:nvPr>
        </p:nvSpPr>
        <p:spPr>
          <a:xfrm>
            <a:off x="722350" y="1653025"/>
            <a:ext cx="3702600" cy="138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5"/>
              </a:buClr>
              <a:buSzPts val="2800"/>
              <a:buNone/>
              <a:defRPr>
                <a:solidFill>
                  <a:schemeClr val="accent5"/>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964" name="Google Shape;964;p61"/>
          <p:cNvSpPr txBox="1"/>
          <p:nvPr/>
        </p:nvSpPr>
        <p:spPr>
          <a:xfrm>
            <a:off x="722350" y="2991025"/>
            <a:ext cx="3148500" cy="9150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accent5"/>
                </a:solidFill>
                <a:latin typeface="Didact Gothic"/>
                <a:ea typeface="Didact Gothic"/>
                <a:cs typeface="Didact Gothic"/>
                <a:sym typeface="Didact Gothic"/>
              </a:rPr>
              <a:t>CREDITS: This presentation template was created by </a:t>
            </a:r>
            <a:r>
              <a:rPr b="1" lang="en" sz="1200">
                <a:solidFill>
                  <a:schemeClr val="accent5"/>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lang="en" sz="1200">
                <a:solidFill>
                  <a:schemeClr val="accent5"/>
                </a:solidFill>
                <a:latin typeface="Didact Gothic"/>
                <a:ea typeface="Didact Gothic"/>
                <a:cs typeface="Didact Gothic"/>
                <a:sym typeface="Didact Gothic"/>
              </a:rPr>
              <a:t>, including icons by </a:t>
            </a:r>
            <a:r>
              <a:rPr b="1" lang="en" sz="1200">
                <a:solidFill>
                  <a:schemeClr val="accent5"/>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lang="en" sz="1200">
                <a:solidFill>
                  <a:schemeClr val="accent5"/>
                </a:solidFill>
                <a:latin typeface="Didact Gothic"/>
                <a:ea typeface="Didact Gothic"/>
                <a:cs typeface="Didact Gothic"/>
                <a:sym typeface="Didact Gothic"/>
              </a:rPr>
              <a:t>, infographics &amp; images by </a:t>
            </a:r>
            <a:r>
              <a:rPr b="1" lang="en" sz="1200">
                <a:solidFill>
                  <a:schemeClr val="accent5"/>
                </a:solidFill>
                <a:uFill>
                  <a:noFill/>
                </a:uFill>
                <a:latin typeface="Didact Gothic"/>
                <a:ea typeface="Didact Gothic"/>
                <a:cs typeface="Didact Gothic"/>
                <a:sym typeface="Didact Gothic"/>
                <a:hlinkClick r:id="rId4">
                  <a:extLst>
                    <a:ext uri="{A12FA001-AC4F-418D-AE19-62706E023703}">
                      <ahyp:hlinkClr val="tx"/>
                    </a:ext>
                  </a:extLst>
                </a:hlinkClick>
              </a:rPr>
              <a:t>Freepik</a:t>
            </a:r>
            <a:r>
              <a:rPr lang="en" sz="1200">
                <a:solidFill>
                  <a:schemeClr val="accent5"/>
                </a:solidFill>
                <a:latin typeface="Didact Gothic"/>
                <a:ea typeface="Didact Gothic"/>
                <a:cs typeface="Didact Gothic"/>
                <a:sym typeface="Didact Gothic"/>
              </a:rPr>
              <a:t> </a:t>
            </a:r>
            <a:endParaRPr b="1" sz="1200">
              <a:solidFill>
                <a:schemeClr val="accent5"/>
              </a:solidFill>
              <a:latin typeface="Didact Gothic"/>
              <a:ea typeface="Didact Gothic"/>
              <a:cs typeface="Didact Gothic"/>
              <a:sym typeface="Didact Gothic"/>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bg>
      <p:bgPr>
        <a:solidFill>
          <a:schemeClr val="accent2"/>
        </a:solidFill>
      </p:bgPr>
    </p:bg>
    <p:spTree>
      <p:nvGrpSpPr>
        <p:cNvPr id="965" name="Shape 965"/>
        <p:cNvGrpSpPr/>
        <p:nvPr/>
      </p:nvGrpSpPr>
      <p:grpSpPr>
        <a:xfrm>
          <a:off x="0" y="0"/>
          <a:ext cx="0" cy="0"/>
          <a:chOff x="0" y="0"/>
          <a:chExt cx="0" cy="0"/>
        </a:xfrm>
      </p:grpSpPr>
      <p:cxnSp>
        <p:nvCxnSpPr>
          <p:cNvPr id="966" name="Google Shape;966;p62"/>
          <p:cNvCxnSpPr/>
          <p:nvPr/>
        </p:nvCxnSpPr>
        <p:spPr>
          <a:xfrm rot="10800000">
            <a:off x="447750" y="4895850"/>
            <a:ext cx="1133400" cy="0"/>
          </a:xfrm>
          <a:prstGeom prst="straightConnector1">
            <a:avLst/>
          </a:prstGeom>
          <a:noFill/>
          <a:ln cap="flat" cmpd="sng" w="19050">
            <a:solidFill>
              <a:schemeClr val="accent5"/>
            </a:solidFill>
            <a:prstDash val="solid"/>
            <a:round/>
            <a:headEnd len="med" w="med" type="none"/>
            <a:tailEnd len="med" w="med" type="none"/>
          </a:ln>
        </p:spPr>
      </p:cxnSp>
      <p:grpSp>
        <p:nvGrpSpPr>
          <p:cNvPr id="967" name="Google Shape;967;p62"/>
          <p:cNvGrpSpPr/>
          <p:nvPr/>
        </p:nvGrpSpPr>
        <p:grpSpPr>
          <a:xfrm flipH="1">
            <a:off x="-47478" y="2136847"/>
            <a:ext cx="1179753" cy="2854241"/>
            <a:chOff x="7907551" y="-114309"/>
            <a:chExt cx="1908059" cy="4616272"/>
          </a:xfrm>
        </p:grpSpPr>
        <p:sp>
          <p:nvSpPr>
            <p:cNvPr id="968" name="Google Shape;968;p62"/>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62"/>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62"/>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62"/>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62"/>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62"/>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62"/>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2"/>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2"/>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2"/>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2"/>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2"/>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62"/>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62"/>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62"/>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62"/>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4" name="Google Shape;984;p62"/>
          <p:cNvSpPr/>
          <p:nvPr/>
        </p:nvSpPr>
        <p:spPr>
          <a:xfrm flipH="1">
            <a:off x="6758010" y="46750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5" name="Google Shape;985;p62"/>
          <p:cNvGrpSpPr/>
          <p:nvPr/>
        </p:nvGrpSpPr>
        <p:grpSpPr>
          <a:xfrm flipH="1">
            <a:off x="8058686" y="457200"/>
            <a:ext cx="1385931" cy="2705253"/>
            <a:chOff x="409722" y="228600"/>
            <a:chExt cx="1385931" cy="2705253"/>
          </a:xfrm>
        </p:grpSpPr>
        <p:grpSp>
          <p:nvGrpSpPr>
            <p:cNvPr id="986" name="Google Shape;986;p62"/>
            <p:cNvGrpSpPr/>
            <p:nvPr/>
          </p:nvGrpSpPr>
          <p:grpSpPr>
            <a:xfrm flipH="1" rot="-617154">
              <a:off x="575967" y="402323"/>
              <a:ext cx="1053440" cy="2450002"/>
              <a:chOff x="3817855" y="1437512"/>
              <a:chExt cx="541146" cy="1128254"/>
            </a:xfrm>
          </p:grpSpPr>
          <p:sp>
            <p:nvSpPr>
              <p:cNvPr id="987" name="Google Shape;987;p62"/>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62"/>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9" name="Google Shape;989;p62"/>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_1">
    <p:spTree>
      <p:nvGrpSpPr>
        <p:cNvPr id="990" name="Shape 990"/>
        <p:cNvGrpSpPr/>
        <p:nvPr/>
      </p:nvGrpSpPr>
      <p:grpSpPr>
        <a:xfrm>
          <a:off x="0" y="0"/>
          <a:ext cx="0" cy="0"/>
          <a:chOff x="0" y="0"/>
          <a:chExt cx="0" cy="0"/>
        </a:xfrm>
      </p:grpSpPr>
      <p:grpSp>
        <p:nvGrpSpPr>
          <p:cNvPr id="991" name="Google Shape;991;p63"/>
          <p:cNvGrpSpPr/>
          <p:nvPr/>
        </p:nvGrpSpPr>
        <p:grpSpPr>
          <a:xfrm flipH="1">
            <a:off x="-24431" y="-6"/>
            <a:ext cx="9169628" cy="5143518"/>
            <a:chOff x="-1204" y="-6"/>
            <a:chExt cx="9169628" cy="5143518"/>
          </a:xfrm>
        </p:grpSpPr>
        <p:sp>
          <p:nvSpPr>
            <p:cNvPr id="992" name="Google Shape;992;p63"/>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63"/>
            <p:cNvSpPr/>
            <p:nvPr/>
          </p:nvSpPr>
          <p:spPr>
            <a:xfrm>
              <a:off x="7144668"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63"/>
            <p:cNvSpPr/>
            <p:nvPr/>
          </p:nvSpPr>
          <p:spPr>
            <a:xfrm>
              <a:off x="6578703"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63"/>
            <p:cNvSpPr/>
            <p:nvPr/>
          </p:nvSpPr>
          <p:spPr>
            <a:xfrm>
              <a:off x="743289"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63"/>
            <p:cNvSpPr/>
            <p:nvPr/>
          </p:nvSpPr>
          <p:spPr>
            <a:xfrm rot="10800000">
              <a:off x="-1204"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3"/>
            <p:cNvSpPr/>
            <p:nvPr/>
          </p:nvSpPr>
          <p:spPr>
            <a:xfrm>
              <a:off x="7972342"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 name="Google Shape;998;p63"/>
          <p:cNvGrpSpPr/>
          <p:nvPr/>
        </p:nvGrpSpPr>
        <p:grpSpPr>
          <a:xfrm>
            <a:off x="4281415" y="75177"/>
            <a:ext cx="581170" cy="125403"/>
            <a:chOff x="4685288" y="186288"/>
            <a:chExt cx="419375" cy="90485"/>
          </a:xfrm>
        </p:grpSpPr>
        <p:sp>
          <p:nvSpPr>
            <p:cNvPr id="999" name="Google Shape;999;p6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0" name="Google Shape;1000;p63"/>
            <p:cNvGrpSpPr/>
            <p:nvPr/>
          </p:nvGrpSpPr>
          <p:grpSpPr>
            <a:xfrm>
              <a:off x="4685288" y="186300"/>
              <a:ext cx="419375" cy="90473"/>
              <a:chOff x="4390000" y="182175"/>
              <a:chExt cx="419375" cy="90473"/>
            </a:xfrm>
          </p:grpSpPr>
          <p:sp>
            <p:nvSpPr>
              <p:cNvPr id="1001" name="Google Shape;1001;p6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03" name="Google Shape;1003;p63"/>
          <p:cNvGrpSpPr/>
          <p:nvPr/>
        </p:nvGrpSpPr>
        <p:grpSpPr>
          <a:xfrm rot="-1102275">
            <a:off x="239301" y="2899434"/>
            <a:ext cx="541146" cy="2225370"/>
            <a:chOff x="871338" y="1945155"/>
            <a:chExt cx="247109" cy="1016148"/>
          </a:xfrm>
        </p:grpSpPr>
        <p:sp>
          <p:nvSpPr>
            <p:cNvPr id="1004" name="Google Shape;1004;p63"/>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3"/>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3"/>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7" name="Google Shape;1007;p63"/>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MAIN_POINT_1">
    <p:bg>
      <p:bgPr>
        <a:solidFill>
          <a:schemeClr val="accent2"/>
        </a:solidFill>
      </p:bgPr>
    </p:bg>
    <p:spTree>
      <p:nvGrpSpPr>
        <p:cNvPr id="1008" name="Shape 1008"/>
        <p:cNvGrpSpPr/>
        <p:nvPr/>
      </p:nvGrpSpPr>
      <p:grpSpPr>
        <a:xfrm>
          <a:off x="0" y="0"/>
          <a:ext cx="0" cy="0"/>
          <a:chOff x="0" y="0"/>
          <a:chExt cx="0" cy="0"/>
        </a:xfrm>
      </p:grpSpPr>
      <p:grpSp>
        <p:nvGrpSpPr>
          <p:cNvPr id="1009" name="Google Shape;1009;p64"/>
          <p:cNvGrpSpPr/>
          <p:nvPr/>
        </p:nvGrpSpPr>
        <p:grpSpPr>
          <a:xfrm>
            <a:off x="319043" y="283350"/>
            <a:ext cx="8505900" cy="4576800"/>
            <a:chOff x="319043" y="283350"/>
            <a:chExt cx="8505900" cy="4576800"/>
          </a:xfrm>
        </p:grpSpPr>
        <p:sp>
          <p:nvSpPr>
            <p:cNvPr id="1010" name="Google Shape;1010;p64"/>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64"/>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64"/>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64"/>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64"/>
            <p:cNvSpPr/>
            <p:nvPr/>
          </p:nvSpPr>
          <p:spPr>
            <a:xfrm rot="10800000">
              <a:off x="5767286" y="3636168"/>
              <a:ext cx="1611114" cy="1209957"/>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64"/>
            <p:cNvSpPr/>
            <p:nvPr/>
          </p:nvSpPr>
          <p:spPr>
            <a:xfrm rot="10800000">
              <a:off x="6640281" y="3842942"/>
              <a:ext cx="1348069" cy="100435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6" name="Google Shape;1016;p64"/>
          <p:cNvGrpSpPr/>
          <p:nvPr/>
        </p:nvGrpSpPr>
        <p:grpSpPr>
          <a:xfrm>
            <a:off x="4281415" y="375214"/>
            <a:ext cx="581170" cy="125403"/>
            <a:chOff x="4685288" y="186288"/>
            <a:chExt cx="419375" cy="90485"/>
          </a:xfrm>
        </p:grpSpPr>
        <p:sp>
          <p:nvSpPr>
            <p:cNvPr id="1017" name="Google Shape;1017;p6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8" name="Google Shape;1018;p64"/>
            <p:cNvGrpSpPr/>
            <p:nvPr/>
          </p:nvGrpSpPr>
          <p:grpSpPr>
            <a:xfrm>
              <a:off x="4685288" y="186300"/>
              <a:ext cx="419375" cy="90473"/>
              <a:chOff x="4390000" y="182175"/>
              <a:chExt cx="419375" cy="90473"/>
            </a:xfrm>
          </p:grpSpPr>
          <p:sp>
            <p:nvSpPr>
              <p:cNvPr id="1019" name="Google Shape;1019;p6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2"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800"/>
              <a:buFont typeface="Aldrich"/>
              <a:buNone/>
              <a:defRPr sz="2800">
                <a:solidFill>
                  <a:schemeClr val="accent5"/>
                </a:solidFill>
                <a:latin typeface="Aldrich"/>
                <a:ea typeface="Aldrich"/>
                <a:cs typeface="Aldrich"/>
                <a:sym typeface="Aldrich"/>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5"/>
              </a:buClr>
              <a:buSzPts val="1800"/>
              <a:buFont typeface="Didact Gothic"/>
              <a:buChar char="●"/>
              <a:defRPr sz="1800">
                <a:solidFill>
                  <a:schemeClr val="accent5"/>
                </a:solidFill>
                <a:latin typeface="Didact Gothic"/>
                <a:ea typeface="Didact Gothic"/>
                <a:cs typeface="Didact Gothic"/>
                <a:sym typeface="Didact Gothic"/>
              </a:defRPr>
            </a:lvl1pPr>
            <a:lvl2pPr indent="-317500" lvl="1" marL="9144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2pPr>
            <a:lvl3pPr indent="-317500" lvl="2" marL="13716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3pPr>
            <a:lvl4pPr indent="-317500" lvl="3" marL="18288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4pPr>
            <a:lvl5pPr indent="-317500" lvl="4" marL="22860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5pPr>
            <a:lvl6pPr indent="-317500" lvl="5" marL="27432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6pPr>
            <a:lvl7pPr indent="-317500" lvl="6" marL="32004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7pPr>
            <a:lvl8pPr indent="-317500" lvl="7" marL="3657600" rtl="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8pPr>
            <a:lvl9pPr indent="-317500" lvl="8" marL="4114800" rtl="0">
              <a:lnSpc>
                <a:spcPct val="115000"/>
              </a:lnSpc>
              <a:spcBef>
                <a:spcPts val="1600"/>
              </a:spcBef>
              <a:spcAft>
                <a:spcPts val="1600"/>
              </a:spcAft>
              <a:buClr>
                <a:schemeClr val="accent5"/>
              </a:buClr>
              <a:buSzPts val="1400"/>
              <a:buFont typeface="Didact Gothic"/>
              <a:buChar char="■"/>
              <a:defRPr>
                <a:solidFill>
                  <a:schemeClr val="accent5"/>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24" name="Shape 1024"/>
        <p:cNvGrpSpPr/>
        <p:nvPr/>
      </p:nvGrpSpPr>
      <p:grpSpPr>
        <a:xfrm>
          <a:off x="0" y="0"/>
          <a:ext cx="0" cy="0"/>
          <a:chOff x="0" y="0"/>
          <a:chExt cx="0" cy="0"/>
        </a:xfrm>
      </p:grpSpPr>
      <p:sp>
        <p:nvSpPr>
          <p:cNvPr id="1025" name="Google Shape;1025;p65"/>
          <p:cNvSpPr txBox="1"/>
          <p:nvPr>
            <p:ph idx="1" type="subTitle"/>
          </p:nvPr>
        </p:nvSpPr>
        <p:spPr>
          <a:xfrm>
            <a:off x="2254050" y="2825950"/>
            <a:ext cx="46359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a:t>
            </a:r>
            <a:endParaRPr/>
          </a:p>
          <a:p>
            <a:pPr indent="0" lvl="0" marL="0" rtl="0" algn="ctr">
              <a:spcBef>
                <a:spcPts val="0"/>
              </a:spcBef>
              <a:spcAft>
                <a:spcPts val="0"/>
              </a:spcAft>
              <a:buNone/>
            </a:pPr>
            <a:r>
              <a:rPr lang="en"/>
              <a:t>Tobi Bakare &amp; Uditi Shah</a:t>
            </a:r>
            <a:endParaRPr/>
          </a:p>
          <a:p>
            <a:pPr indent="0" lvl="0" marL="0" rtl="0" algn="l">
              <a:spcBef>
                <a:spcPts val="0"/>
              </a:spcBef>
              <a:spcAft>
                <a:spcPts val="0"/>
              </a:spcAft>
              <a:buNone/>
            </a:pPr>
            <a:r>
              <a:t/>
            </a:r>
            <a:endParaRPr/>
          </a:p>
        </p:txBody>
      </p:sp>
      <p:sp>
        <p:nvSpPr>
          <p:cNvPr id="1026" name="Google Shape;1026;p65"/>
          <p:cNvSpPr txBox="1"/>
          <p:nvPr>
            <p:ph type="ctrTitle"/>
          </p:nvPr>
        </p:nvSpPr>
        <p:spPr>
          <a:xfrm>
            <a:off x="1896300" y="1379375"/>
            <a:ext cx="5351400" cy="137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Titanic Data Analysis</a:t>
            </a:r>
            <a:endParaRPr/>
          </a:p>
        </p:txBody>
      </p:sp>
      <p:grpSp>
        <p:nvGrpSpPr>
          <p:cNvPr id="1027" name="Google Shape;1027;p65"/>
          <p:cNvGrpSpPr/>
          <p:nvPr/>
        </p:nvGrpSpPr>
        <p:grpSpPr>
          <a:xfrm flipH="1">
            <a:off x="1783208" y="704857"/>
            <a:ext cx="864824" cy="693028"/>
            <a:chOff x="10049025" y="922900"/>
            <a:chExt cx="537625" cy="430800"/>
          </a:xfrm>
        </p:grpSpPr>
        <p:sp>
          <p:nvSpPr>
            <p:cNvPr id="1028" name="Google Shape;1028;p65"/>
            <p:cNvSpPr/>
            <p:nvPr/>
          </p:nvSpPr>
          <p:spPr>
            <a:xfrm>
              <a:off x="10056525" y="930425"/>
              <a:ext cx="521975" cy="331475"/>
            </a:xfrm>
            <a:custGeom>
              <a:rect b="b" l="l" r="r" t="t"/>
              <a:pathLst>
                <a:path extrusionOk="0" h="13259" w="20879">
                  <a:moveTo>
                    <a:pt x="14412" y="0"/>
                  </a:moveTo>
                  <a:lnTo>
                    <a:pt x="1" y="226"/>
                  </a:lnTo>
                  <a:cubicBezTo>
                    <a:pt x="1254" y="2506"/>
                    <a:pt x="2407" y="4812"/>
                    <a:pt x="3334" y="7218"/>
                  </a:cubicBezTo>
                  <a:lnTo>
                    <a:pt x="12532" y="13258"/>
                  </a:lnTo>
                  <a:lnTo>
                    <a:pt x="20878" y="12757"/>
                  </a:lnTo>
                  <a:lnTo>
                    <a:pt x="144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5"/>
            <p:cNvSpPr/>
            <p:nvPr/>
          </p:nvSpPr>
          <p:spPr>
            <a:xfrm>
              <a:off x="10049025" y="922900"/>
              <a:ext cx="537625" cy="347150"/>
            </a:xfrm>
            <a:custGeom>
              <a:rect b="b" l="l" r="r" t="t"/>
              <a:pathLst>
                <a:path extrusionOk="0" h="13886" w="21505">
                  <a:moveTo>
                    <a:pt x="14574" y="527"/>
                  </a:moveTo>
                  <a:cubicBezTo>
                    <a:pt x="16433" y="4242"/>
                    <a:pt x="18292" y="7862"/>
                    <a:pt x="20151" y="11579"/>
                  </a:cubicBezTo>
                  <a:cubicBezTo>
                    <a:pt x="20376" y="11973"/>
                    <a:pt x="20614" y="12366"/>
                    <a:pt x="20804" y="12760"/>
                  </a:cubicBezTo>
                  <a:lnTo>
                    <a:pt x="20804" y="12760"/>
                  </a:lnTo>
                  <a:cubicBezTo>
                    <a:pt x="18222" y="12953"/>
                    <a:pt x="15639" y="13167"/>
                    <a:pt x="13033" y="13359"/>
                  </a:cubicBezTo>
                  <a:lnTo>
                    <a:pt x="12933" y="13359"/>
                  </a:lnTo>
                  <a:cubicBezTo>
                    <a:pt x="12832" y="13359"/>
                    <a:pt x="12732" y="13259"/>
                    <a:pt x="12732" y="13259"/>
                  </a:cubicBezTo>
                  <a:cubicBezTo>
                    <a:pt x="12206" y="12933"/>
                    <a:pt x="11780" y="12632"/>
                    <a:pt x="11379" y="12306"/>
                  </a:cubicBezTo>
                  <a:cubicBezTo>
                    <a:pt x="9800" y="11379"/>
                    <a:pt x="8346" y="10326"/>
                    <a:pt x="6892" y="9399"/>
                  </a:cubicBezTo>
                  <a:cubicBezTo>
                    <a:pt x="5891" y="8707"/>
                    <a:pt x="4889" y="8106"/>
                    <a:pt x="3909" y="7402"/>
                  </a:cubicBezTo>
                  <a:lnTo>
                    <a:pt x="3909" y="7402"/>
                  </a:lnTo>
                  <a:cubicBezTo>
                    <a:pt x="2933" y="5179"/>
                    <a:pt x="1872" y="2958"/>
                    <a:pt x="726" y="817"/>
                  </a:cubicBezTo>
                  <a:lnTo>
                    <a:pt x="726" y="817"/>
                  </a:lnTo>
                  <a:cubicBezTo>
                    <a:pt x="4768" y="720"/>
                    <a:pt x="8788" y="623"/>
                    <a:pt x="12832" y="527"/>
                  </a:cubicBezTo>
                  <a:close/>
                  <a:moveTo>
                    <a:pt x="14712" y="0"/>
                  </a:moveTo>
                  <a:cubicBezTo>
                    <a:pt x="10527" y="101"/>
                    <a:pt x="6366" y="201"/>
                    <a:pt x="2181" y="301"/>
                  </a:cubicBezTo>
                  <a:lnTo>
                    <a:pt x="301" y="301"/>
                  </a:lnTo>
                  <a:cubicBezTo>
                    <a:pt x="100" y="301"/>
                    <a:pt x="0" y="527"/>
                    <a:pt x="100" y="727"/>
                  </a:cubicBezTo>
                  <a:cubicBezTo>
                    <a:pt x="1343" y="2890"/>
                    <a:pt x="2364" y="5176"/>
                    <a:pt x="3408" y="7560"/>
                  </a:cubicBezTo>
                  <a:lnTo>
                    <a:pt x="3408" y="7560"/>
                  </a:lnTo>
                  <a:cubicBezTo>
                    <a:pt x="3411" y="7606"/>
                    <a:pt x="3428" y="7647"/>
                    <a:pt x="3462" y="7679"/>
                  </a:cubicBezTo>
                  <a:lnTo>
                    <a:pt x="3462" y="7679"/>
                  </a:lnTo>
                  <a:cubicBezTo>
                    <a:pt x="3505" y="7746"/>
                    <a:pt x="3576" y="7784"/>
                    <a:pt x="3651" y="7796"/>
                  </a:cubicBezTo>
                  <a:lnTo>
                    <a:pt x="3651" y="7796"/>
                  </a:lnTo>
                  <a:cubicBezTo>
                    <a:pt x="6015" y="9352"/>
                    <a:pt x="8285" y="10978"/>
                    <a:pt x="10652" y="12532"/>
                  </a:cubicBezTo>
                  <a:cubicBezTo>
                    <a:pt x="11153" y="12832"/>
                    <a:pt x="11679" y="13259"/>
                    <a:pt x="12206" y="13559"/>
                  </a:cubicBezTo>
                  <a:cubicBezTo>
                    <a:pt x="12406" y="13685"/>
                    <a:pt x="12632" y="13885"/>
                    <a:pt x="12832" y="13885"/>
                  </a:cubicBezTo>
                  <a:cubicBezTo>
                    <a:pt x="13258" y="13885"/>
                    <a:pt x="13785" y="13785"/>
                    <a:pt x="14286" y="13785"/>
                  </a:cubicBezTo>
                  <a:cubicBezTo>
                    <a:pt x="15138" y="13685"/>
                    <a:pt x="16065" y="13685"/>
                    <a:pt x="16918" y="13559"/>
                  </a:cubicBezTo>
                  <a:cubicBezTo>
                    <a:pt x="18371" y="13459"/>
                    <a:pt x="19725" y="13359"/>
                    <a:pt x="21178" y="13259"/>
                  </a:cubicBezTo>
                  <a:cubicBezTo>
                    <a:pt x="21404" y="13259"/>
                    <a:pt x="21504" y="13058"/>
                    <a:pt x="21404" y="12933"/>
                  </a:cubicBezTo>
                  <a:lnTo>
                    <a:pt x="15765" y="1654"/>
                  </a:lnTo>
                  <a:cubicBezTo>
                    <a:pt x="15439" y="1153"/>
                    <a:pt x="15138" y="627"/>
                    <a:pt x="14912" y="101"/>
                  </a:cubicBezTo>
                  <a:cubicBezTo>
                    <a:pt x="14812" y="101"/>
                    <a:pt x="14812" y="0"/>
                    <a:pt x="147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65"/>
            <p:cNvSpPr/>
            <p:nvPr/>
          </p:nvSpPr>
          <p:spPr>
            <a:xfrm>
              <a:off x="10351650" y="961750"/>
              <a:ext cx="44500" cy="75825"/>
            </a:xfrm>
            <a:custGeom>
              <a:rect b="b" l="l" r="r" t="t"/>
              <a:pathLst>
                <a:path extrusionOk="0" h="3033" w="1780">
                  <a:moveTo>
                    <a:pt x="1780" y="0"/>
                  </a:moveTo>
                  <a:lnTo>
                    <a:pt x="1780" y="0"/>
                  </a:lnTo>
                  <a:cubicBezTo>
                    <a:pt x="1153" y="953"/>
                    <a:pt x="527" y="1980"/>
                    <a:pt x="0" y="3033"/>
                  </a:cubicBezTo>
                  <a:lnTo>
                    <a:pt x="1780" y="0"/>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65"/>
            <p:cNvSpPr/>
            <p:nvPr/>
          </p:nvSpPr>
          <p:spPr>
            <a:xfrm>
              <a:off x="10344450" y="955525"/>
              <a:ext cx="60000" cy="88025"/>
            </a:xfrm>
            <a:custGeom>
              <a:rect b="b" l="l" r="r" t="t"/>
              <a:pathLst>
                <a:path extrusionOk="0" h="3521" w="2400">
                  <a:moveTo>
                    <a:pt x="2109" y="0"/>
                  </a:moveTo>
                  <a:cubicBezTo>
                    <a:pt x="2021" y="0"/>
                    <a:pt x="1921" y="44"/>
                    <a:pt x="1842" y="149"/>
                  </a:cubicBezTo>
                  <a:cubicBezTo>
                    <a:pt x="1216" y="1101"/>
                    <a:pt x="589" y="2129"/>
                    <a:pt x="88" y="3182"/>
                  </a:cubicBezTo>
                  <a:cubicBezTo>
                    <a:pt x="1" y="3321"/>
                    <a:pt x="180" y="3520"/>
                    <a:pt x="331" y="3520"/>
                  </a:cubicBezTo>
                  <a:cubicBezTo>
                    <a:pt x="397" y="3520"/>
                    <a:pt x="458" y="3482"/>
                    <a:pt x="489" y="3382"/>
                  </a:cubicBezTo>
                  <a:cubicBezTo>
                    <a:pt x="1116" y="2354"/>
                    <a:pt x="1642" y="1302"/>
                    <a:pt x="2268" y="349"/>
                  </a:cubicBezTo>
                  <a:cubicBezTo>
                    <a:pt x="2399" y="154"/>
                    <a:pt x="2274" y="0"/>
                    <a:pt x="21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5"/>
            <p:cNvSpPr/>
            <p:nvPr/>
          </p:nvSpPr>
          <p:spPr>
            <a:xfrm>
              <a:off x="10098525" y="969875"/>
              <a:ext cx="31350" cy="33875"/>
            </a:xfrm>
            <a:custGeom>
              <a:rect b="b" l="l" r="r" t="t"/>
              <a:pathLst>
                <a:path extrusionOk="0" h="1355" w="1254">
                  <a:moveTo>
                    <a:pt x="0" y="1"/>
                  </a:moveTo>
                  <a:lnTo>
                    <a:pt x="0" y="1"/>
                  </a:lnTo>
                  <a:cubicBezTo>
                    <a:pt x="401" y="527"/>
                    <a:pt x="827" y="928"/>
                    <a:pt x="1253" y="1354"/>
                  </a:cubicBezTo>
                  <a:lnTo>
                    <a:pt x="0" y="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65"/>
            <p:cNvSpPr/>
            <p:nvPr/>
          </p:nvSpPr>
          <p:spPr>
            <a:xfrm>
              <a:off x="10090375" y="965025"/>
              <a:ext cx="44500" cy="45625"/>
            </a:xfrm>
            <a:custGeom>
              <a:rect b="b" l="l" r="r" t="t"/>
              <a:pathLst>
                <a:path extrusionOk="0" h="1825" w="1780">
                  <a:moveTo>
                    <a:pt x="323" y="1"/>
                  </a:moveTo>
                  <a:cubicBezTo>
                    <a:pt x="245" y="1"/>
                    <a:pt x="163" y="32"/>
                    <a:pt x="101" y="95"/>
                  </a:cubicBezTo>
                  <a:cubicBezTo>
                    <a:pt x="0" y="195"/>
                    <a:pt x="0" y="295"/>
                    <a:pt x="101" y="396"/>
                  </a:cubicBezTo>
                  <a:cubicBezTo>
                    <a:pt x="527" y="822"/>
                    <a:pt x="953" y="1348"/>
                    <a:pt x="1354" y="1749"/>
                  </a:cubicBezTo>
                  <a:cubicBezTo>
                    <a:pt x="1416" y="1799"/>
                    <a:pt x="1498" y="1824"/>
                    <a:pt x="1576" y="1824"/>
                  </a:cubicBezTo>
                  <a:cubicBezTo>
                    <a:pt x="1654" y="1824"/>
                    <a:pt x="1730" y="1799"/>
                    <a:pt x="1780" y="1749"/>
                  </a:cubicBezTo>
                  <a:lnTo>
                    <a:pt x="1780" y="1348"/>
                  </a:lnTo>
                  <a:lnTo>
                    <a:pt x="527" y="95"/>
                  </a:lnTo>
                  <a:cubicBezTo>
                    <a:pt x="476" y="32"/>
                    <a:pt x="401" y="1"/>
                    <a:pt x="3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65"/>
            <p:cNvSpPr/>
            <p:nvPr/>
          </p:nvSpPr>
          <p:spPr>
            <a:xfrm>
              <a:off x="10479475" y="1207350"/>
              <a:ext cx="57675" cy="15700"/>
            </a:xfrm>
            <a:custGeom>
              <a:rect b="b" l="l" r="r" t="t"/>
              <a:pathLst>
                <a:path extrusionOk="0" h="628" w="2307">
                  <a:moveTo>
                    <a:pt x="0" y="1"/>
                  </a:moveTo>
                  <a:lnTo>
                    <a:pt x="2306" y="627"/>
                  </a:lnTo>
                  <a:cubicBezTo>
                    <a:pt x="1579" y="427"/>
                    <a:pt x="827" y="201"/>
                    <a:pt x="0"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65"/>
            <p:cNvSpPr/>
            <p:nvPr/>
          </p:nvSpPr>
          <p:spPr>
            <a:xfrm>
              <a:off x="10474450" y="1201025"/>
              <a:ext cx="67700" cy="28075"/>
            </a:xfrm>
            <a:custGeom>
              <a:rect b="b" l="l" r="r" t="t"/>
              <a:pathLst>
                <a:path extrusionOk="0" h="1123" w="2708">
                  <a:moveTo>
                    <a:pt x="193" y="1"/>
                  </a:moveTo>
                  <a:cubicBezTo>
                    <a:pt x="99" y="1"/>
                    <a:pt x="1" y="83"/>
                    <a:pt x="1" y="154"/>
                  </a:cubicBezTo>
                  <a:cubicBezTo>
                    <a:pt x="1" y="354"/>
                    <a:pt x="1" y="454"/>
                    <a:pt x="201" y="555"/>
                  </a:cubicBezTo>
                  <a:cubicBezTo>
                    <a:pt x="928" y="680"/>
                    <a:pt x="1655" y="880"/>
                    <a:pt x="2407" y="1081"/>
                  </a:cubicBezTo>
                  <a:cubicBezTo>
                    <a:pt x="2436" y="1110"/>
                    <a:pt x="2474" y="1122"/>
                    <a:pt x="2513" y="1122"/>
                  </a:cubicBezTo>
                  <a:cubicBezTo>
                    <a:pt x="2607" y="1122"/>
                    <a:pt x="2708" y="1052"/>
                    <a:pt x="2708" y="981"/>
                  </a:cubicBezTo>
                  <a:cubicBezTo>
                    <a:pt x="2708" y="780"/>
                    <a:pt x="2708" y="680"/>
                    <a:pt x="2507" y="555"/>
                  </a:cubicBezTo>
                  <a:cubicBezTo>
                    <a:pt x="1780" y="354"/>
                    <a:pt x="1028" y="154"/>
                    <a:pt x="302" y="53"/>
                  </a:cubicBezTo>
                  <a:cubicBezTo>
                    <a:pt x="272" y="16"/>
                    <a:pt x="233" y="1"/>
                    <a:pt x="1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65"/>
            <p:cNvSpPr/>
            <p:nvPr/>
          </p:nvSpPr>
          <p:spPr>
            <a:xfrm>
              <a:off x="10074700" y="1008725"/>
              <a:ext cx="384125" cy="339625"/>
            </a:xfrm>
            <a:custGeom>
              <a:rect b="b" l="l" r="r" t="t"/>
              <a:pathLst>
                <a:path extrusionOk="0" h="13585" w="15365">
                  <a:moveTo>
                    <a:pt x="3359" y="1"/>
                  </a:moveTo>
                  <a:cubicBezTo>
                    <a:pt x="1981" y="2206"/>
                    <a:pt x="853" y="4487"/>
                    <a:pt x="1" y="6793"/>
                  </a:cubicBezTo>
                  <a:cubicBezTo>
                    <a:pt x="1" y="6793"/>
                    <a:pt x="1154" y="8998"/>
                    <a:pt x="4286" y="11079"/>
                  </a:cubicBezTo>
                  <a:cubicBezTo>
                    <a:pt x="7319" y="13159"/>
                    <a:pt x="10026" y="13585"/>
                    <a:pt x="10026" y="13585"/>
                  </a:cubicBezTo>
                  <a:cubicBezTo>
                    <a:pt x="12006" y="11906"/>
                    <a:pt x="14111" y="9725"/>
                    <a:pt x="15364" y="7520"/>
                  </a:cubicBezTo>
                  <a:cubicBezTo>
                    <a:pt x="15364" y="7520"/>
                    <a:pt x="13585" y="3986"/>
                    <a:pt x="10251" y="1981"/>
                  </a:cubicBezTo>
                  <a:cubicBezTo>
                    <a:pt x="6893" y="101"/>
                    <a:pt x="3359" y="1"/>
                    <a:pt x="33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65"/>
            <p:cNvSpPr/>
            <p:nvPr/>
          </p:nvSpPr>
          <p:spPr>
            <a:xfrm>
              <a:off x="10067175" y="1002600"/>
              <a:ext cx="399150" cy="351100"/>
            </a:xfrm>
            <a:custGeom>
              <a:rect b="b" l="l" r="r" t="t"/>
              <a:pathLst>
                <a:path extrusionOk="0" h="14044" w="15966">
                  <a:moveTo>
                    <a:pt x="3795" y="575"/>
                  </a:moveTo>
                  <a:cubicBezTo>
                    <a:pt x="8594" y="722"/>
                    <a:pt x="13202" y="3473"/>
                    <a:pt x="15385" y="7757"/>
                  </a:cubicBezTo>
                  <a:lnTo>
                    <a:pt x="15385" y="7757"/>
                  </a:lnTo>
                  <a:cubicBezTo>
                    <a:pt x="14070" y="9966"/>
                    <a:pt x="12272" y="11875"/>
                    <a:pt x="10281" y="13504"/>
                  </a:cubicBezTo>
                  <a:lnTo>
                    <a:pt x="10227" y="13504"/>
                  </a:lnTo>
                  <a:cubicBezTo>
                    <a:pt x="10126" y="13504"/>
                    <a:pt x="10026" y="13404"/>
                    <a:pt x="9801" y="13404"/>
                  </a:cubicBezTo>
                  <a:cubicBezTo>
                    <a:pt x="9400" y="13304"/>
                    <a:pt x="8973" y="13203"/>
                    <a:pt x="8447" y="13003"/>
                  </a:cubicBezTo>
                  <a:cubicBezTo>
                    <a:pt x="6993" y="12477"/>
                    <a:pt x="5540" y="11750"/>
                    <a:pt x="4161" y="10697"/>
                  </a:cubicBezTo>
                  <a:cubicBezTo>
                    <a:pt x="3034" y="9870"/>
                    <a:pt x="1981" y="8918"/>
                    <a:pt x="1154" y="7865"/>
                  </a:cubicBezTo>
                  <a:cubicBezTo>
                    <a:pt x="928" y="7564"/>
                    <a:pt x="728" y="7364"/>
                    <a:pt x="628" y="7038"/>
                  </a:cubicBezTo>
                  <a:cubicBezTo>
                    <a:pt x="543" y="7038"/>
                    <a:pt x="530" y="6967"/>
                    <a:pt x="528" y="6944"/>
                  </a:cubicBezTo>
                  <a:lnTo>
                    <a:pt x="528" y="6944"/>
                  </a:lnTo>
                  <a:cubicBezTo>
                    <a:pt x="528" y="6950"/>
                    <a:pt x="530" y="6953"/>
                    <a:pt x="533" y="6953"/>
                  </a:cubicBezTo>
                  <a:cubicBezTo>
                    <a:pt x="567" y="6953"/>
                    <a:pt x="728" y="6612"/>
                    <a:pt x="728" y="6612"/>
                  </a:cubicBezTo>
                  <a:cubicBezTo>
                    <a:pt x="828" y="6311"/>
                    <a:pt x="928" y="5985"/>
                    <a:pt x="1029" y="5785"/>
                  </a:cubicBezTo>
                  <a:cubicBezTo>
                    <a:pt x="1863" y="3944"/>
                    <a:pt x="2769" y="2200"/>
                    <a:pt x="3795" y="575"/>
                  </a:cubicBezTo>
                  <a:close/>
                  <a:moveTo>
                    <a:pt x="3780" y="1"/>
                  </a:moveTo>
                  <a:cubicBezTo>
                    <a:pt x="3694" y="1"/>
                    <a:pt x="3610" y="12"/>
                    <a:pt x="3535" y="45"/>
                  </a:cubicBezTo>
                  <a:cubicBezTo>
                    <a:pt x="3234" y="146"/>
                    <a:pt x="3134" y="672"/>
                    <a:pt x="2908" y="872"/>
                  </a:cubicBezTo>
                  <a:cubicBezTo>
                    <a:pt x="2708" y="1399"/>
                    <a:pt x="2407" y="1825"/>
                    <a:pt x="2181" y="2351"/>
                  </a:cubicBezTo>
                  <a:cubicBezTo>
                    <a:pt x="1655" y="3278"/>
                    <a:pt x="1154" y="4331"/>
                    <a:pt x="728" y="5359"/>
                  </a:cubicBezTo>
                  <a:cubicBezTo>
                    <a:pt x="527" y="5785"/>
                    <a:pt x="302" y="6211"/>
                    <a:pt x="201" y="6612"/>
                  </a:cubicBezTo>
                  <a:cubicBezTo>
                    <a:pt x="101" y="6837"/>
                    <a:pt x="1" y="7038"/>
                    <a:pt x="101" y="7238"/>
                  </a:cubicBezTo>
                  <a:cubicBezTo>
                    <a:pt x="201" y="7464"/>
                    <a:pt x="402" y="7765"/>
                    <a:pt x="628" y="7990"/>
                  </a:cubicBezTo>
                  <a:cubicBezTo>
                    <a:pt x="1029" y="8492"/>
                    <a:pt x="1455" y="9018"/>
                    <a:pt x="1881" y="9444"/>
                  </a:cubicBezTo>
                  <a:cubicBezTo>
                    <a:pt x="3435" y="10998"/>
                    <a:pt x="5314" y="12251"/>
                    <a:pt x="7294" y="13103"/>
                  </a:cubicBezTo>
                  <a:cubicBezTo>
                    <a:pt x="8247" y="13504"/>
                    <a:pt x="9299" y="13930"/>
                    <a:pt x="10327" y="14030"/>
                  </a:cubicBezTo>
                  <a:cubicBezTo>
                    <a:pt x="10356" y="14039"/>
                    <a:pt x="10383" y="14044"/>
                    <a:pt x="10407" y="14044"/>
                  </a:cubicBezTo>
                  <a:cubicBezTo>
                    <a:pt x="10491" y="14044"/>
                    <a:pt x="10542" y="13993"/>
                    <a:pt x="10562" y="13922"/>
                  </a:cubicBezTo>
                  <a:lnTo>
                    <a:pt x="10562" y="13922"/>
                  </a:lnTo>
                  <a:cubicBezTo>
                    <a:pt x="12112" y="12671"/>
                    <a:pt x="13562" y="11220"/>
                    <a:pt x="14713" y="9644"/>
                  </a:cubicBezTo>
                  <a:cubicBezTo>
                    <a:pt x="15039" y="9243"/>
                    <a:pt x="15339" y="8817"/>
                    <a:pt x="15565" y="8391"/>
                  </a:cubicBezTo>
                  <a:cubicBezTo>
                    <a:pt x="15765" y="8191"/>
                    <a:pt x="15966" y="7865"/>
                    <a:pt x="15866" y="7664"/>
                  </a:cubicBezTo>
                  <a:cubicBezTo>
                    <a:pt x="15866" y="7464"/>
                    <a:pt x="15665" y="7238"/>
                    <a:pt x="15565" y="7038"/>
                  </a:cubicBezTo>
                  <a:cubicBezTo>
                    <a:pt x="13986" y="4431"/>
                    <a:pt x="11680" y="2351"/>
                    <a:pt x="8873" y="1198"/>
                  </a:cubicBezTo>
                  <a:cubicBezTo>
                    <a:pt x="7420" y="572"/>
                    <a:pt x="5841" y="246"/>
                    <a:pt x="4287" y="45"/>
                  </a:cubicBezTo>
                  <a:cubicBezTo>
                    <a:pt x="4136" y="45"/>
                    <a:pt x="3953" y="1"/>
                    <a:pt x="37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65"/>
            <p:cNvSpPr/>
            <p:nvPr/>
          </p:nvSpPr>
          <p:spPr>
            <a:xfrm>
              <a:off x="10111675" y="1019375"/>
              <a:ext cx="94000" cy="198650"/>
            </a:xfrm>
            <a:custGeom>
              <a:rect b="b" l="l" r="r" t="t"/>
              <a:pathLst>
                <a:path extrusionOk="0" h="7946" w="3760">
                  <a:moveTo>
                    <a:pt x="3760" y="1"/>
                  </a:moveTo>
                  <a:lnTo>
                    <a:pt x="3760" y="1"/>
                  </a:lnTo>
                  <a:cubicBezTo>
                    <a:pt x="2507" y="2607"/>
                    <a:pt x="1128" y="5214"/>
                    <a:pt x="0" y="7946"/>
                  </a:cubicBezTo>
                  <a:lnTo>
                    <a:pt x="3760" y="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65"/>
            <p:cNvSpPr/>
            <p:nvPr/>
          </p:nvSpPr>
          <p:spPr>
            <a:xfrm>
              <a:off x="10101750" y="1013500"/>
              <a:ext cx="113225" cy="210150"/>
            </a:xfrm>
            <a:custGeom>
              <a:rect b="b" l="l" r="r" t="t"/>
              <a:pathLst>
                <a:path extrusionOk="0" h="8406" w="4529">
                  <a:moveTo>
                    <a:pt x="4160" y="0"/>
                  </a:moveTo>
                  <a:cubicBezTo>
                    <a:pt x="4080" y="0"/>
                    <a:pt x="3998" y="40"/>
                    <a:pt x="3931" y="136"/>
                  </a:cubicBezTo>
                  <a:cubicBezTo>
                    <a:pt x="2678" y="2742"/>
                    <a:pt x="1325" y="5349"/>
                    <a:pt x="72" y="7955"/>
                  </a:cubicBezTo>
                  <a:cubicBezTo>
                    <a:pt x="0" y="8186"/>
                    <a:pt x="194" y="8405"/>
                    <a:pt x="385" y="8405"/>
                  </a:cubicBezTo>
                  <a:cubicBezTo>
                    <a:pt x="462" y="8405"/>
                    <a:pt x="540" y="8368"/>
                    <a:pt x="598" y="8281"/>
                  </a:cubicBezTo>
                  <a:cubicBezTo>
                    <a:pt x="1851" y="5675"/>
                    <a:pt x="3104" y="3043"/>
                    <a:pt x="4458" y="436"/>
                  </a:cubicBezTo>
                  <a:cubicBezTo>
                    <a:pt x="4528" y="225"/>
                    <a:pt x="4350" y="0"/>
                    <a:pt x="41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65"/>
            <p:cNvSpPr/>
            <p:nvPr/>
          </p:nvSpPr>
          <p:spPr>
            <a:xfrm>
              <a:off x="10139875" y="1035050"/>
              <a:ext cx="120325" cy="219325"/>
            </a:xfrm>
            <a:custGeom>
              <a:rect b="b" l="l" r="r" t="t"/>
              <a:pathLst>
                <a:path extrusionOk="0" h="8773" w="4813">
                  <a:moveTo>
                    <a:pt x="4812" y="1"/>
                  </a:moveTo>
                  <a:lnTo>
                    <a:pt x="1692" y="5688"/>
                  </a:lnTo>
                  <a:lnTo>
                    <a:pt x="1692" y="5688"/>
                  </a:lnTo>
                  <a:cubicBezTo>
                    <a:pt x="2744" y="3794"/>
                    <a:pt x="3805" y="1902"/>
                    <a:pt x="4812" y="1"/>
                  </a:cubicBezTo>
                  <a:close/>
                  <a:moveTo>
                    <a:pt x="1692" y="5688"/>
                  </a:moveTo>
                  <a:cubicBezTo>
                    <a:pt x="1122" y="6714"/>
                    <a:pt x="555" y="7742"/>
                    <a:pt x="0" y="8773"/>
                  </a:cubicBezTo>
                  <a:lnTo>
                    <a:pt x="1692" y="5688"/>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65"/>
            <p:cNvSpPr/>
            <p:nvPr/>
          </p:nvSpPr>
          <p:spPr>
            <a:xfrm>
              <a:off x="10131375" y="1029075"/>
              <a:ext cx="137750" cy="231275"/>
            </a:xfrm>
            <a:custGeom>
              <a:rect b="b" l="l" r="r" t="t"/>
              <a:pathLst>
                <a:path extrusionOk="0" h="9251" w="5510">
                  <a:moveTo>
                    <a:pt x="5130" y="1"/>
                  </a:moveTo>
                  <a:cubicBezTo>
                    <a:pt x="5053" y="1"/>
                    <a:pt x="4982" y="40"/>
                    <a:pt x="4952" y="139"/>
                  </a:cubicBezTo>
                  <a:cubicBezTo>
                    <a:pt x="3273" y="3047"/>
                    <a:pt x="1719" y="5979"/>
                    <a:pt x="140" y="8911"/>
                  </a:cubicBezTo>
                  <a:cubicBezTo>
                    <a:pt x="1" y="9050"/>
                    <a:pt x="212" y="9250"/>
                    <a:pt x="387" y="9250"/>
                  </a:cubicBezTo>
                  <a:cubicBezTo>
                    <a:pt x="465" y="9250"/>
                    <a:pt x="535" y="9211"/>
                    <a:pt x="566" y="9112"/>
                  </a:cubicBezTo>
                  <a:cubicBezTo>
                    <a:pt x="2120" y="6179"/>
                    <a:pt x="3799" y="3272"/>
                    <a:pt x="5353" y="340"/>
                  </a:cubicBezTo>
                  <a:cubicBezTo>
                    <a:pt x="5509" y="201"/>
                    <a:pt x="5304" y="1"/>
                    <a:pt x="51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65"/>
            <p:cNvSpPr/>
            <p:nvPr/>
          </p:nvSpPr>
          <p:spPr>
            <a:xfrm>
              <a:off x="10176825" y="1053225"/>
              <a:ext cx="132875" cy="224325"/>
            </a:xfrm>
            <a:custGeom>
              <a:rect b="b" l="l" r="r" t="t"/>
              <a:pathLst>
                <a:path extrusionOk="0" h="8973" w="5315">
                  <a:moveTo>
                    <a:pt x="5314" y="0"/>
                  </a:moveTo>
                  <a:lnTo>
                    <a:pt x="5314" y="0"/>
                  </a:lnTo>
                  <a:cubicBezTo>
                    <a:pt x="3334" y="2933"/>
                    <a:pt x="1555" y="5965"/>
                    <a:pt x="1" y="8973"/>
                  </a:cubicBezTo>
                  <a:lnTo>
                    <a:pt x="5314" y="0"/>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65"/>
            <p:cNvSpPr/>
            <p:nvPr/>
          </p:nvSpPr>
          <p:spPr>
            <a:xfrm>
              <a:off x="10166900" y="1045925"/>
              <a:ext cx="152025" cy="240375"/>
            </a:xfrm>
            <a:custGeom>
              <a:rect b="b" l="l" r="r" t="t"/>
              <a:pathLst>
                <a:path extrusionOk="0" h="9615" w="6081">
                  <a:moveTo>
                    <a:pt x="5672" y="0"/>
                  </a:moveTo>
                  <a:cubicBezTo>
                    <a:pt x="5602" y="0"/>
                    <a:pt x="5539" y="28"/>
                    <a:pt x="5511" y="92"/>
                  </a:cubicBezTo>
                  <a:cubicBezTo>
                    <a:pt x="3531" y="3124"/>
                    <a:pt x="1751" y="6032"/>
                    <a:pt x="72" y="9165"/>
                  </a:cubicBezTo>
                  <a:cubicBezTo>
                    <a:pt x="1" y="9396"/>
                    <a:pt x="195" y="9614"/>
                    <a:pt x="385" y="9614"/>
                  </a:cubicBezTo>
                  <a:cubicBezTo>
                    <a:pt x="463" y="9614"/>
                    <a:pt x="540" y="9578"/>
                    <a:pt x="598" y="9490"/>
                  </a:cubicBezTo>
                  <a:cubicBezTo>
                    <a:pt x="2177" y="6358"/>
                    <a:pt x="3932" y="3325"/>
                    <a:pt x="5937" y="393"/>
                  </a:cubicBezTo>
                  <a:cubicBezTo>
                    <a:pt x="6080" y="177"/>
                    <a:pt x="5851" y="0"/>
                    <a:pt x="567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65"/>
            <p:cNvSpPr/>
            <p:nvPr/>
          </p:nvSpPr>
          <p:spPr>
            <a:xfrm>
              <a:off x="10208175" y="1082050"/>
              <a:ext cx="138475" cy="216800"/>
            </a:xfrm>
            <a:custGeom>
              <a:rect b="b" l="l" r="r" t="t"/>
              <a:pathLst>
                <a:path extrusionOk="0" h="8672" w="5539">
                  <a:moveTo>
                    <a:pt x="5539" y="0"/>
                  </a:moveTo>
                  <a:lnTo>
                    <a:pt x="0" y="8672"/>
                  </a:lnTo>
                  <a:cubicBezTo>
                    <a:pt x="1980" y="5840"/>
                    <a:pt x="3760" y="2933"/>
                    <a:pt x="5539" y="0"/>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65"/>
            <p:cNvSpPr/>
            <p:nvPr/>
          </p:nvSpPr>
          <p:spPr>
            <a:xfrm>
              <a:off x="10199025" y="1074750"/>
              <a:ext cx="154450" cy="229800"/>
            </a:xfrm>
            <a:custGeom>
              <a:rect b="b" l="l" r="r" t="t"/>
              <a:pathLst>
                <a:path extrusionOk="0" h="9192" w="6178">
                  <a:moveTo>
                    <a:pt x="5787" y="0"/>
                  </a:moveTo>
                  <a:cubicBezTo>
                    <a:pt x="5711" y="0"/>
                    <a:pt x="5636" y="28"/>
                    <a:pt x="5579" y="92"/>
                  </a:cubicBezTo>
                  <a:cubicBezTo>
                    <a:pt x="3900" y="3099"/>
                    <a:pt x="2020" y="5931"/>
                    <a:pt x="141" y="8864"/>
                  </a:cubicBezTo>
                  <a:cubicBezTo>
                    <a:pt x="1" y="9003"/>
                    <a:pt x="214" y="9191"/>
                    <a:pt x="390" y="9191"/>
                  </a:cubicBezTo>
                  <a:cubicBezTo>
                    <a:pt x="466" y="9191"/>
                    <a:pt x="536" y="9156"/>
                    <a:pt x="567" y="9064"/>
                  </a:cubicBezTo>
                  <a:cubicBezTo>
                    <a:pt x="2547" y="6232"/>
                    <a:pt x="4326" y="3325"/>
                    <a:pt x="6105" y="392"/>
                  </a:cubicBezTo>
                  <a:cubicBezTo>
                    <a:pt x="6177" y="177"/>
                    <a:pt x="5979" y="0"/>
                    <a:pt x="57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5"/>
            <p:cNvSpPr/>
            <p:nvPr/>
          </p:nvSpPr>
          <p:spPr>
            <a:xfrm>
              <a:off x="10249525" y="1105225"/>
              <a:ext cx="130975" cy="211800"/>
            </a:xfrm>
            <a:custGeom>
              <a:rect b="b" l="l" r="r" t="t"/>
              <a:pathLst>
                <a:path extrusionOk="0" h="8472" w="5239">
                  <a:moveTo>
                    <a:pt x="5238" y="1"/>
                  </a:moveTo>
                  <a:lnTo>
                    <a:pt x="1466" y="6101"/>
                  </a:lnTo>
                  <a:lnTo>
                    <a:pt x="1466" y="6101"/>
                  </a:lnTo>
                  <a:cubicBezTo>
                    <a:pt x="2796" y="4100"/>
                    <a:pt x="4064" y="2088"/>
                    <a:pt x="5238" y="1"/>
                  </a:cubicBezTo>
                  <a:close/>
                  <a:moveTo>
                    <a:pt x="1466" y="6101"/>
                  </a:moveTo>
                  <a:cubicBezTo>
                    <a:pt x="1263" y="6407"/>
                    <a:pt x="1058" y="6713"/>
                    <a:pt x="852" y="7018"/>
                  </a:cubicBezTo>
                  <a:cubicBezTo>
                    <a:pt x="527" y="7519"/>
                    <a:pt x="226" y="7945"/>
                    <a:pt x="0" y="8472"/>
                  </a:cubicBezTo>
                  <a:lnTo>
                    <a:pt x="1466" y="610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65"/>
            <p:cNvSpPr/>
            <p:nvPr/>
          </p:nvSpPr>
          <p:spPr>
            <a:xfrm>
              <a:off x="10241025" y="1099025"/>
              <a:ext cx="147775" cy="223975"/>
            </a:xfrm>
            <a:custGeom>
              <a:rect b="b" l="l" r="r" t="t"/>
              <a:pathLst>
                <a:path extrusionOk="0" h="8959" w="5911">
                  <a:moveTo>
                    <a:pt x="5617" y="1"/>
                  </a:moveTo>
                  <a:cubicBezTo>
                    <a:pt x="5529" y="1"/>
                    <a:pt x="5430" y="45"/>
                    <a:pt x="5353" y="148"/>
                  </a:cubicBezTo>
                  <a:cubicBezTo>
                    <a:pt x="4526" y="1627"/>
                    <a:pt x="3699" y="2980"/>
                    <a:pt x="2746" y="4434"/>
                  </a:cubicBezTo>
                  <a:cubicBezTo>
                    <a:pt x="2345" y="5161"/>
                    <a:pt x="1919" y="5787"/>
                    <a:pt x="1393" y="6514"/>
                  </a:cubicBezTo>
                  <a:cubicBezTo>
                    <a:pt x="967" y="7141"/>
                    <a:pt x="466" y="7893"/>
                    <a:pt x="140" y="8620"/>
                  </a:cubicBezTo>
                  <a:cubicBezTo>
                    <a:pt x="1" y="8759"/>
                    <a:pt x="151" y="8958"/>
                    <a:pt x="332" y="8958"/>
                  </a:cubicBezTo>
                  <a:cubicBezTo>
                    <a:pt x="411" y="8958"/>
                    <a:pt x="497" y="8920"/>
                    <a:pt x="566" y="8820"/>
                  </a:cubicBezTo>
                  <a:cubicBezTo>
                    <a:pt x="967" y="8093"/>
                    <a:pt x="1393" y="7467"/>
                    <a:pt x="1919" y="6740"/>
                  </a:cubicBezTo>
                  <a:cubicBezTo>
                    <a:pt x="2345" y="6113"/>
                    <a:pt x="2746" y="5386"/>
                    <a:pt x="3273" y="4760"/>
                  </a:cubicBezTo>
                  <a:cubicBezTo>
                    <a:pt x="4100" y="3281"/>
                    <a:pt x="4952" y="1828"/>
                    <a:pt x="5779" y="374"/>
                  </a:cubicBezTo>
                  <a:cubicBezTo>
                    <a:pt x="5910" y="160"/>
                    <a:pt x="5783" y="1"/>
                    <a:pt x="56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65"/>
            <p:cNvSpPr/>
            <p:nvPr/>
          </p:nvSpPr>
          <p:spPr>
            <a:xfrm>
              <a:off x="10289000" y="1142200"/>
              <a:ext cx="125325" cy="190500"/>
            </a:xfrm>
            <a:custGeom>
              <a:rect b="b" l="l" r="r" t="t"/>
              <a:pathLst>
                <a:path extrusionOk="0" h="7620" w="5013">
                  <a:moveTo>
                    <a:pt x="5013" y="0"/>
                  </a:moveTo>
                  <a:lnTo>
                    <a:pt x="0" y="7619"/>
                  </a:lnTo>
                  <a:cubicBezTo>
                    <a:pt x="1780" y="5113"/>
                    <a:pt x="3434" y="2607"/>
                    <a:pt x="5013" y="0"/>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65"/>
            <p:cNvSpPr/>
            <p:nvPr/>
          </p:nvSpPr>
          <p:spPr>
            <a:xfrm>
              <a:off x="10279925" y="1135550"/>
              <a:ext cx="143025" cy="201675"/>
            </a:xfrm>
            <a:custGeom>
              <a:rect b="b" l="l" r="r" t="t"/>
              <a:pathLst>
                <a:path extrusionOk="0" h="8067" w="5721">
                  <a:moveTo>
                    <a:pt x="5437" y="0"/>
                  </a:moveTo>
                  <a:cubicBezTo>
                    <a:pt x="5348" y="0"/>
                    <a:pt x="5247" y="49"/>
                    <a:pt x="5175" y="166"/>
                  </a:cubicBezTo>
                  <a:cubicBezTo>
                    <a:pt x="3596" y="2773"/>
                    <a:pt x="1917" y="5279"/>
                    <a:pt x="163" y="7685"/>
                  </a:cubicBezTo>
                  <a:cubicBezTo>
                    <a:pt x="0" y="7902"/>
                    <a:pt x="176" y="8066"/>
                    <a:pt x="362" y="8066"/>
                  </a:cubicBezTo>
                  <a:cubicBezTo>
                    <a:pt x="434" y="8066"/>
                    <a:pt x="508" y="8042"/>
                    <a:pt x="564" y="7986"/>
                  </a:cubicBezTo>
                  <a:cubicBezTo>
                    <a:pt x="2343" y="5580"/>
                    <a:pt x="4022" y="2973"/>
                    <a:pt x="5576" y="367"/>
                  </a:cubicBezTo>
                  <a:cubicBezTo>
                    <a:pt x="5721" y="157"/>
                    <a:pt x="5597" y="0"/>
                    <a:pt x="543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65"/>
            <p:cNvSpPr/>
            <p:nvPr/>
          </p:nvSpPr>
          <p:spPr>
            <a:xfrm>
              <a:off x="10377975" y="1199200"/>
              <a:ext cx="49525" cy="68325"/>
            </a:xfrm>
            <a:custGeom>
              <a:rect b="b" l="l" r="r" t="t"/>
              <a:pathLst>
                <a:path extrusionOk="0" h="2733" w="1981">
                  <a:moveTo>
                    <a:pt x="1980" y="1"/>
                  </a:moveTo>
                  <a:lnTo>
                    <a:pt x="0" y="2733"/>
                  </a:lnTo>
                  <a:cubicBezTo>
                    <a:pt x="627" y="1881"/>
                    <a:pt x="1353" y="953"/>
                    <a:pt x="1980"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65"/>
            <p:cNvSpPr/>
            <p:nvPr/>
          </p:nvSpPr>
          <p:spPr>
            <a:xfrm>
              <a:off x="10369825" y="1193550"/>
              <a:ext cx="66175" cy="80875"/>
            </a:xfrm>
            <a:custGeom>
              <a:rect b="b" l="l" r="r" t="t"/>
              <a:pathLst>
                <a:path extrusionOk="0" h="3235" w="2647">
                  <a:moveTo>
                    <a:pt x="2311" y="0"/>
                  </a:moveTo>
                  <a:cubicBezTo>
                    <a:pt x="2232" y="0"/>
                    <a:pt x="2148" y="36"/>
                    <a:pt x="2080" y="127"/>
                  </a:cubicBezTo>
                  <a:cubicBezTo>
                    <a:pt x="1454" y="1079"/>
                    <a:pt x="827" y="1906"/>
                    <a:pt x="101" y="2859"/>
                  </a:cubicBezTo>
                  <a:cubicBezTo>
                    <a:pt x="0" y="2959"/>
                    <a:pt x="0" y="3059"/>
                    <a:pt x="101" y="3159"/>
                  </a:cubicBezTo>
                  <a:cubicBezTo>
                    <a:pt x="151" y="3209"/>
                    <a:pt x="232" y="3235"/>
                    <a:pt x="301" y="3235"/>
                  </a:cubicBezTo>
                  <a:cubicBezTo>
                    <a:pt x="370" y="3235"/>
                    <a:pt x="426" y="3209"/>
                    <a:pt x="426" y="3159"/>
                  </a:cubicBezTo>
                  <a:cubicBezTo>
                    <a:pt x="1153" y="2332"/>
                    <a:pt x="1880" y="1280"/>
                    <a:pt x="2507" y="352"/>
                  </a:cubicBezTo>
                  <a:cubicBezTo>
                    <a:pt x="2647" y="195"/>
                    <a:pt x="2493" y="0"/>
                    <a:pt x="23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65"/>
            <p:cNvSpPr/>
            <p:nvPr/>
          </p:nvSpPr>
          <p:spPr>
            <a:xfrm>
              <a:off x="10202525" y="1050725"/>
              <a:ext cx="13175" cy="28825"/>
            </a:xfrm>
            <a:custGeom>
              <a:rect b="b" l="l" r="r" t="t"/>
              <a:pathLst>
                <a:path extrusionOk="0" h="1153" w="527">
                  <a:moveTo>
                    <a:pt x="527" y="0"/>
                  </a:moveTo>
                  <a:lnTo>
                    <a:pt x="527" y="0"/>
                  </a:lnTo>
                  <a:cubicBezTo>
                    <a:pt x="494" y="69"/>
                    <a:pt x="465" y="135"/>
                    <a:pt x="436" y="198"/>
                  </a:cubicBezTo>
                  <a:lnTo>
                    <a:pt x="436" y="198"/>
                  </a:lnTo>
                  <a:lnTo>
                    <a:pt x="527" y="0"/>
                  </a:lnTo>
                  <a:close/>
                  <a:moveTo>
                    <a:pt x="436" y="198"/>
                  </a:moveTo>
                  <a:lnTo>
                    <a:pt x="1" y="1153"/>
                  </a:lnTo>
                  <a:cubicBezTo>
                    <a:pt x="190" y="796"/>
                    <a:pt x="291" y="527"/>
                    <a:pt x="436" y="198"/>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65"/>
            <p:cNvSpPr/>
            <p:nvPr/>
          </p:nvSpPr>
          <p:spPr>
            <a:xfrm>
              <a:off x="10195000" y="1045700"/>
              <a:ext cx="28850" cy="38875"/>
            </a:xfrm>
            <a:custGeom>
              <a:rect b="b" l="l" r="r" t="t"/>
              <a:pathLst>
                <a:path extrusionOk="0" h="1555" w="1154">
                  <a:moveTo>
                    <a:pt x="928" y="1"/>
                  </a:moveTo>
                  <a:cubicBezTo>
                    <a:pt x="828" y="1"/>
                    <a:pt x="728" y="1"/>
                    <a:pt x="627" y="101"/>
                  </a:cubicBezTo>
                  <a:cubicBezTo>
                    <a:pt x="427" y="502"/>
                    <a:pt x="201" y="828"/>
                    <a:pt x="101" y="1128"/>
                  </a:cubicBezTo>
                  <a:cubicBezTo>
                    <a:pt x="1" y="1254"/>
                    <a:pt x="1" y="1454"/>
                    <a:pt x="101" y="1554"/>
                  </a:cubicBezTo>
                  <a:cubicBezTo>
                    <a:pt x="302" y="1554"/>
                    <a:pt x="427" y="1554"/>
                    <a:pt x="527" y="1454"/>
                  </a:cubicBezTo>
                  <a:cubicBezTo>
                    <a:pt x="728" y="1028"/>
                    <a:pt x="928" y="727"/>
                    <a:pt x="1053" y="402"/>
                  </a:cubicBezTo>
                  <a:cubicBezTo>
                    <a:pt x="1154" y="301"/>
                    <a:pt x="1154" y="101"/>
                    <a:pt x="9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65"/>
            <p:cNvSpPr/>
            <p:nvPr/>
          </p:nvSpPr>
          <p:spPr>
            <a:xfrm>
              <a:off x="10098525" y="1136550"/>
              <a:ext cx="20700" cy="39500"/>
            </a:xfrm>
            <a:custGeom>
              <a:rect b="b" l="l" r="r" t="t"/>
              <a:pathLst>
                <a:path extrusionOk="0" h="1580" w="828">
                  <a:moveTo>
                    <a:pt x="827" y="1"/>
                  </a:moveTo>
                  <a:lnTo>
                    <a:pt x="0" y="1580"/>
                  </a:lnTo>
                  <a:cubicBezTo>
                    <a:pt x="301" y="1053"/>
                    <a:pt x="627" y="527"/>
                    <a:pt x="827"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65"/>
            <p:cNvSpPr/>
            <p:nvPr/>
          </p:nvSpPr>
          <p:spPr>
            <a:xfrm>
              <a:off x="10090375" y="1129675"/>
              <a:ext cx="36975" cy="52425"/>
            </a:xfrm>
            <a:custGeom>
              <a:rect b="b" l="l" r="r" t="t"/>
              <a:pathLst>
                <a:path extrusionOk="0" h="2097" w="1479">
                  <a:moveTo>
                    <a:pt x="1116" y="0"/>
                  </a:moveTo>
                  <a:cubicBezTo>
                    <a:pt x="1053" y="0"/>
                    <a:pt x="1003" y="25"/>
                    <a:pt x="953" y="75"/>
                  </a:cubicBezTo>
                  <a:cubicBezTo>
                    <a:pt x="627" y="602"/>
                    <a:pt x="426" y="1228"/>
                    <a:pt x="101" y="1754"/>
                  </a:cubicBezTo>
                  <a:cubicBezTo>
                    <a:pt x="0" y="1855"/>
                    <a:pt x="101" y="1955"/>
                    <a:pt x="226" y="2055"/>
                  </a:cubicBezTo>
                  <a:cubicBezTo>
                    <a:pt x="255" y="2085"/>
                    <a:pt x="285" y="2097"/>
                    <a:pt x="314" y="2097"/>
                  </a:cubicBezTo>
                  <a:cubicBezTo>
                    <a:pt x="385" y="2097"/>
                    <a:pt x="456" y="2026"/>
                    <a:pt x="527" y="1955"/>
                  </a:cubicBezTo>
                  <a:cubicBezTo>
                    <a:pt x="852" y="1429"/>
                    <a:pt x="1153" y="902"/>
                    <a:pt x="1479" y="401"/>
                  </a:cubicBezTo>
                  <a:cubicBezTo>
                    <a:pt x="1479" y="276"/>
                    <a:pt x="1479" y="75"/>
                    <a:pt x="1354" y="75"/>
                  </a:cubicBezTo>
                  <a:cubicBezTo>
                    <a:pt x="1253" y="25"/>
                    <a:pt x="1178" y="0"/>
                    <a:pt x="11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65"/>
            <p:cNvSpPr/>
            <p:nvPr/>
          </p:nvSpPr>
          <p:spPr>
            <a:xfrm>
              <a:off x="10278350" y="1100225"/>
              <a:ext cx="28825" cy="55150"/>
            </a:xfrm>
            <a:custGeom>
              <a:rect b="b" l="l" r="r" t="t"/>
              <a:pathLst>
                <a:path extrusionOk="0" h="2206" w="1153">
                  <a:moveTo>
                    <a:pt x="1153" y="0"/>
                  </a:moveTo>
                  <a:lnTo>
                    <a:pt x="1153" y="0"/>
                  </a:lnTo>
                  <a:cubicBezTo>
                    <a:pt x="905" y="424"/>
                    <a:pt x="699" y="847"/>
                    <a:pt x="486" y="1276"/>
                  </a:cubicBezTo>
                  <a:lnTo>
                    <a:pt x="486" y="1276"/>
                  </a:lnTo>
                  <a:lnTo>
                    <a:pt x="1153" y="0"/>
                  </a:lnTo>
                  <a:close/>
                  <a:moveTo>
                    <a:pt x="486" y="1276"/>
                  </a:moveTo>
                  <a:lnTo>
                    <a:pt x="0" y="2206"/>
                  </a:lnTo>
                  <a:cubicBezTo>
                    <a:pt x="178" y="1892"/>
                    <a:pt x="334" y="1582"/>
                    <a:pt x="486" y="1276"/>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65"/>
            <p:cNvSpPr/>
            <p:nvPr/>
          </p:nvSpPr>
          <p:spPr>
            <a:xfrm>
              <a:off x="10269825" y="1093700"/>
              <a:ext cx="46050" cy="67350"/>
            </a:xfrm>
            <a:custGeom>
              <a:rect b="b" l="l" r="r" t="t"/>
              <a:pathLst>
                <a:path extrusionOk="0" h="2694" w="1842">
                  <a:moveTo>
                    <a:pt x="1503" y="1"/>
                  </a:moveTo>
                  <a:cubicBezTo>
                    <a:pt x="1415" y="1"/>
                    <a:pt x="1328" y="48"/>
                    <a:pt x="1294" y="161"/>
                  </a:cubicBezTo>
                  <a:cubicBezTo>
                    <a:pt x="867" y="888"/>
                    <a:pt x="441" y="1614"/>
                    <a:pt x="141" y="2341"/>
                  </a:cubicBezTo>
                  <a:cubicBezTo>
                    <a:pt x="0" y="2499"/>
                    <a:pt x="154" y="2693"/>
                    <a:pt x="337" y="2693"/>
                  </a:cubicBezTo>
                  <a:cubicBezTo>
                    <a:pt x="415" y="2693"/>
                    <a:pt x="499" y="2657"/>
                    <a:pt x="567" y="2567"/>
                  </a:cubicBezTo>
                  <a:cubicBezTo>
                    <a:pt x="968" y="1840"/>
                    <a:pt x="1294" y="1088"/>
                    <a:pt x="1695" y="361"/>
                  </a:cubicBezTo>
                  <a:cubicBezTo>
                    <a:pt x="1842" y="165"/>
                    <a:pt x="1669" y="1"/>
                    <a:pt x="150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65"/>
            <p:cNvSpPr/>
            <p:nvPr/>
          </p:nvSpPr>
          <p:spPr>
            <a:xfrm>
              <a:off x="10346625" y="1191700"/>
              <a:ext cx="7550" cy="15675"/>
            </a:xfrm>
            <a:custGeom>
              <a:rect b="b" l="l" r="r" t="t"/>
              <a:pathLst>
                <a:path extrusionOk="0" h="627" w="302">
                  <a:moveTo>
                    <a:pt x="302" y="0"/>
                  </a:moveTo>
                  <a:lnTo>
                    <a:pt x="302" y="0"/>
                  </a:lnTo>
                  <a:cubicBezTo>
                    <a:pt x="252" y="100"/>
                    <a:pt x="201" y="207"/>
                    <a:pt x="151" y="314"/>
                  </a:cubicBezTo>
                  <a:lnTo>
                    <a:pt x="302" y="0"/>
                  </a:lnTo>
                  <a:close/>
                  <a:moveTo>
                    <a:pt x="151" y="314"/>
                  </a:moveTo>
                  <a:lnTo>
                    <a:pt x="1" y="627"/>
                  </a:lnTo>
                  <a:cubicBezTo>
                    <a:pt x="51" y="527"/>
                    <a:pt x="101" y="420"/>
                    <a:pt x="151" y="314"/>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65"/>
            <p:cNvSpPr/>
            <p:nvPr/>
          </p:nvSpPr>
          <p:spPr>
            <a:xfrm>
              <a:off x="10338500" y="1184575"/>
              <a:ext cx="23825" cy="30325"/>
            </a:xfrm>
            <a:custGeom>
              <a:rect b="b" l="l" r="r" t="t"/>
              <a:pathLst>
                <a:path extrusionOk="0" h="1213" w="953">
                  <a:moveTo>
                    <a:pt x="617" y="1"/>
                  </a:moveTo>
                  <a:cubicBezTo>
                    <a:pt x="541" y="1"/>
                    <a:pt x="484" y="56"/>
                    <a:pt x="426" y="185"/>
                  </a:cubicBezTo>
                  <a:cubicBezTo>
                    <a:pt x="326" y="385"/>
                    <a:pt x="201" y="586"/>
                    <a:pt x="0" y="812"/>
                  </a:cubicBezTo>
                  <a:cubicBezTo>
                    <a:pt x="0" y="912"/>
                    <a:pt x="0" y="1112"/>
                    <a:pt x="100" y="1213"/>
                  </a:cubicBezTo>
                  <a:cubicBezTo>
                    <a:pt x="201" y="1213"/>
                    <a:pt x="426" y="1213"/>
                    <a:pt x="526" y="1112"/>
                  </a:cubicBezTo>
                  <a:cubicBezTo>
                    <a:pt x="627" y="812"/>
                    <a:pt x="727" y="586"/>
                    <a:pt x="827" y="385"/>
                  </a:cubicBezTo>
                  <a:cubicBezTo>
                    <a:pt x="953" y="285"/>
                    <a:pt x="953" y="85"/>
                    <a:pt x="827" y="85"/>
                  </a:cubicBezTo>
                  <a:cubicBezTo>
                    <a:pt x="742" y="31"/>
                    <a:pt x="674" y="1"/>
                    <a:pt x="6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0" name="Google Shape;1060;p65"/>
          <p:cNvGrpSpPr/>
          <p:nvPr/>
        </p:nvGrpSpPr>
        <p:grpSpPr>
          <a:xfrm rot="1628208">
            <a:off x="6677278" y="3040846"/>
            <a:ext cx="587736" cy="781797"/>
            <a:chOff x="3600400" y="2783875"/>
            <a:chExt cx="402275" cy="535100"/>
          </a:xfrm>
        </p:grpSpPr>
        <p:sp>
          <p:nvSpPr>
            <p:cNvPr id="1061" name="Google Shape;1061;p65"/>
            <p:cNvSpPr/>
            <p:nvPr/>
          </p:nvSpPr>
          <p:spPr>
            <a:xfrm>
              <a:off x="3631725" y="3070825"/>
              <a:ext cx="195525" cy="237500"/>
            </a:xfrm>
            <a:custGeom>
              <a:rect b="b" l="l" r="r" t="t"/>
              <a:pathLst>
                <a:path extrusionOk="0" h="9500" w="7821">
                  <a:moveTo>
                    <a:pt x="3033" y="1"/>
                  </a:moveTo>
                  <a:lnTo>
                    <a:pt x="1" y="7620"/>
                  </a:lnTo>
                  <a:lnTo>
                    <a:pt x="2808" y="7520"/>
                  </a:lnTo>
                  <a:lnTo>
                    <a:pt x="4687" y="9500"/>
                  </a:lnTo>
                  <a:lnTo>
                    <a:pt x="7820" y="1881"/>
                  </a:lnTo>
                  <a:lnTo>
                    <a:pt x="30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65"/>
            <p:cNvSpPr/>
            <p:nvPr/>
          </p:nvSpPr>
          <p:spPr>
            <a:xfrm>
              <a:off x="3623575" y="3062700"/>
              <a:ext cx="211825" cy="256275"/>
            </a:xfrm>
            <a:custGeom>
              <a:rect b="b" l="l" r="r" t="t"/>
              <a:pathLst>
                <a:path extrusionOk="0" h="10251" w="8473">
                  <a:moveTo>
                    <a:pt x="3459" y="627"/>
                  </a:moveTo>
                  <a:lnTo>
                    <a:pt x="7845" y="2306"/>
                  </a:lnTo>
                  <a:lnTo>
                    <a:pt x="5009" y="9483"/>
                  </a:lnTo>
                  <a:lnTo>
                    <a:pt x="3259" y="7644"/>
                  </a:lnTo>
                  <a:lnTo>
                    <a:pt x="627" y="7744"/>
                  </a:lnTo>
                  <a:lnTo>
                    <a:pt x="3459" y="627"/>
                  </a:lnTo>
                  <a:close/>
                  <a:moveTo>
                    <a:pt x="3259" y="0"/>
                  </a:moveTo>
                  <a:lnTo>
                    <a:pt x="1" y="8145"/>
                  </a:lnTo>
                  <a:lnTo>
                    <a:pt x="1" y="8145"/>
                  </a:lnTo>
                  <a:lnTo>
                    <a:pt x="3033" y="8045"/>
                  </a:lnTo>
                  <a:lnTo>
                    <a:pt x="5139" y="10251"/>
                  </a:lnTo>
                  <a:lnTo>
                    <a:pt x="5239" y="9925"/>
                  </a:lnTo>
                  <a:lnTo>
                    <a:pt x="8472" y="2105"/>
                  </a:lnTo>
                  <a:lnTo>
                    <a:pt x="3259"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65"/>
            <p:cNvSpPr/>
            <p:nvPr/>
          </p:nvSpPr>
          <p:spPr>
            <a:xfrm>
              <a:off x="3775225" y="3070825"/>
              <a:ext cx="196125" cy="237500"/>
            </a:xfrm>
            <a:custGeom>
              <a:rect b="b" l="l" r="r" t="t"/>
              <a:pathLst>
                <a:path extrusionOk="0" h="9500" w="7845">
                  <a:moveTo>
                    <a:pt x="4812" y="1"/>
                  </a:moveTo>
                  <a:lnTo>
                    <a:pt x="0" y="1881"/>
                  </a:lnTo>
                  <a:lnTo>
                    <a:pt x="3033" y="9500"/>
                  </a:lnTo>
                  <a:lnTo>
                    <a:pt x="5013" y="7520"/>
                  </a:lnTo>
                  <a:lnTo>
                    <a:pt x="7845" y="7620"/>
                  </a:lnTo>
                  <a:lnTo>
                    <a:pt x="7845" y="7620"/>
                  </a:lnTo>
                  <a:lnTo>
                    <a:pt x="48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65"/>
            <p:cNvSpPr/>
            <p:nvPr/>
          </p:nvSpPr>
          <p:spPr>
            <a:xfrm>
              <a:off x="3767700" y="3062700"/>
              <a:ext cx="211175" cy="256275"/>
            </a:xfrm>
            <a:custGeom>
              <a:rect b="b" l="l" r="r" t="t"/>
              <a:pathLst>
                <a:path extrusionOk="0" h="10251" w="8447">
                  <a:moveTo>
                    <a:pt x="5013" y="627"/>
                  </a:moveTo>
                  <a:lnTo>
                    <a:pt x="7820" y="7744"/>
                  </a:lnTo>
                  <a:lnTo>
                    <a:pt x="5213" y="7644"/>
                  </a:lnTo>
                  <a:lnTo>
                    <a:pt x="3421" y="9436"/>
                  </a:lnTo>
                  <a:lnTo>
                    <a:pt x="3421" y="9436"/>
                  </a:lnTo>
                  <a:lnTo>
                    <a:pt x="627" y="2306"/>
                  </a:lnTo>
                  <a:lnTo>
                    <a:pt x="5013" y="627"/>
                  </a:lnTo>
                  <a:close/>
                  <a:moveTo>
                    <a:pt x="5213" y="0"/>
                  </a:moveTo>
                  <a:lnTo>
                    <a:pt x="0" y="2105"/>
                  </a:lnTo>
                  <a:lnTo>
                    <a:pt x="3233" y="10251"/>
                  </a:lnTo>
                  <a:lnTo>
                    <a:pt x="3434" y="10025"/>
                  </a:lnTo>
                  <a:lnTo>
                    <a:pt x="5314" y="8045"/>
                  </a:lnTo>
                  <a:lnTo>
                    <a:pt x="8446" y="8145"/>
                  </a:lnTo>
                  <a:lnTo>
                    <a:pt x="5213"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65"/>
            <p:cNvSpPr/>
            <p:nvPr/>
          </p:nvSpPr>
          <p:spPr>
            <a:xfrm>
              <a:off x="3605425" y="2788875"/>
              <a:ext cx="391625" cy="396650"/>
            </a:xfrm>
            <a:custGeom>
              <a:rect b="b" l="l" r="r" t="t"/>
              <a:pathLst>
                <a:path extrusionOk="0" h="15866" w="15665">
                  <a:moveTo>
                    <a:pt x="7845" y="1"/>
                  </a:moveTo>
                  <a:lnTo>
                    <a:pt x="6491" y="527"/>
                  </a:lnTo>
                  <a:lnTo>
                    <a:pt x="5113" y="527"/>
                  </a:lnTo>
                  <a:lnTo>
                    <a:pt x="4085" y="1454"/>
                  </a:lnTo>
                  <a:lnTo>
                    <a:pt x="2732" y="1880"/>
                  </a:lnTo>
                  <a:lnTo>
                    <a:pt x="2105" y="3133"/>
                  </a:lnTo>
                  <a:lnTo>
                    <a:pt x="952" y="3961"/>
                  </a:lnTo>
                  <a:lnTo>
                    <a:pt x="727" y="5314"/>
                  </a:lnTo>
                  <a:lnTo>
                    <a:pt x="0" y="6567"/>
                  </a:lnTo>
                  <a:lnTo>
                    <a:pt x="326" y="7946"/>
                  </a:lnTo>
                  <a:lnTo>
                    <a:pt x="0" y="9299"/>
                  </a:lnTo>
                  <a:lnTo>
                    <a:pt x="727" y="10552"/>
                  </a:lnTo>
                  <a:lnTo>
                    <a:pt x="952" y="11905"/>
                  </a:lnTo>
                  <a:lnTo>
                    <a:pt x="2105" y="12833"/>
                  </a:lnTo>
                  <a:lnTo>
                    <a:pt x="2732" y="14086"/>
                  </a:lnTo>
                  <a:lnTo>
                    <a:pt x="4085" y="14512"/>
                  </a:lnTo>
                  <a:lnTo>
                    <a:pt x="5113" y="15464"/>
                  </a:lnTo>
                  <a:lnTo>
                    <a:pt x="6491" y="15339"/>
                  </a:lnTo>
                  <a:lnTo>
                    <a:pt x="7845" y="15865"/>
                  </a:lnTo>
                  <a:lnTo>
                    <a:pt x="9198" y="15339"/>
                  </a:lnTo>
                  <a:lnTo>
                    <a:pt x="10551" y="15464"/>
                  </a:lnTo>
                  <a:lnTo>
                    <a:pt x="11604" y="14512"/>
                  </a:lnTo>
                  <a:lnTo>
                    <a:pt x="12957" y="14086"/>
                  </a:lnTo>
                  <a:lnTo>
                    <a:pt x="13584" y="12833"/>
                  </a:lnTo>
                  <a:lnTo>
                    <a:pt x="14737" y="11905"/>
                  </a:lnTo>
                  <a:lnTo>
                    <a:pt x="14937" y="10552"/>
                  </a:lnTo>
                  <a:lnTo>
                    <a:pt x="15664" y="9299"/>
                  </a:lnTo>
                  <a:lnTo>
                    <a:pt x="15363" y="7946"/>
                  </a:lnTo>
                  <a:lnTo>
                    <a:pt x="15664" y="6567"/>
                  </a:lnTo>
                  <a:lnTo>
                    <a:pt x="14937" y="5314"/>
                  </a:lnTo>
                  <a:lnTo>
                    <a:pt x="14737" y="3961"/>
                  </a:lnTo>
                  <a:lnTo>
                    <a:pt x="13584" y="3133"/>
                  </a:lnTo>
                  <a:lnTo>
                    <a:pt x="12957" y="1880"/>
                  </a:lnTo>
                  <a:lnTo>
                    <a:pt x="11604" y="1454"/>
                  </a:lnTo>
                  <a:lnTo>
                    <a:pt x="10551" y="527"/>
                  </a:lnTo>
                  <a:lnTo>
                    <a:pt x="9198" y="527"/>
                  </a:lnTo>
                  <a:lnTo>
                    <a:pt x="784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65"/>
            <p:cNvSpPr/>
            <p:nvPr/>
          </p:nvSpPr>
          <p:spPr>
            <a:xfrm>
              <a:off x="3600400" y="2783875"/>
              <a:ext cx="402275" cy="409800"/>
            </a:xfrm>
            <a:custGeom>
              <a:rect b="b" l="l" r="r" t="t"/>
              <a:pathLst>
                <a:path extrusionOk="0" h="16392" w="16091">
                  <a:moveTo>
                    <a:pt x="8046" y="401"/>
                  </a:moveTo>
                  <a:lnTo>
                    <a:pt x="9299" y="927"/>
                  </a:lnTo>
                  <a:lnTo>
                    <a:pt x="10652" y="927"/>
                  </a:lnTo>
                  <a:lnTo>
                    <a:pt x="11705" y="1755"/>
                  </a:lnTo>
                  <a:lnTo>
                    <a:pt x="13058" y="2181"/>
                  </a:lnTo>
                  <a:lnTo>
                    <a:pt x="13685" y="3434"/>
                  </a:lnTo>
                  <a:lnTo>
                    <a:pt x="14712" y="4261"/>
                  </a:lnTo>
                  <a:lnTo>
                    <a:pt x="14938" y="5639"/>
                  </a:lnTo>
                  <a:lnTo>
                    <a:pt x="15665" y="6767"/>
                  </a:lnTo>
                  <a:lnTo>
                    <a:pt x="15339" y="8146"/>
                  </a:lnTo>
                  <a:lnTo>
                    <a:pt x="15339" y="8246"/>
                  </a:lnTo>
                  <a:lnTo>
                    <a:pt x="15665" y="9499"/>
                  </a:lnTo>
                  <a:lnTo>
                    <a:pt x="14938" y="10652"/>
                  </a:lnTo>
                  <a:lnTo>
                    <a:pt x="14712" y="12005"/>
                  </a:lnTo>
                  <a:lnTo>
                    <a:pt x="13685" y="12832"/>
                  </a:lnTo>
                  <a:lnTo>
                    <a:pt x="13058" y="14085"/>
                  </a:lnTo>
                  <a:lnTo>
                    <a:pt x="11705" y="14511"/>
                  </a:lnTo>
                  <a:lnTo>
                    <a:pt x="10652" y="15439"/>
                  </a:lnTo>
                  <a:lnTo>
                    <a:pt x="9299" y="15339"/>
                  </a:lnTo>
                  <a:lnTo>
                    <a:pt x="8046" y="15865"/>
                  </a:lnTo>
                  <a:lnTo>
                    <a:pt x="6793" y="15339"/>
                  </a:lnTo>
                  <a:lnTo>
                    <a:pt x="5439" y="15439"/>
                  </a:lnTo>
                  <a:lnTo>
                    <a:pt x="4386" y="14511"/>
                  </a:lnTo>
                  <a:lnTo>
                    <a:pt x="3033" y="14085"/>
                  </a:lnTo>
                  <a:lnTo>
                    <a:pt x="2407" y="12832"/>
                  </a:lnTo>
                  <a:lnTo>
                    <a:pt x="1354" y="12005"/>
                  </a:lnTo>
                  <a:lnTo>
                    <a:pt x="1153" y="10652"/>
                  </a:lnTo>
                  <a:lnTo>
                    <a:pt x="427" y="9499"/>
                  </a:lnTo>
                  <a:lnTo>
                    <a:pt x="727" y="8146"/>
                  </a:lnTo>
                  <a:lnTo>
                    <a:pt x="427" y="6767"/>
                  </a:lnTo>
                  <a:lnTo>
                    <a:pt x="1153" y="5639"/>
                  </a:lnTo>
                  <a:lnTo>
                    <a:pt x="1354" y="4261"/>
                  </a:lnTo>
                  <a:lnTo>
                    <a:pt x="2407" y="3434"/>
                  </a:lnTo>
                  <a:lnTo>
                    <a:pt x="3033" y="2181"/>
                  </a:lnTo>
                  <a:lnTo>
                    <a:pt x="4386" y="1755"/>
                  </a:lnTo>
                  <a:lnTo>
                    <a:pt x="5439" y="927"/>
                  </a:lnTo>
                  <a:lnTo>
                    <a:pt x="6793" y="927"/>
                  </a:lnTo>
                  <a:lnTo>
                    <a:pt x="8046" y="401"/>
                  </a:lnTo>
                  <a:close/>
                  <a:moveTo>
                    <a:pt x="8046" y="0"/>
                  </a:moveTo>
                  <a:lnTo>
                    <a:pt x="6692" y="501"/>
                  </a:lnTo>
                  <a:lnTo>
                    <a:pt x="5214" y="501"/>
                  </a:lnTo>
                  <a:lnTo>
                    <a:pt x="4186" y="1454"/>
                  </a:lnTo>
                  <a:lnTo>
                    <a:pt x="2808" y="1880"/>
                  </a:lnTo>
                  <a:lnTo>
                    <a:pt x="2081" y="3133"/>
                  </a:lnTo>
                  <a:lnTo>
                    <a:pt x="928" y="4060"/>
                  </a:lnTo>
                  <a:lnTo>
                    <a:pt x="727" y="5514"/>
                  </a:lnTo>
                  <a:lnTo>
                    <a:pt x="1" y="6767"/>
                  </a:lnTo>
                  <a:lnTo>
                    <a:pt x="301" y="8146"/>
                  </a:lnTo>
                  <a:lnTo>
                    <a:pt x="1" y="9599"/>
                  </a:lnTo>
                  <a:lnTo>
                    <a:pt x="727" y="10852"/>
                  </a:lnTo>
                  <a:lnTo>
                    <a:pt x="928" y="12206"/>
                  </a:lnTo>
                  <a:lnTo>
                    <a:pt x="2081" y="13158"/>
                  </a:lnTo>
                  <a:lnTo>
                    <a:pt x="2808" y="14411"/>
                  </a:lnTo>
                  <a:lnTo>
                    <a:pt x="4186" y="14912"/>
                  </a:lnTo>
                  <a:lnTo>
                    <a:pt x="5214" y="15865"/>
                  </a:lnTo>
                  <a:lnTo>
                    <a:pt x="6692" y="15765"/>
                  </a:lnTo>
                  <a:lnTo>
                    <a:pt x="8046" y="16391"/>
                  </a:lnTo>
                  <a:lnTo>
                    <a:pt x="9399" y="15765"/>
                  </a:lnTo>
                  <a:lnTo>
                    <a:pt x="10853" y="15865"/>
                  </a:lnTo>
                  <a:lnTo>
                    <a:pt x="11905" y="14912"/>
                  </a:lnTo>
                  <a:lnTo>
                    <a:pt x="13259" y="14411"/>
                  </a:lnTo>
                  <a:lnTo>
                    <a:pt x="13986" y="13158"/>
                  </a:lnTo>
                  <a:lnTo>
                    <a:pt x="15138" y="12206"/>
                  </a:lnTo>
                  <a:lnTo>
                    <a:pt x="15339" y="10852"/>
                  </a:lnTo>
                  <a:lnTo>
                    <a:pt x="16091" y="9599"/>
                  </a:lnTo>
                  <a:lnTo>
                    <a:pt x="15776" y="8195"/>
                  </a:lnTo>
                  <a:lnTo>
                    <a:pt x="16091" y="6767"/>
                  </a:lnTo>
                  <a:lnTo>
                    <a:pt x="15339" y="5514"/>
                  </a:lnTo>
                  <a:lnTo>
                    <a:pt x="15138" y="4060"/>
                  </a:lnTo>
                  <a:lnTo>
                    <a:pt x="13986" y="3133"/>
                  </a:lnTo>
                  <a:lnTo>
                    <a:pt x="13259" y="1880"/>
                  </a:lnTo>
                  <a:lnTo>
                    <a:pt x="11905" y="1454"/>
                  </a:lnTo>
                  <a:lnTo>
                    <a:pt x="10853" y="501"/>
                  </a:lnTo>
                  <a:lnTo>
                    <a:pt x="9399" y="501"/>
                  </a:lnTo>
                  <a:lnTo>
                    <a:pt x="8046"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65"/>
            <p:cNvSpPr/>
            <p:nvPr/>
          </p:nvSpPr>
          <p:spPr>
            <a:xfrm>
              <a:off x="3663050" y="2851525"/>
              <a:ext cx="276975" cy="273850"/>
            </a:xfrm>
            <a:custGeom>
              <a:rect b="b" l="l" r="r" t="t"/>
              <a:pathLst>
                <a:path extrusionOk="0" h="10954" w="11079">
                  <a:moveTo>
                    <a:pt x="5540" y="302"/>
                  </a:moveTo>
                  <a:cubicBezTo>
                    <a:pt x="6993" y="302"/>
                    <a:pt x="8246" y="828"/>
                    <a:pt x="9199" y="1780"/>
                  </a:cubicBezTo>
                  <a:cubicBezTo>
                    <a:pt x="10126" y="2708"/>
                    <a:pt x="10753" y="4061"/>
                    <a:pt x="10753" y="5440"/>
                  </a:cubicBezTo>
                  <a:cubicBezTo>
                    <a:pt x="10753" y="6893"/>
                    <a:pt x="10126" y="8146"/>
                    <a:pt x="9199" y="9074"/>
                  </a:cubicBezTo>
                  <a:cubicBezTo>
                    <a:pt x="8246" y="10026"/>
                    <a:pt x="6993" y="10653"/>
                    <a:pt x="5540" y="10653"/>
                  </a:cubicBezTo>
                  <a:cubicBezTo>
                    <a:pt x="4061" y="10653"/>
                    <a:pt x="2808" y="10026"/>
                    <a:pt x="1880" y="9074"/>
                  </a:cubicBezTo>
                  <a:cubicBezTo>
                    <a:pt x="928" y="8146"/>
                    <a:pt x="302" y="6893"/>
                    <a:pt x="302" y="5440"/>
                  </a:cubicBezTo>
                  <a:cubicBezTo>
                    <a:pt x="302" y="4061"/>
                    <a:pt x="928" y="2708"/>
                    <a:pt x="1880" y="1780"/>
                  </a:cubicBezTo>
                  <a:cubicBezTo>
                    <a:pt x="2808" y="828"/>
                    <a:pt x="4061" y="302"/>
                    <a:pt x="5540" y="302"/>
                  </a:cubicBezTo>
                  <a:close/>
                  <a:moveTo>
                    <a:pt x="5540" y="1"/>
                  </a:moveTo>
                  <a:cubicBezTo>
                    <a:pt x="2507" y="1"/>
                    <a:pt x="1" y="2407"/>
                    <a:pt x="1" y="5440"/>
                  </a:cubicBezTo>
                  <a:cubicBezTo>
                    <a:pt x="1" y="8447"/>
                    <a:pt x="2507" y="10953"/>
                    <a:pt x="5540" y="10953"/>
                  </a:cubicBezTo>
                  <a:cubicBezTo>
                    <a:pt x="8572" y="10953"/>
                    <a:pt x="11079" y="8447"/>
                    <a:pt x="11079" y="5440"/>
                  </a:cubicBezTo>
                  <a:cubicBezTo>
                    <a:pt x="11079" y="2407"/>
                    <a:pt x="8572" y="1"/>
                    <a:pt x="5540"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8" name="Google Shape;1068;p65"/>
          <p:cNvSpPr txBox="1"/>
          <p:nvPr/>
        </p:nvSpPr>
        <p:spPr>
          <a:xfrm>
            <a:off x="1716878" y="3695025"/>
            <a:ext cx="124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latin typeface="Didact Gothic"/>
              <a:ea typeface="Didact Gothic"/>
              <a:cs typeface="Didact Gothic"/>
              <a:sym typeface="Didact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026"/>
                                        </p:tgtEl>
                                        <p:attrNameLst>
                                          <p:attrName>style.visibility</p:attrName>
                                        </p:attrNameLst>
                                      </p:cBhvr>
                                      <p:to>
                                        <p:strVal val="visible"/>
                                      </p:to>
                                    </p:set>
                                    <p:anim calcmode="lin" valueType="num">
                                      <p:cBhvr additive="base">
                                        <p:cTn dur="1000"/>
                                        <p:tgtEl>
                                          <p:spTgt spid="1026"/>
                                        </p:tgtEl>
                                        <p:attrNameLst>
                                          <p:attrName>ppt_w</p:attrName>
                                        </p:attrNameLst>
                                      </p:cBhvr>
                                      <p:tavLst>
                                        <p:tav fmla="" tm="0">
                                          <p:val>
                                            <p:strVal val="0"/>
                                          </p:val>
                                        </p:tav>
                                        <p:tav fmla="" tm="100000">
                                          <p:val>
                                            <p:strVal val="#ppt_w"/>
                                          </p:val>
                                        </p:tav>
                                      </p:tavLst>
                                    </p:anim>
                                    <p:anim calcmode="lin" valueType="num">
                                      <p:cBhvr additive="base">
                                        <p:cTn dur="1000"/>
                                        <p:tgtEl>
                                          <p:spTgt spid="1026"/>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1000"/>
                                        <p:tgtEl>
                                          <p:spTgt spid="102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1000"/>
                                        <p:tgtEl>
                                          <p:spTgt spid="10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66"/>
          <p:cNvSpPr txBox="1"/>
          <p:nvPr>
            <p:ph type="ctrTitle"/>
          </p:nvPr>
        </p:nvSpPr>
        <p:spPr>
          <a:xfrm>
            <a:off x="1896300" y="339850"/>
            <a:ext cx="5130000" cy="62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Table of content</a:t>
            </a:r>
            <a:endParaRPr/>
          </a:p>
        </p:txBody>
      </p:sp>
      <p:sp>
        <p:nvSpPr>
          <p:cNvPr id="1074" name="Google Shape;1074;p66"/>
          <p:cNvSpPr txBox="1"/>
          <p:nvPr>
            <p:ph idx="1" type="subTitle"/>
          </p:nvPr>
        </p:nvSpPr>
        <p:spPr>
          <a:xfrm>
            <a:off x="1727150" y="531150"/>
            <a:ext cx="6366000" cy="3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Font typeface="Century Gothic"/>
              <a:buChar char="❏"/>
            </a:pPr>
            <a:r>
              <a:rPr lang="en" sz="1900">
                <a:solidFill>
                  <a:schemeClr val="dk1"/>
                </a:solidFill>
              </a:rPr>
              <a:t>Team’s individual skills</a:t>
            </a:r>
            <a:endParaRPr sz="1900">
              <a:solidFill>
                <a:schemeClr val="dk1"/>
              </a:solidFill>
            </a:endParaRPr>
          </a:p>
          <a:p>
            <a:pPr indent="-349250" lvl="0" marL="457200" rtl="0" algn="l">
              <a:spcBef>
                <a:spcPts val="0"/>
              </a:spcBef>
              <a:spcAft>
                <a:spcPts val="0"/>
              </a:spcAft>
              <a:buClr>
                <a:schemeClr val="dk1"/>
              </a:buClr>
              <a:buSzPts val="1900"/>
              <a:buFont typeface="Century Gothic"/>
              <a:buChar char="❏"/>
            </a:pPr>
            <a:r>
              <a:rPr lang="en" sz="1900">
                <a:solidFill>
                  <a:schemeClr val="dk1"/>
                </a:solidFill>
              </a:rPr>
              <a:t>Overview of our project</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Source of our data </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Acquisition approach</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Dataset Demonstration</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Result</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Potential usage of our dataset</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Distribution plan of your data</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Challenges &amp; issues</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Century Gothic"/>
              <a:buChar char="❏"/>
            </a:pPr>
            <a:r>
              <a:rPr lang="en" sz="1900">
                <a:solidFill>
                  <a:schemeClr val="dk1"/>
                </a:solidFill>
              </a:rPr>
              <a:t>Limitations we encountered</a:t>
            </a:r>
            <a:endParaRPr sz="1900">
              <a:solidFill>
                <a:schemeClr val="dk1"/>
              </a:solidFill>
            </a:endParaRPr>
          </a:p>
          <a:p>
            <a:pPr indent="0" lvl="0" marL="0" rtl="0" algn="l">
              <a:spcBef>
                <a:spcPts val="100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67"/>
          <p:cNvSpPr txBox="1"/>
          <p:nvPr>
            <p:ph idx="6" type="title"/>
          </p:nvPr>
        </p:nvSpPr>
        <p:spPr>
          <a:xfrm>
            <a:off x="722375" y="530750"/>
            <a:ext cx="7699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Skills</a:t>
            </a:r>
            <a:endParaRPr/>
          </a:p>
        </p:txBody>
      </p:sp>
      <p:sp>
        <p:nvSpPr>
          <p:cNvPr id="1080" name="Google Shape;1080;p67"/>
          <p:cNvSpPr txBox="1"/>
          <p:nvPr>
            <p:ph idx="1" type="subTitle"/>
          </p:nvPr>
        </p:nvSpPr>
        <p:spPr>
          <a:xfrm>
            <a:off x="1127488" y="2172345"/>
            <a:ext cx="2367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t/>
            </a:r>
            <a:endParaRPr/>
          </a:p>
        </p:txBody>
      </p:sp>
      <p:sp>
        <p:nvSpPr>
          <p:cNvPr id="1081" name="Google Shape;1081;p67"/>
          <p:cNvSpPr txBox="1"/>
          <p:nvPr>
            <p:ph idx="2" type="subTitle"/>
          </p:nvPr>
        </p:nvSpPr>
        <p:spPr>
          <a:xfrm>
            <a:off x="5180350" y="2952750"/>
            <a:ext cx="3015300" cy="572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 </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 </a:t>
            </a:r>
            <a:r>
              <a:rPr lang="en" sz="1800">
                <a:solidFill>
                  <a:schemeClr val="dk1"/>
                </a:solidFill>
              </a:rPr>
              <a:t>Tobi Bakare</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Previous Degrees: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B.Sc in Information Systems</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Current Degree: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M.S in Data Science</a:t>
            </a:r>
            <a:endParaRPr sz="180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p:txBody>
      </p:sp>
      <p:sp>
        <p:nvSpPr>
          <p:cNvPr id="1082" name="Google Shape;1082;p67"/>
          <p:cNvSpPr txBox="1"/>
          <p:nvPr>
            <p:ph type="title"/>
          </p:nvPr>
        </p:nvSpPr>
        <p:spPr>
          <a:xfrm rot="-899681">
            <a:off x="663076" y="1425094"/>
            <a:ext cx="735131" cy="387944"/>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83" name="Google Shape;1083;p67">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67">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67"/>
          <p:cNvSpPr txBox="1"/>
          <p:nvPr>
            <p:ph type="title"/>
          </p:nvPr>
        </p:nvSpPr>
        <p:spPr>
          <a:xfrm rot="-899681">
            <a:off x="4317376" y="1998444"/>
            <a:ext cx="735131" cy="387944"/>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086" name="Google Shape;1086;p67"/>
          <p:cNvSpPr txBox="1"/>
          <p:nvPr>
            <p:ph idx="2" type="subTitle"/>
          </p:nvPr>
        </p:nvSpPr>
        <p:spPr>
          <a:xfrm>
            <a:off x="1370350" y="2114550"/>
            <a:ext cx="3015300" cy="572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900">
                <a:solidFill>
                  <a:schemeClr val="dk1"/>
                </a:solidFill>
              </a:rPr>
              <a:t>Uditi Shah</a:t>
            </a:r>
            <a:endParaRPr sz="1900">
              <a:solidFill>
                <a:schemeClr val="dk1"/>
              </a:solidFill>
            </a:endParaRPr>
          </a:p>
          <a:p>
            <a:pPr indent="0" lvl="0" marL="0" rtl="0" algn="l">
              <a:lnSpc>
                <a:spcPct val="115000"/>
              </a:lnSpc>
              <a:spcBef>
                <a:spcPts val="0"/>
              </a:spcBef>
              <a:spcAft>
                <a:spcPts val="0"/>
              </a:spcAft>
              <a:buNone/>
            </a:pPr>
            <a:r>
              <a:rPr lang="en" sz="1900">
                <a:solidFill>
                  <a:schemeClr val="dk1"/>
                </a:solidFill>
              </a:rPr>
              <a:t>Previous Degrees: </a:t>
            </a:r>
            <a:endParaRPr sz="1900">
              <a:solidFill>
                <a:schemeClr val="dk1"/>
              </a:solidFill>
            </a:endParaRPr>
          </a:p>
          <a:p>
            <a:pPr indent="0" lvl="0" marL="0" rtl="0" algn="l">
              <a:lnSpc>
                <a:spcPct val="115000"/>
              </a:lnSpc>
              <a:spcBef>
                <a:spcPts val="0"/>
              </a:spcBef>
              <a:spcAft>
                <a:spcPts val="0"/>
              </a:spcAft>
              <a:buNone/>
            </a:pPr>
            <a:r>
              <a:rPr lang="en" sz="1900">
                <a:solidFill>
                  <a:schemeClr val="dk1"/>
                </a:solidFill>
              </a:rPr>
              <a:t>B.Sc in Data Science</a:t>
            </a:r>
            <a:endParaRPr sz="1900">
              <a:solidFill>
                <a:schemeClr val="dk1"/>
              </a:solidFill>
            </a:endParaRPr>
          </a:p>
          <a:p>
            <a:pPr indent="0" lvl="0" marL="0" rtl="0" algn="l">
              <a:lnSpc>
                <a:spcPct val="115000"/>
              </a:lnSpc>
              <a:spcBef>
                <a:spcPts val="0"/>
              </a:spcBef>
              <a:spcAft>
                <a:spcPts val="0"/>
              </a:spcAft>
              <a:buNone/>
            </a:pPr>
            <a:r>
              <a:rPr lang="en" sz="1900">
                <a:solidFill>
                  <a:schemeClr val="dk1"/>
                </a:solidFill>
              </a:rPr>
              <a:t>Current Degree: </a:t>
            </a:r>
            <a:endParaRPr sz="1900">
              <a:solidFill>
                <a:schemeClr val="dk1"/>
              </a:solidFill>
            </a:endParaRPr>
          </a:p>
          <a:p>
            <a:pPr indent="0" lvl="0" marL="0" rtl="0" algn="l">
              <a:lnSpc>
                <a:spcPct val="115000"/>
              </a:lnSpc>
              <a:spcBef>
                <a:spcPts val="0"/>
              </a:spcBef>
              <a:spcAft>
                <a:spcPts val="0"/>
              </a:spcAft>
              <a:buNone/>
            </a:pPr>
            <a:r>
              <a:rPr lang="en" sz="1900">
                <a:solidFill>
                  <a:schemeClr val="dk1"/>
                </a:solidFill>
              </a:rPr>
              <a:t>M.S in Data Science</a:t>
            </a:r>
            <a:endParaRPr sz="190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68"/>
          <p:cNvSpPr txBox="1"/>
          <p:nvPr>
            <p:ph type="title"/>
          </p:nvPr>
        </p:nvSpPr>
        <p:spPr>
          <a:xfrm>
            <a:off x="722375" y="225950"/>
            <a:ext cx="7699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092" name="Google Shape;1092;p68"/>
          <p:cNvSpPr txBox="1"/>
          <p:nvPr>
            <p:ph idx="4" type="subTitle"/>
          </p:nvPr>
        </p:nvSpPr>
        <p:spPr>
          <a:xfrm>
            <a:off x="1041375" y="1357050"/>
            <a:ext cx="7111200" cy="306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Century Gothic"/>
                <a:ea typeface="Century Gothic"/>
                <a:cs typeface="Century Gothic"/>
                <a:sym typeface="Century Gothic"/>
              </a:rPr>
              <a:t>Our motivation to delve into this information is driven by a desire to unearth hidden trends, investigate demographic differences, and gain a more nuanced understanding of the human dynamics entwined with the Titanic disaster. Our exploration takes a unique approach by employing social network analysis. By understanding the key figures within the social network of the Titanic, we aim to unveil potential leaders, collaborators, or influential individuals during the incident. To make </a:t>
            </a:r>
            <a:r>
              <a:rPr lang="en" sz="1100">
                <a:solidFill>
                  <a:schemeClr val="dk1"/>
                </a:solidFill>
                <a:latin typeface="Century Gothic"/>
                <a:ea typeface="Century Gothic"/>
                <a:cs typeface="Century Gothic"/>
                <a:sym typeface="Century Gothic"/>
              </a:rPr>
              <a:t>the most of this dataset, we chose the following questions:</a:t>
            </a:r>
            <a:endParaRPr sz="1150">
              <a:solidFill>
                <a:schemeClr val="dk1"/>
              </a:solidFill>
              <a:latin typeface="Century Gothic"/>
              <a:ea typeface="Century Gothic"/>
              <a:cs typeface="Century Gothic"/>
              <a:sym typeface="Century Gothic"/>
            </a:endParaRPr>
          </a:p>
          <a:p>
            <a:pPr indent="-304800" lvl="0" marL="457200" rtl="0" algn="l">
              <a:lnSpc>
                <a:spcPct val="115000"/>
              </a:lnSpc>
              <a:spcBef>
                <a:spcPts val="2100"/>
              </a:spcBef>
              <a:spcAft>
                <a:spcPts val="0"/>
              </a:spcAft>
              <a:buClr>
                <a:schemeClr val="dk1"/>
              </a:buClr>
              <a:buSzPts val="1200"/>
              <a:buFont typeface="Didact Gothic"/>
              <a:buChar char="●"/>
            </a:pPr>
            <a:r>
              <a:rPr lang="en" sz="1200">
                <a:solidFill>
                  <a:schemeClr val="dk1"/>
                </a:solidFill>
                <a:latin typeface="Century Gothic"/>
                <a:ea typeface="Century Gothic"/>
                <a:cs typeface="Century Gothic"/>
                <a:sym typeface="Century Gothic"/>
              </a:rPr>
              <a:t>Who </a:t>
            </a:r>
            <a:r>
              <a:rPr lang="en" sz="1100">
                <a:solidFill>
                  <a:schemeClr val="dk1"/>
                </a:solidFill>
                <a:latin typeface="Century Gothic"/>
                <a:ea typeface="Century Gothic"/>
                <a:cs typeface="Century Gothic"/>
                <a:sym typeface="Century Gothic"/>
              </a:rPr>
              <a:t>were the most central or influential individuals in the Titanic social network based on their connections?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latin typeface="Century Gothic"/>
                <a:ea typeface="Century Gothic"/>
                <a:cs typeface="Century Gothic"/>
                <a:sym typeface="Century Gothic"/>
              </a:rPr>
              <a:t>Using </a:t>
            </a:r>
            <a:r>
              <a:rPr lang="en" sz="1100">
                <a:solidFill>
                  <a:schemeClr val="dk1"/>
                </a:solidFill>
                <a:latin typeface="Century Gothic"/>
                <a:ea typeface="Century Gothic"/>
                <a:cs typeface="Century Gothic"/>
                <a:sym typeface="Century Gothic"/>
              </a:rPr>
              <a:t>cluster analysis with the help of similar characteristics such as age, cabin, or gender. Analyze the passengers that would most likely survive. </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latin typeface="Century Gothic"/>
                <a:ea typeface="Century Gothic"/>
                <a:cs typeface="Century Gothic"/>
                <a:sym typeface="Century Gothic"/>
              </a:rPr>
              <a:t>Create </a:t>
            </a:r>
            <a:r>
              <a:rPr lang="en" sz="1100">
                <a:solidFill>
                  <a:schemeClr val="dk1"/>
                </a:solidFill>
                <a:latin typeface="Century Gothic"/>
                <a:ea typeface="Century Gothic"/>
                <a:cs typeface="Century Gothic"/>
                <a:sym typeface="Century Gothic"/>
              </a:rPr>
              <a:t>social networks for the first seven families (male, female and children with the same name and similar cabin location) </a:t>
            </a:r>
            <a:endParaRPr sz="11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latin typeface="Century Gothic"/>
                <a:ea typeface="Century Gothic"/>
                <a:cs typeface="Century Gothic"/>
                <a:sym typeface="Century Gothic"/>
              </a:rPr>
              <a:t>Find </a:t>
            </a:r>
            <a:r>
              <a:rPr lang="en" sz="1100">
                <a:solidFill>
                  <a:schemeClr val="dk1"/>
                </a:solidFill>
                <a:latin typeface="Century Gothic"/>
                <a:ea typeface="Century Gothic"/>
                <a:cs typeface="Century Gothic"/>
                <a:sym typeface="Century Gothic"/>
              </a:rPr>
              <a:t>the ten actors with the highest degree centrality amongst the first 20 families in the data set. (Might require drawing out social networks)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rPr>
              <a:t>Did</a:t>
            </a:r>
            <a:r>
              <a:rPr lang="en" sz="1200">
                <a:solidFill>
                  <a:schemeClr val="dk1"/>
                </a:solidFill>
                <a:latin typeface="Century Gothic"/>
                <a:ea typeface="Century Gothic"/>
                <a:cs typeface="Century Gothic"/>
                <a:sym typeface="Century Gothic"/>
              </a:rPr>
              <a:t> </a:t>
            </a:r>
            <a:r>
              <a:rPr lang="en" sz="1100">
                <a:solidFill>
                  <a:schemeClr val="dk1"/>
                </a:solidFill>
                <a:latin typeface="Century Gothic"/>
                <a:ea typeface="Century Gothic"/>
                <a:cs typeface="Century Gothic"/>
                <a:sym typeface="Century Gothic"/>
              </a:rPr>
              <a:t>upper-class passengers exhibit different social network structures compared to lower-class passengers?</a:t>
            </a: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Can family structures be detected within the social network, and how did these contribute to survival?</a:t>
            </a:r>
            <a:endParaRPr sz="1100">
              <a:solidFill>
                <a:schemeClr val="dk1"/>
              </a:solidFill>
              <a:latin typeface="Century Gothic"/>
              <a:ea typeface="Century Gothic"/>
              <a:cs typeface="Century Gothic"/>
              <a:sym typeface="Century Gothic"/>
            </a:endParaRPr>
          </a:p>
          <a:p>
            <a:pPr indent="0" lvl="0" marL="0" rtl="0" algn="ctr">
              <a:spcBef>
                <a:spcPts val="0"/>
              </a:spcBef>
              <a:spcAft>
                <a:spcPts val="0"/>
              </a:spcAft>
              <a:buClr>
                <a:schemeClr val="dk1"/>
              </a:buClr>
              <a:buSzPts val="1100"/>
              <a:buFont typeface="Arial"/>
              <a:buNone/>
            </a:pPr>
            <a:r>
              <a:t/>
            </a:r>
            <a:endParaRPr sz="1200">
              <a:solidFill>
                <a:schemeClr val="dk1"/>
              </a:solidFill>
            </a:endParaRPr>
          </a:p>
        </p:txBody>
      </p:sp>
      <p:grpSp>
        <p:nvGrpSpPr>
          <p:cNvPr id="1093" name="Google Shape;1093;p68"/>
          <p:cNvGrpSpPr/>
          <p:nvPr/>
        </p:nvGrpSpPr>
        <p:grpSpPr>
          <a:xfrm flipH="1" rot="-10569284">
            <a:off x="270909" y="566304"/>
            <a:ext cx="1134582" cy="2214637"/>
            <a:chOff x="409722" y="228600"/>
            <a:chExt cx="1385931" cy="2705253"/>
          </a:xfrm>
        </p:grpSpPr>
        <p:grpSp>
          <p:nvGrpSpPr>
            <p:cNvPr id="1094" name="Google Shape;1094;p68"/>
            <p:cNvGrpSpPr/>
            <p:nvPr/>
          </p:nvGrpSpPr>
          <p:grpSpPr>
            <a:xfrm flipH="1" rot="-617154">
              <a:off x="575967" y="402323"/>
              <a:ext cx="1053440" cy="2450002"/>
              <a:chOff x="3817855" y="1437512"/>
              <a:chExt cx="541146" cy="1128254"/>
            </a:xfrm>
          </p:grpSpPr>
          <p:sp>
            <p:nvSpPr>
              <p:cNvPr id="1095" name="Google Shape;1095;p6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6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7" name="Google Shape;1097;p6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68"/>
          <p:cNvGrpSpPr/>
          <p:nvPr/>
        </p:nvGrpSpPr>
        <p:grpSpPr>
          <a:xfrm rot="10569284">
            <a:off x="7814709" y="2566454"/>
            <a:ext cx="1134582" cy="2214637"/>
            <a:chOff x="409722" y="228600"/>
            <a:chExt cx="1385931" cy="2705253"/>
          </a:xfrm>
        </p:grpSpPr>
        <p:grpSp>
          <p:nvGrpSpPr>
            <p:cNvPr id="1099" name="Google Shape;1099;p68"/>
            <p:cNvGrpSpPr/>
            <p:nvPr/>
          </p:nvGrpSpPr>
          <p:grpSpPr>
            <a:xfrm flipH="1" rot="-617154">
              <a:off x="575967" y="402323"/>
              <a:ext cx="1053440" cy="2450002"/>
              <a:chOff x="3817855" y="1437512"/>
              <a:chExt cx="541146" cy="1128254"/>
            </a:xfrm>
          </p:grpSpPr>
          <p:sp>
            <p:nvSpPr>
              <p:cNvPr id="1100" name="Google Shape;1100;p6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6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2" name="Google Shape;1102;p6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3" name="Google Shape;1103;p68">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68">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08" name="Shape 1108"/>
        <p:cNvGrpSpPr/>
        <p:nvPr/>
      </p:nvGrpSpPr>
      <p:grpSpPr>
        <a:xfrm>
          <a:off x="0" y="0"/>
          <a:ext cx="0" cy="0"/>
          <a:chOff x="0" y="0"/>
          <a:chExt cx="0" cy="0"/>
        </a:xfrm>
      </p:grpSpPr>
      <p:sp>
        <p:nvSpPr>
          <p:cNvPr id="1109" name="Google Shape;1109;p69"/>
          <p:cNvSpPr txBox="1"/>
          <p:nvPr>
            <p:ph idx="1" type="subTitle"/>
          </p:nvPr>
        </p:nvSpPr>
        <p:spPr>
          <a:xfrm>
            <a:off x="1869550" y="706500"/>
            <a:ext cx="5391900" cy="56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drich"/>
                <a:ea typeface="Aldrich"/>
                <a:cs typeface="Aldrich"/>
                <a:sym typeface="Aldrich"/>
              </a:rPr>
              <a:t>Source of data &amp; Acquisition </a:t>
            </a:r>
            <a:endParaRPr>
              <a:latin typeface="Aldrich"/>
              <a:ea typeface="Aldrich"/>
              <a:cs typeface="Aldrich"/>
              <a:sym typeface="Aldrich"/>
            </a:endParaRPr>
          </a:p>
          <a:p>
            <a:pPr indent="0" lvl="0" marL="0" rtl="0" algn="ctr">
              <a:spcBef>
                <a:spcPts val="0"/>
              </a:spcBef>
              <a:spcAft>
                <a:spcPts val="0"/>
              </a:spcAft>
              <a:buNone/>
            </a:pPr>
            <a:r>
              <a:t/>
            </a:r>
            <a:endParaRPr/>
          </a:p>
        </p:txBody>
      </p:sp>
      <p:sp>
        <p:nvSpPr>
          <p:cNvPr id="1110" name="Google Shape;1110;p69"/>
          <p:cNvSpPr/>
          <p:nvPr/>
        </p:nvSpPr>
        <p:spPr>
          <a:xfrm>
            <a:off x="3573100" y="10637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1" name="Google Shape;1111;p69"/>
          <p:cNvGrpSpPr/>
          <p:nvPr/>
        </p:nvGrpSpPr>
        <p:grpSpPr>
          <a:xfrm flipH="1" rot="132037">
            <a:off x="7230700" y="1775107"/>
            <a:ext cx="1385983" cy="2705355"/>
            <a:chOff x="409722" y="228600"/>
            <a:chExt cx="1385931" cy="2705253"/>
          </a:xfrm>
        </p:grpSpPr>
        <p:grpSp>
          <p:nvGrpSpPr>
            <p:cNvPr id="1112" name="Google Shape;1112;p69"/>
            <p:cNvGrpSpPr/>
            <p:nvPr/>
          </p:nvGrpSpPr>
          <p:grpSpPr>
            <a:xfrm flipH="1" rot="-617154">
              <a:off x="575967" y="402323"/>
              <a:ext cx="1053440" cy="2450002"/>
              <a:chOff x="3817855" y="1437512"/>
              <a:chExt cx="541146" cy="1128254"/>
            </a:xfrm>
          </p:grpSpPr>
          <p:sp>
            <p:nvSpPr>
              <p:cNvPr id="1113" name="Google Shape;1113;p6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6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5" name="Google Shape;1115;p6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6" name="Google Shape;1116;p69"/>
          <p:cNvGrpSpPr/>
          <p:nvPr/>
        </p:nvGrpSpPr>
        <p:grpSpPr>
          <a:xfrm flipH="1" rot="-10576483">
            <a:off x="648540" y="540893"/>
            <a:ext cx="1154008" cy="2180544"/>
            <a:chOff x="409722" y="228600"/>
            <a:chExt cx="1385931" cy="2705253"/>
          </a:xfrm>
        </p:grpSpPr>
        <p:grpSp>
          <p:nvGrpSpPr>
            <p:cNvPr id="1117" name="Google Shape;1117;p69"/>
            <p:cNvGrpSpPr/>
            <p:nvPr/>
          </p:nvGrpSpPr>
          <p:grpSpPr>
            <a:xfrm flipH="1" rot="-617154">
              <a:off x="575967" y="402323"/>
              <a:ext cx="1053440" cy="2450002"/>
              <a:chOff x="3817855" y="1437512"/>
              <a:chExt cx="541146" cy="1128254"/>
            </a:xfrm>
          </p:grpSpPr>
          <p:sp>
            <p:nvSpPr>
              <p:cNvPr id="1118" name="Google Shape;1118;p6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6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0" name="Google Shape;1120;p6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1" name="Google Shape;1121;p69">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69">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69"/>
          <p:cNvSpPr txBox="1"/>
          <p:nvPr/>
        </p:nvSpPr>
        <p:spPr>
          <a:xfrm>
            <a:off x="847925" y="1378025"/>
            <a:ext cx="7228800" cy="349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idact Gothic"/>
                <a:ea typeface="Didact Gothic"/>
                <a:cs typeface="Didact Gothic"/>
                <a:sym typeface="Didact Gothic"/>
              </a:rPr>
              <a:t>For this project, we will utilize the provided Titanic dataset (titanic.csv.zip). The dataset includes information about passengers such as their names, ages, genders, classes, cabins, fares, and survival outcomes. It is a comprehensive source for exploring social relationships among passengers during the Titanic disaster.</a:t>
            </a:r>
            <a:endParaRPr>
              <a:solidFill>
                <a:schemeClr val="dk1"/>
              </a:solidFill>
              <a:latin typeface="Didact Gothic"/>
              <a:ea typeface="Didact Gothic"/>
              <a:cs typeface="Didact Gothic"/>
              <a:sym typeface="Didact Gothic"/>
            </a:endParaRPr>
          </a:p>
          <a:p>
            <a:pPr indent="0" lvl="0" marL="0" rtl="0" algn="l">
              <a:spcBef>
                <a:spcPts val="0"/>
              </a:spcBef>
              <a:spcAft>
                <a:spcPts val="0"/>
              </a:spcAft>
              <a:buNone/>
            </a:pPr>
            <a:r>
              <a:t/>
            </a:r>
            <a:endParaRPr>
              <a:solidFill>
                <a:schemeClr val="dk1"/>
              </a:solidFill>
              <a:latin typeface="Didact Gothic"/>
              <a:ea typeface="Didact Gothic"/>
              <a:cs typeface="Didact Gothic"/>
              <a:sym typeface="Didact Gothic"/>
            </a:endParaRPr>
          </a:p>
          <a:p>
            <a:pPr indent="0" lvl="0" marL="0" rtl="0" algn="l">
              <a:spcBef>
                <a:spcPts val="0"/>
              </a:spcBef>
              <a:spcAft>
                <a:spcPts val="0"/>
              </a:spcAft>
              <a:buNone/>
            </a:pPr>
            <a:r>
              <a:rPr lang="en">
                <a:solidFill>
                  <a:schemeClr val="dk1"/>
                </a:solidFill>
                <a:latin typeface="Didact Gothic"/>
                <a:ea typeface="Didact Gothic"/>
                <a:cs typeface="Didact Gothic"/>
                <a:sym typeface="Didact Gothic"/>
              </a:rPr>
              <a:t>Using the following methodology to help us in the data set implementation;</a:t>
            </a:r>
            <a:endParaRPr>
              <a:solidFill>
                <a:schemeClr val="dk1"/>
              </a:solidFill>
              <a:latin typeface="Didact Gothic"/>
              <a:ea typeface="Didact Gothic"/>
              <a:cs typeface="Didact Gothic"/>
              <a:sym typeface="Didact Gothic"/>
            </a:endParaRPr>
          </a:p>
          <a:p>
            <a:pPr indent="0" lvl="0" marL="0" rtl="0" algn="l">
              <a:spcBef>
                <a:spcPts val="0"/>
              </a:spcBef>
              <a:spcAft>
                <a:spcPts val="0"/>
              </a:spcAft>
              <a:buNone/>
            </a:pPr>
            <a:r>
              <a:rPr lang="en">
                <a:solidFill>
                  <a:schemeClr val="dk1"/>
                </a:solidFill>
                <a:latin typeface="Didact Gothic"/>
                <a:ea typeface="Didact Gothic"/>
                <a:cs typeface="Didact Gothic"/>
                <a:sym typeface="Didact Gothic"/>
              </a:rPr>
              <a:t>Data Preprocessing:</a:t>
            </a:r>
            <a:endParaRPr>
              <a:solidFill>
                <a:schemeClr val="dk1"/>
              </a:solidFill>
              <a:latin typeface="Didact Gothic"/>
              <a:ea typeface="Didact Gothic"/>
              <a:cs typeface="Didact Gothic"/>
              <a:sym typeface="Didact Gothic"/>
            </a:endParaRPr>
          </a:p>
          <a:p>
            <a:pPr indent="0" lvl="0" marL="342900" rtl="0" algn="l">
              <a:spcBef>
                <a:spcPts val="800"/>
              </a:spcBef>
              <a:spcAft>
                <a:spcPts val="0"/>
              </a:spcAft>
              <a:buClr>
                <a:schemeClr val="dk1"/>
              </a:buClr>
              <a:buSzPts val="1100"/>
              <a:buFont typeface="Arial"/>
              <a:buNone/>
            </a:pPr>
            <a:r>
              <a:rPr lang="en">
                <a:solidFill>
                  <a:schemeClr val="dk1"/>
                </a:solidFill>
                <a:latin typeface="Didact Gothic"/>
                <a:ea typeface="Didact Gothic"/>
                <a:cs typeface="Didact Gothic"/>
                <a:sym typeface="Didact Gothic"/>
              </a:rPr>
              <a:t>•	Handle missing values, clean and standardize data.</a:t>
            </a:r>
            <a:endParaRPr>
              <a:solidFill>
                <a:schemeClr val="dk1"/>
              </a:solidFill>
              <a:latin typeface="Didact Gothic"/>
              <a:ea typeface="Didact Gothic"/>
              <a:cs typeface="Didact Gothic"/>
              <a:sym typeface="Didact Gothic"/>
            </a:endParaRPr>
          </a:p>
          <a:p>
            <a:pPr indent="0" lvl="0" marL="342900" rtl="0" algn="l">
              <a:spcBef>
                <a:spcPts val="800"/>
              </a:spcBef>
              <a:spcAft>
                <a:spcPts val="0"/>
              </a:spcAft>
              <a:buClr>
                <a:schemeClr val="dk1"/>
              </a:buClr>
              <a:buSzPts val="1100"/>
              <a:buFont typeface="Arial"/>
              <a:buNone/>
            </a:pPr>
            <a:r>
              <a:rPr lang="en">
                <a:solidFill>
                  <a:schemeClr val="dk1"/>
                </a:solidFill>
                <a:latin typeface="Didact Gothic"/>
                <a:ea typeface="Didact Gothic"/>
                <a:cs typeface="Didact Gothic"/>
                <a:sym typeface="Didact Gothic"/>
              </a:rPr>
              <a:t>•	Extract relevant features for social network construction.</a:t>
            </a:r>
            <a:endParaRPr>
              <a:solidFill>
                <a:schemeClr val="dk1"/>
              </a:solidFill>
              <a:latin typeface="Didact Gothic"/>
              <a:ea typeface="Didact Gothic"/>
              <a:cs typeface="Didact Gothic"/>
              <a:sym typeface="Didact Gothic"/>
            </a:endParaRPr>
          </a:p>
          <a:p>
            <a:pPr indent="0" lvl="0" marL="0" rtl="0" algn="l">
              <a:spcBef>
                <a:spcPts val="800"/>
              </a:spcBef>
              <a:spcAft>
                <a:spcPts val="0"/>
              </a:spcAft>
              <a:buClr>
                <a:schemeClr val="dk1"/>
              </a:buClr>
              <a:buSzPts val="1100"/>
              <a:buFont typeface="Arial"/>
              <a:buNone/>
            </a:pPr>
            <a:r>
              <a:rPr lang="en">
                <a:solidFill>
                  <a:schemeClr val="dk1"/>
                </a:solidFill>
                <a:latin typeface="Didact Gothic"/>
                <a:ea typeface="Didact Gothic"/>
                <a:cs typeface="Didact Gothic"/>
                <a:sym typeface="Didact Gothic"/>
              </a:rPr>
              <a:t>   Social Network Construction:</a:t>
            </a:r>
            <a:endParaRPr>
              <a:solidFill>
                <a:schemeClr val="dk1"/>
              </a:solidFill>
              <a:latin typeface="Didact Gothic"/>
              <a:ea typeface="Didact Gothic"/>
              <a:cs typeface="Didact Gothic"/>
              <a:sym typeface="Didact Gothic"/>
            </a:endParaRPr>
          </a:p>
          <a:p>
            <a:pPr indent="0" lvl="0" marL="342900" rtl="0" algn="l">
              <a:spcBef>
                <a:spcPts val="800"/>
              </a:spcBef>
              <a:spcAft>
                <a:spcPts val="0"/>
              </a:spcAft>
              <a:buClr>
                <a:schemeClr val="dk1"/>
              </a:buClr>
              <a:buSzPts val="1100"/>
              <a:buFont typeface="Arial"/>
              <a:buNone/>
            </a:pPr>
            <a:r>
              <a:rPr lang="en">
                <a:solidFill>
                  <a:schemeClr val="dk1"/>
                </a:solidFill>
                <a:latin typeface="Didact Gothic"/>
                <a:ea typeface="Didact Gothic"/>
                <a:cs typeface="Didact Gothic"/>
                <a:sym typeface="Didact Gothic"/>
              </a:rPr>
              <a:t>•	Define nodes as individuals and edges as connections (e.g., shared cabins, familial relationships).</a:t>
            </a:r>
            <a:endParaRPr>
              <a:solidFill>
                <a:schemeClr val="dk1"/>
              </a:solidFill>
              <a:latin typeface="Didact Gothic"/>
              <a:ea typeface="Didact Gothic"/>
              <a:cs typeface="Didact Gothic"/>
              <a:sym typeface="Didact Gothic"/>
            </a:endParaRPr>
          </a:p>
          <a:p>
            <a:pPr indent="0" lvl="0" marL="0" rtl="0" algn="l">
              <a:spcBef>
                <a:spcPts val="800"/>
              </a:spcBef>
              <a:spcAft>
                <a:spcPts val="0"/>
              </a:spcAft>
              <a:buNone/>
            </a:pPr>
            <a:r>
              <a:t/>
            </a:r>
            <a:endParaRPr>
              <a:solidFill>
                <a:srgbClr val="333333"/>
              </a:solidFill>
              <a:highlight>
                <a:srgbClr val="D5E6FC"/>
              </a:highlight>
              <a:latin typeface="Didact Gothic"/>
              <a:ea typeface="Didact Gothic"/>
              <a:cs typeface="Didact Gothic"/>
              <a:sym typeface="Didact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110"/>
                                        </p:tgtEl>
                                        <p:attrNameLst>
                                          <p:attrName>style.visibility</p:attrName>
                                        </p:attrNameLst>
                                      </p:cBhvr>
                                      <p:to>
                                        <p:strVal val="visible"/>
                                      </p:to>
                                    </p:set>
                                    <p:anim calcmode="lin" valueType="num">
                                      <p:cBhvr additive="base">
                                        <p:cTn dur="1000"/>
                                        <p:tgtEl>
                                          <p:spTgt spid="111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70"/>
          <p:cNvSpPr txBox="1"/>
          <p:nvPr>
            <p:ph idx="1" type="subTitle"/>
          </p:nvPr>
        </p:nvSpPr>
        <p:spPr>
          <a:xfrm>
            <a:off x="2847550" y="372675"/>
            <a:ext cx="3803400" cy="80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33333"/>
              </a:solidFill>
              <a:latin typeface="Times New Roman"/>
              <a:ea typeface="Times New Roman"/>
              <a:cs typeface="Times New Roman"/>
              <a:sym typeface="Times New Roman"/>
            </a:endParaRPr>
          </a:p>
          <a:p>
            <a:pPr indent="0" lvl="0" marL="0" rtl="0" algn="ctr">
              <a:spcBef>
                <a:spcPts val="0"/>
              </a:spcBef>
              <a:spcAft>
                <a:spcPts val="0"/>
              </a:spcAft>
              <a:buNone/>
            </a:pPr>
            <a:r>
              <a:rPr b="1" lang="en">
                <a:solidFill>
                  <a:srgbClr val="333333"/>
                </a:solidFill>
                <a:latin typeface="Aldrich"/>
                <a:ea typeface="Aldrich"/>
                <a:cs typeface="Aldrich"/>
                <a:sym typeface="Aldrich"/>
              </a:rPr>
              <a:t>Data Demonstration</a:t>
            </a:r>
            <a:endParaRPr b="1">
              <a:solidFill>
                <a:srgbClr val="333333"/>
              </a:solidFill>
              <a:latin typeface="Aldrich"/>
              <a:ea typeface="Aldrich"/>
              <a:cs typeface="Aldrich"/>
              <a:sym typeface="Aldrich"/>
            </a:endParaRPr>
          </a:p>
        </p:txBody>
      </p:sp>
      <p:sp>
        <p:nvSpPr>
          <p:cNvPr id="1129" name="Google Shape;1129;p70"/>
          <p:cNvSpPr txBox="1"/>
          <p:nvPr/>
        </p:nvSpPr>
        <p:spPr>
          <a:xfrm>
            <a:off x="785450" y="986450"/>
            <a:ext cx="6271200" cy="1075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t/>
            </a:r>
            <a:endParaRPr sz="1200">
              <a:solidFill>
                <a:srgbClr val="222222"/>
              </a:solidFill>
              <a:highlight>
                <a:schemeClr val="accent4"/>
              </a:highlight>
              <a:latin typeface="Didact Gothic"/>
              <a:ea typeface="Didact Gothic"/>
              <a:cs typeface="Didact Gothic"/>
              <a:sym typeface="Didact Gothic"/>
            </a:endParaRPr>
          </a:p>
          <a:p>
            <a:pPr indent="0" lvl="0" marL="0" rtl="0" algn="l">
              <a:lnSpc>
                <a:spcPct val="120000"/>
              </a:lnSpc>
              <a:spcBef>
                <a:spcPts val="400"/>
              </a:spcBef>
              <a:spcAft>
                <a:spcPts val="0"/>
              </a:spcAft>
              <a:buNone/>
            </a:pPr>
            <a:r>
              <a:t/>
            </a:r>
            <a:endParaRPr sz="1100">
              <a:solidFill>
                <a:srgbClr val="333333"/>
              </a:solidFill>
              <a:highlight>
                <a:srgbClr val="D5E6FC"/>
              </a:highlight>
              <a:latin typeface="Times New Roman"/>
              <a:ea typeface="Times New Roman"/>
              <a:cs typeface="Times New Roman"/>
              <a:sym typeface="Times New Roman"/>
            </a:endParaRPr>
          </a:p>
          <a:p>
            <a:pPr indent="0" lvl="0" marL="0" rtl="0" algn="l">
              <a:spcBef>
                <a:spcPts val="400"/>
              </a:spcBef>
              <a:spcAft>
                <a:spcPts val="0"/>
              </a:spcAft>
              <a:buNone/>
            </a:pPr>
            <a:r>
              <a:t/>
            </a:r>
            <a:endParaRPr sz="1300">
              <a:solidFill>
                <a:srgbClr val="333333"/>
              </a:solidFill>
              <a:highlight>
                <a:srgbClr val="D5E6FC"/>
              </a:highlight>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rgbClr val="333333"/>
              </a:solidFill>
              <a:highlight>
                <a:srgbClr val="FFFFFF"/>
              </a:highlight>
              <a:latin typeface="Times New Roman"/>
              <a:ea typeface="Times New Roman"/>
              <a:cs typeface="Times New Roman"/>
              <a:sym typeface="Times New Roman"/>
            </a:endParaRPr>
          </a:p>
        </p:txBody>
      </p:sp>
      <p:cxnSp>
        <p:nvCxnSpPr>
          <p:cNvPr id="1130" name="Google Shape;1130;p70"/>
          <p:cNvCxnSpPr/>
          <p:nvPr/>
        </p:nvCxnSpPr>
        <p:spPr>
          <a:xfrm>
            <a:off x="6078600" y="1451950"/>
            <a:ext cx="12300" cy="2931900"/>
          </a:xfrm>
          <a:prstGeom prst="straightConnector1">
            <a:avLst/>
          </a:prstGeom>
          <a:noFill/>
          <a:ln cap="flat" cmpd="sng" w="9525">
            <a:solidFill>
              <a:schemeClr val="dk2"/>
            </a:solidFill>
            <a:prstDash val="solid"/>
            <a:round/>
            <a:headEnd len="med" w="med" type="none"/>
            <a:tailEnd len="med" w="med" type="none"/>
          </a:ln>
        </p:spPr>
      </p:cxnSp>
      <p:pic>
        <p:nvPicPr>
          <p:cNvPr id="1131" name="Google Shape;1131;p70"/>
          <p:cNvPicPr preferRelativeResize="0"/>
          <p:nvPr/>
        </p:nvPicPr>
        <p:blipFill>
          <a:blip r:embed="rId3">
            <a:alphaModFix/>
          </a:blip>
          <a:stretch>
            <a:fillRect/>
          </a:stretch>
        </p:blipFill>
        <p:spPr>
          <a:xfrm>
            <a:off x="1252650" y="2877625"/>
            <a:ext cx="3729474" cy="1195725"/>
          </a:xfrm>
          <a:prstGeom prst="rect">
            <a:avLst/>
          </a:prstGeom>
          <a:noFill/>
          <a:ln>
            <a:noFill/>
          </a:ln>
        </p:spPr>
      </p:pic>
      <p:pic>
        <p:nvPicPr>
          <p:cNvPr id="1132" name="Google Shape;1132;p70"/>
          <p:cNvPicPr preferRelativeResize="0"/>
          <p:nvPr/>
        </p:nvPicPr>
        <p:blipFill>
          <a:blip r:embed="rId4">
            <a:alphaModFix/>
          </a:blip>
          <a:stretch>
            <a:fillRect/>
          </a:stretch>
        </p:blipFill>
        <p:spPr>
          <a:xfrm>
            <a:off x="1252650" y="1451950"/>
            <a:ext cx="3729475" cy="1222525"/>
          </a:xfrm>
          <a:prstGeom prst="rect">
            <a:avLst/>
          </a:prstGeom>
          <a:noFill/>
          <a:ln>
            <a:noFill/>
          </a:ln>
        </p:spPr>
      </p:pic>
      <p:pic>
        <p:nvPicPr>
          <p:cNvPr id="1133" name="Google Shape;1133;p70"/>
          <p:cNvPicPr preferRelativeResize="0"/>
          <p:nvPr/>
        </p:nvPicPr>
        <p:blipFill>
          <a:blip r:embed="rId5">
            <a:alphaModFix/>
          </a:blip>
          <a:stretch>
            <a:fillRect/>
          </a:stretch>
        </p:blipFill>
        <p:spPr>
          <a:xfrm>
            <a:off x="6243300" y="3212225"/>
            <a:ext cx="1756651" cy="1231925"/>
          </a:xfrm>
          <a:prstGeom prst="rect">
            <a:avLst/>
          </a:prstGeom>
          <a:noFill/>
          <a:ln>
            <a:noFill/>
          </a:ln>
        </p:spPr>
      </p:pic>
      <p:pic>
        <p:nvPicPr>
          <p:cNvPr id="1134" name="Google Shape;1134;p70"/>
          <p:cNvPicPr preferRelativeResize="0"/>
          <p:nvPr/>
        </p:nvPicPr>
        <p:blipFill>
          <a:blip r:embed="rId6">
            <a:alphaModFix/>
          </a:blip>
          <a:stretch>
            <a:fillRect/>
          </a:stretch>
        </p:blipFill>
        <p:spPr>
          <a:xfrm>
            <a:off x="6243300" y="1451950"/>
            <a:ext cx="1709200" cy="1641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71"/>
          <p:cNvSpPr txBox="1"/>
          <p:nvPr>
            <p:ph type="title"/>
          </p:nvPr>
        </p:nvSpPr>
        <p:spPr>
          <a:xfrm>
            <a:off x="3380250" y="426200"/>
            <a:ext cx="1926300" cy="67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Result</a:t>
            </a:r>
            <a:endParaRPr sz="1800"/>
          </a:p>
        </p:txBody>
      </p:sp>
      <p:sp>
        <p:nvSpPr>
          <p:cNvPr id="1140" name="Google Shape;1140;p71"/>
          <p:cNvSpPr txBox="1"/>
          <p:nvPr>
            <p:ph idx="1" type="subTitle"/>
          </p:nvPr>
        </p:nvSpPr>
        <p:spPr>
          <a:xfrm>
            <a:off x="759525" y="1214700"/>
            <a:ext cx="7610400" cy="2856600"/>
          </a:xfrm>
          <a:prstGeom prst="rect">
            <a:avLst/>
          </a:prstGeom>
        </p:spPr>
        <p:txBody>
          <a:bodyPr anchorCtr="0" anchor="ctr" bIns="91425" lIns="91425" spcFirstLastPara="1" rIns="91425" wrap="square" tIns="91425">
            <a:noAutofit/>
          </a:bodyPr>
          <a:lstStyle/>
          <a:p>
            <a:pPr indent="-304800" lvl="0" marL="457200" rtl="0" algn="l">
              <a:lnSpc>
                <a:spcPct val="100000"/>
              </a:lnSpc>
              <a:spcBef>
                <a:spcPts val="2100"/>
              </a:spcBef>
              <a:spcAft>
                <a:spcPts val="0"/>
              </a:spcAft>
              <a:buClr>
                <a:schemeClr val="dk1"/>
              </a:buClr>
              <a:buSzPts val="1200"/>
              <a:buAutoNum type="arabicPeriod"/>
            </a:pPr>
            <a:r>
              <a:rPr lang="en" sz="1200">
                <a:solidFill>
                  <a:schemeClr val="dk1"/>
                </a:solidFill>
              </a:rPr>
              <a:t>Who were the most central or influential individuals in the Titanic social network based on their connections?</a:t>
            </a:r>
            <a:endParaRPr sz="1200">
              <a:solidFill>
                <a:schemeClr val="dk1"/>
              </a:solidFill>
            </a:endParaRPr>
          </a:p>
          <a:p>
            <a:pPr indent="0" lvl="0" marL="914400" rtl="0" algn="l">
              <a:lnSpc>
                <a:spcPct val="100000"/>
              </a:lnSpc>
              <a:spcBef>
                <a:spcPts val="0"/>
              </a:spcBef>
              <a:spcAft>
                <a:spcPts val="0"/>
              </a:spcAft>
              <a:buNone/>
            </a:pPr>
            <a:r>
              <a:rPr lang="en" sz="1100">
                <a:latin typeface="Aldrich"/>
                <a:ea typeface="Aldrich"/>
                <a:cs typeface="Aldrich"/>
                <a:sym typeface="Aldrich"/>
              </a:rPr>
              <a:t>-</a:t>
            </a:r>
            <a:r>
              <a:rPr lang="en" sz="1100">
                <a:solidFill>
                  <a:schemeClr val="dk1"/>
                </a:solidFill>
                <a:latin typeface="Aldrich"/>
                <a:ea typeface="Aldrich"/>
                <a:cs typeface="Aldrich"/>
                <a:sym typeface="Aldrich"/>
              </a:rPr>
              <a:t>The most central or influential individual in the Titanic social network based on their connections is Sage Mr George John Jr.</a:t>
            </a:r>
            <a:endParaRPr sz="1100">
              <a:solidFill>
                <a:schemeClr val="dk1"/>
              </a:solidFill>
              <a:latin typeface="Aldrich"/>
              <a:ea typeface="Aldrich"/>
              <a:cs typeface="Aldrich"/>
              <a:sym typeface="Aldrich"/>
            </a:endParaRPr>
          </a:p>
          <a:p>
            <a:pPr indent="0" lvl="0" marL="457200" rtl="0" algn="l">
              <a:lnSpc>
                <a:spcPct val="100000"/>
              </a:lnSpc>
              <a:spcBef>
                <a:spcPts val="0"/>
              </a:spcBef>
              <a:spcAft>
                <a:spcPts val="0"/>
              </a:spcAft>
              <a:buNone/>
            </a:pPr>
            <a:r>
              <a:t/>
            </a:r>
            <a:endParaRPr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lang="en" sz="1200">
                <a:solidFill>
                  <a:schemeClr val="dk1"/>
                </a:solidFill>
              </a:rPr>
              <a:t>Using cluster analysis with the help of similar characteristics such as age, cabin, or gender. Analyze the passengers that would most likely survive. </a:t>
            </a:r>
            <a:endParaRPr sz="1200">
              <a:solidFill>
                <a:schemeClr val="dk1"/>
              </a:solidFill>
            </a:endParaRPr>
          </a:p>
          <a:p>
            <a:pPr indent="0" lvl="0" marL="0" rtl="0" algn="l">
              <a:lnSpc>
                <a:spcPct val="100000"/>
              </a:lnSpc>
              <a:spcBef>
                <a:spcPts val="0"/>
              </a:spcBef>
              <a:spcAft>
                <a:spcPts val="0"/>
              </a:spcAft>
              <a:buNone/>
            </a:pPr>
            <a:r>
              <a:t/>
            </a:r>
            <a:endParaRPr sz="1100">
              <a:solidFill>
                <a:schemeClr val="dk1"/>
              </a:solidFill>
              <a:latin typeface="Aldrich"/>
              <a:ea typeface="Aldrich"/>
              <a:cs typeface="Aldrich"/>
              <a:sym typeface="Aldrich"/>
            </a:endParaRPr>
          </a:p>
          <a:p>
            <a:pPr indent="0" lvl="0" marL="914400" rtl="0" algn="l">
              <a:lnSpc>
                <a:spcPct val="100000"/>
              </a:lnSpc>
              <a:spcBef>
                <a:spcPts val="0"/>
              </a:spcBef>
              <a:spcAft>
                <a:spcPts val="0"/>
              </a:spcAft>
              <a:buNone/>
            </a:pPr>
            <a:r>
              <a:rPr lang="en" sz="1100">
                <a:solidFill>
                  <a:schemeClr val="dk1"/>
                </a:solidFill>
                <a:latin typeface="Aldrich"/>
                <a:ea typeface="Aldrich"/>
                <a:cs typeface="Aldrich"/>
                <a:sym typeface="Aldrich"/>
              </a:rPr>
              <a:t>-The passenger that is most likely to survive is a woman who is 26 years old. We were not surprised by this because women and children are the first to be evacuated in this situation. The top survival possibilities were women who ranged from 14-40 years old. </a:t>
            </a:r>
            <a:endParaRPr sz="1100">
              <a:solidFill>
                <a:schemeClr val="dk1"/>
              </a:solidFill>
              <a:latin typeface="Aldrich"/>
              <a:ea typeface="Aldrich"/>
              <a:cs typeface="Aldrich"/>
              <a:sym typeface="Aldrich"/>
            </a:endParaRPr>
          </a:p>
          <a:p>
            <a:pPr indent="0" lvl="0" marL="0" rtl="0" algn="l">
              <a:lnSpc>
                <a:spcPct val="100000"/>
              </a:lnSpc>
              <a:spcBef>
                <a:spcPts val="0"/>
              </a:spcBef>
              <a:spcAft>
                <a:spcPts val="0"/>
              </a:spcAft>
              <a:buNone/>
            </a:pPr>
            <a:r>
              <a:t/>
            </a:r>
            <a:endParaRPr sz="1100">
              <a:solidFill>
                <a:schemeClr val="dk1"/>
              </a:solidFill>
              <a:latin typeface="Aldrich"/>
              <a:ea typeface="Aldrich"/>
              <a:cs typeface="Aldrich"/>
              <a:sym typeface="Aldrich"/>
            </a:endParaRPr>
          </a:p>
          <a:p>
            <a:pPr indent="-304800" lvl="0" marL="457200" rtl="0" algn="l">
              <a:lnSpc>
                <a:spcPct val="100000"/>
              </a:lnSpc>
              <a:spcBef>
                <a:spcPts val="0"/>
              </a:spcBef>
              <a:spcAft>
                <a:spcPts val="0"/>
              </a:spcAft>
              <a:buClr>
                <a:schemeClr val="dk1"/>
              </a:buClr>
              <a:buSzPts val="1200"/>
              <a:buAutoNum type="arabicPeriod"/>
            </a:pPr>
            <a:r>
              <a:rPr lang="en" sz="1200">
                <a:solidFill>
                  <a:schemeClr val="dk1"/>
                </a:solidFill>
              </a:rPr>
              <a:t>Find the ten actors with the highest degree centrality amongst the first 20 families in the data set. (Might require drawing out social networks)</a:t>
            </a:r>
            <a:endParaRPr sz="1200">
              <a:solidFill>
                <a:schemeClr val="dk1"/>
              </a:solidFill>
            </a:endParaRPr>
          </a:p>
          <a:p>
            <a:pPr indent="0" lvl="0" marL="0" rtl="0" algn="l">
              <a:lnSpc>
                <a:spcPct val="100000"/>
              </a:lnSpc>
              <a:spcBef>
                <a:spcPts val="0"/>
              </a:spcBef>
              <a:spcAft>
                <a:spcPts val="0"/>
              </a:spcAft>
              <a:buNone/>
            </a:pPr>
            <a:r>
              <a:rPr lang="en" sz="1100">
                <a:solidFill>
                  <a:schemeClr val="dk1"/>
                </a:solidFill>
                <a:latin typeface="Century Gothic"/>
                <a:ea typeface="Century Gothic"/>
                <a:cs typeface="Century Gothic"/>
                <a:sym typeface="Century Gothic"/>
              </a:rPr>
              <a:t>-</a:t>
            </a:r>
            <a:endParaRPr sz="11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1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ctr">
              <a:spcBef>
                <a:spcPts val="0"/>
              </a:spcBef>
              <a:spcAft>
                <a:spcPts val="0"/>
              </a:spcAft>
              <a:buNone/>
            </a:pPr>
            <a:r>
              <a:t/>
            </a:r>
            <a:endParaRPr/>
          </a:p>
        </p:txBody>
      </p:sp>
      <p:pic>
        <p:nvPicPr>
          <p:cNvPr descr="A black text on a white background&#10;&#10;Description automatically generated" id="1141" name="Google Shape;1141;p71"/>
          <p:cNvPicPr preferRelativeResize="0"/>
          <p:nvPr/>
        </p:nvPicPr>
        <p:blipFill>
          <a:blip r:embed="rId3">
            <a:alphaModFix/>
          </a:blip>
          <a:stretch>
            <a:fillRect/>
          </a:stretch>
        </p:blipFill>
        <p:spPr>
          <a:xfrm>
            <a:off x="3794825" y="3481125"/>
            <a:ext cx="2444850" cy="979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72"/>
          <p:cNvSpPr txBox="1"/>
          <p:nvPr>
            <p:ph idx="1" type="subTitle"/>
          </p:nvPr>
        </p:nvSpPr>
        <p:spPr>
          <a:xfrm>
            <a:off x="825625" y="777875"/>
            <a:ext cx="7449600" cy="419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rPr>
              <a:t>4.) </a:t>
            </a:r>
            <a:r>
              <a:rPr lang="en" sz="1200">
                <a:solidFill>
                  <a:schemeClr val="dk1"/>
                </a:solidFill>
              </a:rPr>
              <a:t>Create social networks for the first seven families (male, female and children with the same name and similar cabin location) </a:t>
            </a:r>
            <a:endParaRPr sz="12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 sz="1100">
                <a:solidFill>
                  <a:schemeClr val="dk1"/>
                </a:solidFill>
                <a:latin typeface="Aldrich"/>
                <a:ea typeface="Aldrich"/>
                <a:cs typeface="Aldrich"/>
                <a:sym typeface="Aldrich"/>
              </a:rPr>
              <a:t>-This social network graph represents the relationships among the first seven families based</a:t>
            </a:r>
            <a:endParaRPr sz="1100">
              <a:solidFill>
                <a:schemeClr val="dk1"/>
              </a:solidFill>
              <a:latin typeface="Aldrich"/>
              <a:ea typeface="Aldrich"/>
              <a:cs typeface="Aldrich"/>
              <a:sym typeface="Aldrich"/>
            </a:endParaRPr>
          </a:p>
          <a:p>
            <a:pPr indent="457200" lvl="0" marL="0" rtl="0" algn="l">
              <a:lnSpc>
                <a:spcPct val="115000"/>
              </a:lnSpc>
              <a:spcBef>
                <a:spcPts val="0"/>
              </a:spcBef>
              <a:spcAft>
                <a:spcPts val="0"/>
              </a:spcAft>
              <a:buClr>
                <a:schemeClr val="dk1"/>
              </a:buClr>
              <a:buSzPts val="1100"/>
              <a:buFont typeface="Arial"/>
              <a:buNone/>
            </a:pPr>
            <a:r>
              <a:rPr lang="en" sz="1100">
                <a:solidFill>
                  <a:schemeClr val="dk1"/>
                </a:solidFill>
                <a:latin typeface="Aldrich"/>
                <a:ea typeface="Aldrich"/>
                <a:cs typeface="Aldrich"/>
                <a:sym typeface="Aldrich"/>
              </a:rPr>
              <a:t>on the criteria of having the same last name and similar cabin locations. Each node in the</a:t>
            </a:r>
            <a:endParaRPr sz="1100">
              <a:solidFill>
                <a:schemeClr val="dk1"/>
              </a:solidFill>
              <a:latin typeface="Aldrich"/>
              <a:ea typeface="Aldrich"/>
              <a:cs typeface="Aldrich"/>
              <a:sym typeface="Aldrich"/>
            </a:endParaRPr>
          </a:p>
          <a:p>
            <a:pPr indent="457200" lvl="0" marL="0" rtl="0" algn="l">
              <a:lnSpc>
                <a:spcPct val="115000"/>
              </a:lnSpc>
              <a:spcBef>
                <a:spcPts val="0"/>
              </a:spcBef>
              <a:spcAft>
                <a:spcPts val="0"/>
              </a:spcAft>
              <a:buClr>
                <a:schemeClr val="dk1"/>
              </a:buClr>
              <a:buSzPts val="1100"/>
              <a:buFont typeface="Arial"/>
              <a:buNone/>
            </a:pPr>
            <a:r>
              <a:rPr lang="en" sz="1100">
                <a:solidFill>
                  <a:schemeClr val="dk1"/>
                </a:solidFill>
                <a:latin typeface="Aldrich"/>
                <a:ea typeface="Aldrich"/>
                <a:cs typeface="Aldrich"/>
                <a:sym typeface="Aldrich"/>
              </a:rPr>
              <a:t>graph represents a passenger, and edges connect family members who share the same last</a:t>
            </a:r>
            <a:endParaRPr sz="1100">
              <a:solidFill>
                <a:schemeClr val="dk1"/>
              </a:solidFill>
              <a:latin typeface="Aldrich"/>
              <a:ea typeface="Aldrich"/>
              <a:cs typeface="Aldrich"/>
              <a:sym typeface="Aldrich"/>
            </a:endParaRPr>
          </a:p>
          <a:p>
            <a:pPr indent="457200" lvl="0" marL="0" rtl="0" algn="l">
              <a:lnSpc>
                <a:spcPct val="115000"/>
              </a:lnSpc>
              <a:spcBef>
                <a:spcPts val="0"/>
              </a:spcBef>
              <a:spcAft>
                <a:spcPts val="0"/>
              </a:spcAft>
              <a:buClr>
                <a:schemeClr val="dk1"/>
              </a:buClr>
              <a:buSzPts val="1100"/>
              <a:buFont typeface="Arial"/>
              <a:buNone/>
            </a:pPr>
            <a:r>
              <a:rPr lang="en" sz="1100">
                <a:solidFill>
                  <a:schemeClr val="dk1"/>
                </a:solidFill>
                <a:latin typeface="Aldrich"/>
                <a:ea typeface="Aldrich"/>
                <a:cs typeface="Aldrich"/>
                <a:sym typeface="Aldrich"/>
              </a:rPr>
              <a:t>name. Nodes that are connected by edges represents family members who meet the</a:t>
            </a:r>
            <a:endParaRPr sz="1100">
              <a:solidFill>
                <a:schemeClr val="dk1"/>
              </a:solidFill>
              <a:latin typeface="Aldrich"/>
              <a:ea typeface="Aldrich"/>
              <a:cs typeface="Aldrich"/>
              <a:sym typeface="Aldrich"/>
            </a:endParaRPr>
          </a:p>
          <a:p>
            <a:pPr indent="457200" lvl="0" marL="0" rtl="0" algn="l">
              <a:lnSpc>
                <a:spcPct val="115000"/>
              </a:lnSpc>
              <a:spcBef>
                <a:spcPts val="0"/>
              </a:spcBef>
              <a:spcAft>
                <a:spcPts val="0"/>
              </a:spcAft>
              <a:buNone/>
            </a:pPr>
            <a:r>
              <a:rPr lang="en" sz="1100">
                <a:solidFill>
                  <a:schemeClr val="dk1"/>
                </a:solidFill>
                <a:latin typeface="Aldrich"/>
                <a:ea typeface="Aldrich"/>
                <a:cs typeface="Aldrich"/>
                <a:sym typeface="Aldrich"/>
              </a:rPr>
              <a:t>specified criteria(same last name and similar cabin locations).</a:t>
            </a:r>
            <a:endParaRPr sz="1100">
              <a:solidFill>
                <a:schemeClr val="dk1"/>
              </a:solidFill>
              <a:latin typeface="Aldrich"/>
              <a:ea typeface="Aldrich"/>
              <a:cs typeface="Aldrich"/>
              <a:sym typeface="Aldrich"/>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5.) Did upper-class passengers exhibit different social network structures compared to lower-class passengers?</a:t>
            </a:r>
            <a:endParaRPr sz="1200">
              <a:solidFill>
                <a:schemeClr val="dk1"/>
              </a:solidFill>
            </a:endParaRPr>
          </a:p>
          <a:p>
            <a:pPr indent="0" lvl="0" marL="457200" rtl="0" algn="l">
              <a:spcBef>
                <a:spcPts val="0"/>
              </a:spcBef>
              <a:spcAft>
                <a:spcPts val="0"/>
              </a:spcAft>
              <a:buNone/>
            </a:pPr>
            <a:r>
              <a:rPr lang="en" sz="1100">
                <a:solidFill>
                  <a:schemeClr val="dk1"/>
                </a:solidFill>
                <a:latin typeface="Aldrich"/>
                <a:ea typeface="Aldrich"/>
                <a:cs typeface="Aldrich"/>
                <a:sym typeface="Aldrich"/>
              </a:rPr>
              <a:t>-The upper-class passengers definitely exhibit different social network structures compared to lower-class passengers because its network appears less dense compared to the lower-class network. there are less interactions in the upper class as compared to the lower class. </a:t>
            </a:r>
            <a:endParaRPr sz="1100">
              <a:solidFill>
                <a:schemeClr val="dk1"/>
              </a:solidFill>
              <a:latin typeface="Aldrich"/>
              <a:ea typeface="Aldrich"/>
              <a:cs typeface="Aldrich"/>
              <a:sym typeface="Aldrich"/>
            </a:endParaRPr>
          </a:p>
          <a:p>
            <a:pPr indent="0" lvl="0" marL="0" rtl="0" algn="l">
              <a:spcBef>
                <a:spcPts val="0"/>
              </a:spcBef>
              <a:spcAft>
                <a:spcPts val="0"/>
              </a:spcAft>
              <a:buNone/>
            </a:pPr>
            <a:r>
              <a:t/>
            </a:r>
            <a:endParaRPr sz="1100">
              <a:solidFill>
                <a:schemeClr val="dk1"/>
              </a:solidFill>
              <a:latin typeface="Aldrich"/>
              <a:ea typeface="Aldrich"/>
              <a:cs typeface="Aldrich"/>
              <a:sym typeface="Aldrich"/>
            </a:endParaRPr>
          </a:p>
          <a:p>
            <a:pPr indent="0" lvl="0" marL="0" rtl="0" algn="l">
              <a:spcBef>
                <a:spcPts val="0"/>
              </a:spcBef>
              <a:spcAft>
                <a:spcPts val="0"/>
              </a:spcAft>
              <a:buNone/>
            </a:pPr>
            <a:r>
              <a:rPr lang="en" sz="1200">
                <a:solidFill>
                  <a:schemeClr val="dk1"/>
                </a:solidFill>
              </a:rPr>
              <a:t>6.) Can family structures be detected within the social network, and how did these contribute to survival?</a:t>
            </a:r>
            <a:endParaRPr sz="1200">
              <a:solidFill>
                <a:schemeClr val="dk1"/>
              </a:solidFill>
            </a:endParaRPr>
          </a:p>
          <a:p>
            <a:pPr indent="0" lvl="0" marL="457200" rtl="0" algn="l">
              <a:spcBef>
                <a:spcPts val="0"/>
              </a:spcBef>
              <a:spcAft>
                <a:spcPts val="0"/>
              </a:spcAft>
              <a:buClr>
                <a:schemeClr val="dk1"/>
              </a:buClr>
              <a:buSzPts val="1100"/>
              <a:buFont typeface="Arial"/>
              <a:buNone/>
            </a:pPr>
            <a:r>
              <a:rPr lang="en" sz="1100">
                <a:solidFill>
                  <a:schemeClr val="dk1"/>
                </a:solidFill>
                <a:latin typeface="Aldrich"/>
                <a:ea typeface="Aldrich"/>
                <a:cs typeface="Aldrich"/>
                <a:sym typeface="Aldrich"/>
              </a:rPr>
              <a:t>-The family structures shown in this analysis are not fully clear as to the type of members but the survival does not have a defining factor for family surviving. The analysis does show survivors with the  number of family survivors that could be used to keep track of every member on board in the search. </a:t>
            </a:r>
            <a:endParaRPr sz="1100">
              <a:solidFill>
                <a:schemeClr val="dk1"/>
              </a:solidFill>
              <a:latin typeface="Aldrich"/>
              <a:ea typeface="Aldrich"/>
              <a:cs typeface="Aldrich"/>
              <a:sym typeface="Aldrich"/>
            </a:endParaRPr>
          </a:p>
          <a:p>
            <a:pPr indent="0" lvl="0" marL="0" rtl="0" algn="l">
              <a:spcBef>
                <a:spcPts val="0"/>
              </a:spcBef>
              <a:spcAft>
                <a:spcPts val="0"/>
              </a:spcAft>
              <a:buNone/>
            </a:pPr>
            <a:r>
              <a:t/>
            </a:r>
            <a:endParaRPr sz="11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a:p>
        </p:txBody>
      </p:sp>
      <p:sp>
        <p:nvSpPr>
          <p:cNvPr id="1147" name="Google Shape;1147;p72"/>
          <p:cNvSpPr txBox="1"/>
          <p:nvPr>
            <p:ph type="title"/>
          </p:nvPr>
        </p:nvSpPr>
        <p:spPr>
          <a:xfrm>
            <a:off x="3361275" y="407225"/>
            <a:ext cx="1926300" cy="67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Result</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73"/>
          <p:cNvSpPr txBox="1"/>
          <p:nvPr>
            <p:ph type="title"/>
          </p:nvPr>
        </p:nvSpPr>
        <p:spPr>
          <a:xfrm>
            <a:off x="1581150" y="670675"/>
            <a:ext cx="5297700" cy="693000"/>
          </a:xfrm>
          <a:prstGeom prst="rect">
            <a:avLst/>
          </a:prstGeom>
        </p:spPr>
        <p:txBody>
          <a:bodyPr anchorCtr="0" anchor="ctr" bIns="91425" lIns="91425" spcFirstLastPara="1" rIns="91425" wrap="square" tIns="91425">
            <a:noAutofit/>
          </a:bodyPr>
          <a:lstStyle/>
          <a:p>
            <a:pPr indent="0" lvl="0" marL="0" rtl="0" algn="ctr">
              <a:lnSpc>
                <a:spcPct val="140012"/>
              </a:lnSpc>
              <a:spcBef>
                <a:spcPts val="0"/>
              </a:spcBef>
              <a:spcAft>
                <a:spcPts val="0"/>
              </a:spcAft>
              <a:buClr>
                <a:schemeClr val="dk1"/>
              </a:buClr>
              <a:buFont typeface="Arial"/>
              <a:buNone/>
            </a:pPr>
            <a:r>
              <a:rPr lang="en" sz="2999">
                <a:solidFill>
                  <a:schemeClr val="dk1"/>
                </a:solidFill>
                <a:latin typeface="Contrail One"/>
                <a:ea typeface="Contrail One"/>
                <a:cs typeface="Contrail One"/>
                <a:sym typeface="Contrail One"/>
              </a:rPr>
              <a:t>S</a:t>
            </a:r>
            <a:r>
              <a:rPr lang="en" sz="2399">
                <a:solidFill>
                  <a:schemeClr val="dk1"/>
                </a:solidFill>
              </a:rPr>
              <a:t>HARING PLAN &amp; FUTURE WORK</a:t>
            </a:r>
            <a:endParaRPr sz="600">
              <a:solidFill>
                <a:schemeClr val="dk1"/>
              </a:solidFill>
            </a:endParaRPr>
          </a:p>
          <a:p>
            <a:pPr indent="0" lvl="0" marL="0" rtl="0" algn="ctr">
              <a:spcBef>
                <a:spcPts val="0"/>
              </a:spcBef>
              <a:spcAft>
                <a:spcPts val="0"/>
              </a:spcAft>
              <a:buNone/>
            </a:pPr>
            <a:r>
              <a:t/>
            </a:r>
            <a:endParaRPr sz="3200"/>
          </a:p>
        </p:txBody>
      </p:sp>
      <p:sp>
        <p:nvSpPr>
          <p:cNvPr id="1153" name="Google Shape;1153;p73"/>
          <p:cNvSpPr txBox="1"/>
          <p:nvPr>
            <p:ph idx="1" type="subTitle"/>
          </p:nvPr>
        </p:nvSpPr>
        <p:spPr>
          <a:xfrm>
            <a:off x="1581150" y="1829850"/>
            <a:ext cx="5014500" cy="2031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1100">
              <a:solidFill>
                <a:schemeClr val="dk1"/>
              </a:solidFill>
            </a:endParaRPr>
          </a:p>
          <a:p>
            <a:pPr indent="0" lvl="0" marL="685800" rtl="0" algn="just">
              <a:lnSpc>
                <a:spcPct val="115000"/>
              </a:lnSpc>
              <a:spcBef>
                <a:spcPts val="0"/>
              </a:spcBef>
              <a:spcAft>
                <a:spcPts val="0"/>
              </a:spcAft>
              <a:buClr>
                <a:schemeClr val="dk1"/>
              </a:buClr>
              <a:buSzPts val="1100"/>
              <a:buFont typeface="Arial"/>
              <a:buNone/>
            </a:pPr>
            <a:r>
              <a:rPr lang="en" sz="1400">
                <a:solidFill>
                  <a:schemeClr val="dk1"/>
                </a:solidFill>
              </a:rPr>
              <a:t>Exploring additional data sources that may offer access to restricted data points that show better connectivity between the relationships sharing information, while adhering to privacy laws and ethical standards.</a:t>
            </a:r>
            <a:endParaRPr sz="1400">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sz="1500">
              <a:solidFill>
                <a:schemeClr val="dk1"/>
              </a:solidFill>
            </a:endParaRPr>
          </a:p>
          <a:p>
            <a:pPr indent="0" lvl="0" marL="685800" rtl="0" algn="just">
              <a:lnSpc>
                <a:spcPct val="115000"/>
              </a:lnSpc>
              <a:spcBef>
                <a:spcPts val="0"/>
              </a:spcBef>
              <a:spcAft>
                <a:spcPts val="0"/>
              </a:spcAft>
              <a:buClr>
                <a:schemeClr val="dk1"/>
              </a:buClr>
              <a:buSzPts val="1100"/>
              <a:buFont typeface="Arial"/>
              <a:buNone/>
            </a:pPr>
            <a:r>
              <a:rPr lang="en" sz="1400">
                <a:solidFill>
                  <a:schemeClr val="dk1"/>
                </a:solidFill>
              </a:rPr>
              <a:t>Enhancing data cleaning and preprocessing techniques to address inconsistencies and missing data, ensuring robust analysis despite limited data points.</a:t>
            </a:r>
            <a:endParaRPr sz="1400">
              <a:solidFill>
                <a:schemeClr val="dk1"/>
              </a:solidFill>
            </a:endParaRPr>
          </a:p>
          <a:p>
            <a:pPr indent="0" lvl="0" marL="685800" rtl="0" algn="just">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685800" rtl="0" algn="just">
              <a:lnSpc>
                <a:spcPct val="115000"/>
              </a:lnSpc>
              <a:spcBef>
                <a:spcPts val="0"/>
              </a:spcBef>
              <a:spcAft>
                <a:spcPts val="0"/>
              </a:spcAft>
              <a:buClr>
                <a:schemeClr val="dk1"/>
              </a:buClr>
              <a:buSzPts val="1100"/>
              <a:buFont typeface="Arial"/>
              <a:buNone/>
            </a:pPr>
            <a:r>
              <a:rPr lang="en" sz="1400">
                <a:solidFill>
                  <a:schemeClr val="dk1"/>
                </a:solidFill>
              </a:rPr>
              <a:t>For sharing this data, we would want to present it in a clearer form on kaggle or with excel charts to better visualize results. </a:t>
            </a:r>
            <a:endParaRPr sz="1400">
              <a:solidFill>
                <a:schemeClr val="dk1"/>
              </a:solidFill>
            </a:endParaRPr>
          </a:p>
          <a:p>
            <a:pPr indent="0" lvl="0" marL="457200" rtl="0" algn="l">
              <a:spcBef>
                <a:spcPts val="0"/>
              </a:spcBef>
              <a:spcAft>
                <a:spcPts val="0"/>
              </a:spcAft>
              <a:buNone/>
            </a:pPr>
            <a:r>
              <a:t/>
            </a:r>
            <a:endParaRPr sz="1100">
              <a:solidFill>
                <a:schemeClr val="dk1"/>
              </a:solidFill>
            </a:endParaRPr>
          </a:p>
        </p:txBody>
      </p:sp>
      <p:grpSp>
        <p:nvGrpSpPr>
          <p:cNvPr id="1154" name="Google Shape;1154;p73"/>
          <p:cNvGrpSpPr/>
          <p:nvPr/>
        </p:nvGrpSpPr>
        <p:grpSpPr>
          <a:xfrm>
            <a:off x="705696" y="1154056"/>
            <a:ext cx="1709610" cy="2835630"/>
            <a:chOff x="-3347450" y="2717950"/>
            <a:chExt cx="1453750" cy="2411250"/>
          </a:xfrm>
        </p:grpSpPr>
        <p:sp>
          <p:nvSpPr>
            <p:cNvPr id="1155" name="Google Shape;1155;p73"/>
            <p:cNvSpPr/>
            <p:nvPr/>
          </p:nvSpPr>
          <p:spPr>
            <a:xfrm>
              <a:off x="-2940700" y="2717950"/>
              <a:ext cx="358725" cy="393725"/>
            </a:xfrm>
            <a:custGeom>
              <a:rect b="b" l="l" r="r" t="t"/>
              <a:pathLst>
                <a:path extrusionOk="0" h="15749" w="14349">
                  <a:moveTo>
                    <a:pt x="7398" y="1"/>
                  </a:moveTo>
                  <a:cubicBezTo>
                    <a:pt x="7370" y="1"/>
                    <a:pt x="7342" y="1"/>
                    <a:pt x="7315" y="3"/>
                  </a:cubicBezTo>
                  <a:cubicBezTo>
                    <a:pt x="6548" y="52"/>
                    <a:pt x="6134" y="490"/>
                    <a:pt x="5988" y="1111"/>
                  </a:cubicBezTo>
                  <a:cubicBezTo>
                    <a:pt x="5856" y="1573"/>
                    <a:pt x="5446" y="1875"/>
                    <a:pt x="4981" y="1875"/>
                  </a:cubicBezTo>
                  <a:cubicBezTo>
                    <a:pt x="4932" y="1875"/>
                    <a:pt x="4882" y="1872"/>
                    <a:pt x="4832" y="1865"/>
                  </a:cubicBezTo>
                  <a:cubicBezTo>
                    <a:pt x="4753" y="1852"/>
                    <a:pt x="4674" y="1845"/>
                    <a:pt x="4595" y="1845"/>
                  </a:cubicBezTo>
                  <a:cubicBezTo>
                    <a:pt x="4235" y="1845"/>
                    <a:pt x="3884" y="1979"/>
                    <a:pt x="3615" y="2218"/>
                  </a:cubicBezTo>
                  <a:cubicBezTo>
                    <a:pt x="3189" y="2547"/>
                    <a:pt x="2982" y="3070"/>
                    <a:pt x="3079" y="3593"/>
                  </a:cubicBezTo>
                  <a:cubicBezTo>
                    <a:pt x="3152" y="3970"/>
                    <a:pt x="2885" y="4311"/>
                    <a:pt x="2520" y="4360"/>
                  </a:cubicBezTo>
                  <a:cubicBezTo>
                    <a:pt x="2045" y="4384"/>
                    <a:pt x="1619" y="4628"/>
                    <a:pt x="1363" y="5029"/>
                  </a:cubicBezTo>
                  <a:cubicBezTo>
                    <a:pt x="1120" y="5370"/>
                    <a:pt x="1059" y="5796"/>
                    <a:pt x="1169" y="6185"/>
                  </a:cubicBezTo>
                  <a:cubicBezTo>
                    <a:pt x="1290" y="6550"/>
                    <a:pt x="1132" y="6952"/>
                    <a:pt x="804" y="7147"/>
                  </a:cubicBezTo>
                  <a:cubicBezTo>
                    <a:pt x="317" y="7390"/>
                    <a:pt x="13" y="7877"/>
                    <a:pt x="0" y="8412"/>
                  </a:cubicBezTo>
                  <a:cubicBezTo>
                    <a:pt x="0" y="8960"/>
                    <a:pt x="220" y="9483"/>
                    <a:pt x="609" y="9861"/>
                  </a:cubicBezTo>
                  <a:cubicBezTo>
                    <a:pt x="877" y="10153"/>
                    <a:pt x="913" y="10579"/>
                    <a:pt x="694" y="10907"/>
                  </a:cubicBezTo>
                  <a:cubicBezTo>
                    <a:pt x="353" y="11394"/>
                    <a:pt x="341" y="12027"/>
                    <a:pt x="658" y="12526"/>
                  </a:cubicBezTo>
                  <a:cubicBezTo>
                    <a:pt x="938" y="13049"/>
                    <a:pt x="1424" y="13414"/>
                    <a:pt x="2008" y="13524"/>
                  </a:cubicBezTo>
                  <a:cubicBezTo>
                    <a:pt x="2386" y="13597"/>
                    <a:pt x="2666" y="13913"/>
                    <a:pt x="2690" y="14291"/>
                  </a:cubicBezTo>
                  <a:cubicBezTo>
                    <a:pt x="2739" y="14790"/>
                    <a:pt x="2970" y="15374"/>
                    <a:pt x="3773" y="15508"/>
                  </a:cubicBezTo>
                  <a:cubicBezTo>
                    <a:pt x="3926" y="15533"/>
                    <a:pt x="4066" y="15544"/>
                    <a:pt x="4195" y="15544"/>
                  </a:cubicBezTo>
                  <a:cubicBezTo>
                    <a:pt x="4559" y="15544"/>
                    <a:pt x="4832" y="15454"/>
                    <a:pt x="5039" y="15337"/>
                  </a:cubicBezTo>
                  <a:cubicBezTo>
                    <a:pt x="5208" y="15239"/>
                    <a:pt x="5394" y="15192"/>
                    <a:pt x="5579" y="15192"/>
                  </a:cubicBezTo>
                  <a:cubicBezTo>
                    <a:pt x="5808" y="15192"/>
                    <a:pt x="6037" y="15264"/>
                    <a:pt x="6231" y="15398"/>
                  </a:cubicBezTo>
                  <a:cubicBezTo>
                    <a:pt x="6533" y="15632"/>
                    <a:pt x="6905" y="15748"/>
                    <a:pt x="7279" y="15748"/>
                  </a:cubicBezTo>
                  <a:cubicBezTo>
                    <a:pt x="7372" y="15748"/>
                    <a:pt x="7465" y="15741"/>
                    <a:pt x="7558" y="15727"/>
                  </a:cubicBezTo>
                  <a:cubicBezTo>
                    <a:pt x="7935" y="15666"/>
                    <a:pt x="8276" y="15471"/>
                    <a:pt x="8507" y="15167"/>
                  </a:cubicBezTo>
                  <a:cubicBezTo>
                    <a:pt x="8828" y="14727"/>
                    <a:pt x="9347" y="14473"/>
                    <a:pt x="9893" y="14473"/>
                  </a:cubicBezTo>
                  <a:cubicBezTo>
                    <a:pt x="9906" y="14473"/>
                    <a:pt x="9918" y="14473"/>
                    <a:pt x="9931" y="14473"/>
                  </a:cubicBezTo>
                  <a:cubicBezTo>
                    <a:pt x="9967" y="14475"/>
                    <a:pt x="10002" y="14476"/>
                    <a:pt x="10038" y="14476"/>
                  </a:cubicBezTo>
                  <a:cubicBezTo>
                    <a:pt x="10426" y="14476"/>
                    <a:pt x="10800" y="14354"/>
                    <a:pt x="11124" y="14120"/>
                  </a:cubicBezTo>
                  <a:cubicBezTo>
                    <a:pt x="11477" y="13852"/>
                    <a:pt x="11708" y="13463"/>
                    <a:pt x="11793" y="13025"/>
                  </a:cubicBezTo>
                  <a:cubicBezTo>
                    <a:pt x="11890" y="12562"/>
                    <a:pt x="12207" y="12161"/>
                    <a:pt x="12645" y="11966"/>
                  </a:cubicBezTo>
                  <a:cubicBezTo>
                    <a:pt x="13400" y="11650"/>
                    <a:pt x="13947" y="10980"/>
                    <a:pt x="14118" y="10177"/>
                  </a:cubicBezTo>
                  <a:cubicBezTo>
                    <a:pt x="14349" y="9179"/>
                    <a:pt x="14045" y="8583"/>
                    <a:pt x="13716" y="8230"/>
                  </a:cubicBezTo>
                  <a:cubicBezTo>
                    <a:pt x="13460" y="7950"/>
                    <a:pt x="13436" y="7536"/>
                    <a:pt x="13667" y="7244"/>
                  </a:cubicBezTo>
                  <a:cubicBezTo>
                    <a:pt x="13996" y="6818"/>
                    <a:pt x="14264" y="6210"/>
                    <a:pt x="13911" y="5589"/>
                  </a:cubicBezTo>
                  <a:cubicBezTo>
                    <a:pt x="13692" y="5236"/>
                    <a:pt x="13692" y="4798"/>
                    <a:pt x="13899" y="4433"/>
                  </a:cubicBezTo>
                  <a:cubicBezTo>
                    <a:pt x="14227" y="3958"/>
                    <a:pt x="14288" y="3350"/>
                    <a:pt x="14081" y="2814"/>
                  </a:cubicBezTo>
                  <a:cubicBezTo>
                    <a:pt x="13838" y="2218"/>
                    <a:pt x="13424" y="2048"/>
                    <a:pt x="13071" y="2023"/>
                  </a:cubicBezTo>
                  <a:cubicBezTo>
                    <a:pt x="12694" y="1999"/>
                    <a:pt x="12389" y="1719"/>
                    <a:pt x="12341" y="1354"/>
                  </a:cubicBezTo>
                  <a:cubicBezTo>
                    <a:pt x="12243" y="794"/>
                    <a:pt x="11939" y="137"/>
                    <a:pt x="11002" y="27"/>
                  </a:cubicBezTo>
                  <a:cubicBezTo>
                    <a:pt x="10896" y="15"/>
                    <a:pt x="10795" y="10"/>
                    <a:pt x="10700" y="10"/>
                  </a:cubicBezTo>
                  <a:cubicBezTo>
                    <a:pt x="10128" y="10"/>
                    <a:pt x="9742" y="215"/>
                    <a:pt x="9481" y="466"/>
                  </a:cubicBezTo>
                  <a:cubicBezTo>
                    <a:pt x="9335" y="594"/>
                    <a:pt x="9154" y="658"/>
                    <a:pt x="8973" y="658"/>
                  </a:cubicBezTo>
                  <a:cubicBezTo>
                    <a:pt x="8776" y="658"/>
                    <a:pt x="8580" y="581"/>
                    <a:pt x="8434" y="429"/>
                  </a:cubicBezTo>
                  <a:cubicBezTo>
                    <a:pt x="8162" y="157"/>
                    <a:pt x="7783" y="1"/>
                    <a:pt x="7398" y="1"/>
                  </a:cubicBezTo>
                  <a:close/>
                </a:path>
              </a:pathLst>
            </a:custGeom>
            <a:solidFill>
              <a:schemeClr val="accent1"/>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3"/>
            <p:cNvSpPr/>
            <p:nvPr/>
          </p:nvSpPr>
          <p:spPr>
            <a:xfrm>
              <a:off x="-2219625" y="2825725"/>
              <a:ext cx="136325" cy="171925"/>
            </a:xfrm>
            <a:custGeom>
              <a:rect b="b" l="l" r="r" t="t"/>
              <a:pathLst>
                <a:path extrusionOk="0" h="6877" w="5453">
                  <a:moveTo>
                    <a:pt x="670" y="0"/>
                  </a:moveTo>
                  <a:lnTo>
                    <a:pt x="341" y="3359"/>
                  </a:lnTo>
                  <a:lnTo>
                    <a:pt x="85" y="5404"/>
                  </a:lnTo>
                  <a:lnTo>
                    <a:pt x="0" y="6110"/>
                  </a:lnTo>
                  <a:lnTo>
                    <a:pt x="3651" y="6876"/>
                  </a:lnTo>
                  <a:lnTo>
                    <a:pt x="3858" y="5209"/>
                  </a:lnTo>
                  <a:lnTo>
                    <a:pt x="3968" y="4260"/>
                  </a:lnTo>
                  <a:lnTo>
                    <a:pt x="5452" y="986"/>
                  </a:lnTo>
                  <a:lnTo>
                    <a:pt x="670" y="0"/>
                  </a:ln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3"/>
            <p:cNvSpPr/>
            <p:nvPr/>
          </p:nvSpPr>
          <p:spPr>
            <a:xfrm>
              <a:off x="-2219625" y="2955675"/>
              <a:ext cx="96475" cy="41975"/>
            </a:xfrm>
            <a:custGeom>
              <a:rect b="b" l="l" r="r" t="t"/>
              <a:pathLst>
                <a:path extrusionOk="0" h="1679" w="3859">
                  <a:moveTo>
                    <a:pt x="3155" y="1"/>
                  </a:moveTo>
                  <a:cubicBezTo>
                    <a:pt x="2128" y="1"/>
                    <a:pt x="1107" y="67"/>
                    <a:pt x="85" y="206"/>
                  </a:cubicBezTo>
                  <a:lnTo>
                    <a:pt x="0" y="912"/>
                  </a:lnTo>
                  <a:lnTo>
                    <a:pt x="3651" y="1678"/>
                  </a:lnTo>
                  <a:lnTo>
                    <a:pt x="3858" y="11"/>
                  </a:lnTo>
                  <a:cubicBezTo>
                    <a:pt x="3623" y="4"/>
                    <a:pt x="3389" y="1"/>
                    <a:pt x="3155"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3"/>
            <p:cNvSpPr/>
            <p:nvPr/>
          </p:nvSpPr>
          <p:spPr>
            <a:xfrm>
              <a:off x="-2478250" y="2770475"/>
              <a:ext cx="128425" cy="125850"/>
            </a:xfrm>
            <a:custGeom>
              <a:rect b="b" l="l" r="r" t="t"/>
              <a:pathLst>
                <a:path extrusionOk="0" h="5034" w="5137">
                  <a:moveTo>
                    <a:pt x="2389" y="1"/>
                  </a:moveTo>
                  <a:cubicBezTo>
                    <a:pt x="1791" y="1"/>
                    <a:pt x="421" y="237"/>
                    <a:pt x="232" y="2368"/>
                  </a:cubicBezTo>
                  <a:cubicBezTo>
                    <a:pt x="1" y="4985"/>
                    <a:pt x="2118" y="5034"/>
                    <a:pt x="2118" y="5034"/>
                  </a:cubicBezTo>
                  <a:lnTo>
                    <a:pt x="4893" y="4802"/>
                  </a:lnTo>
                  <a:lnTo>
                    <a:pt x="5136" y="665"/>
                  </a:lnTo>
                  <a:lnTo>
                    <a:pt x="2666" y="20"/>
                  </a:lnTo>
                  <a:cubicBezTo>
                    <a:pt x="2666" y="20"/>
                    <a:pt x="2559" y="1"/>
                    <a:pt x="2389" y="1"/>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3"/>
            <p:cNvSpPr/>
            <p:nvPr/>
          </p:nvSpPr>
          <p:spPr>
            <a:xfrm>
              <a:off x="-2480025" y="2800925"/>
              <a:ext cx="127450" cy="95400"/>
            </a:xfrm>
            <a:custGeom>
              <a:rect b="b" l="l" r="r" t="t"/>
              <a:pathLst>
                <a:path extrusionOk="0" h="3816" w="5098">
                  <a:moveTo>
                    <a:pt x="2155" y="0"/>
                  </a:moveTo>
                  <a:cubicBezTo>
                    <a:pt x="800" y="0"/>
                    <a:pt x="1" y="3756"/>
                    <a:pt x="2189" y="3816"/>
                  </a:cubicBezTo>
                  <a:lnTo>
                    <a:pt x="4964" y="3584"/>
                  </a:lnTo>
                  <a:lnTo>
                    <a:pt x="5098" y="445"/>
                  </a:lnTo>
                  <a:cubicBezTo>
                    <a:pt x="5098" y="445"/>
                    <a:pt x="2968" y="92"/>
                    <a:pt x="2250" y="6"/>
                  </a:cubicBezTo>
                  <a:cubicBezTo>
                    <a:pt x="2218" y="2"/>
                    <a:pt x="2186" y="0"/>
                    <a:pt x="2155"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3"/>
            <p:cNvSpPr/>
            <p:nvPr/>
          </p:nvSpPr>
          <p:spPr>
            <a:xfrm>
              <a:off x="-2447975" y="2832100"/>
              <a:ext cx="53725" cy="39975"/>
            </a:xfrm>
            <a:custGeom>
              <a:rect b="b" l="l" r="r" t="t"/>
              <a:pathLst>
                <a:path extrusionOk="0" h="1599" w="2149">
                  <a:moveTo>
                    <a:pt x="591" y="1"/>
                  </a:moveTo>
                  <a:cubicBezTo>
                    <a:pt x="591" y="1"/>
                    <a:pt x="1" y="1598"/>
                    <a:pt x="1168" y="1598"/>
                  </a:cubicBezTo>
                  <a:cubicBezTo>
                    <a:pt x="1198" y="1598"/>
                    <a:pt x="1228" y="1597"/>
                    <a:pt x="1260" y="1595"/>
                  </a:cubicBezTo>
                  <a:cubicBezTo>
                    <a:pt x="1260" y="1595"/>
                    <a:pt x="2112" y="1327"/>
                    <a:pt x="2149" y="135"/>
                  </a:cubicBezTo>
                  <a:lnTo>
                    <a:pt x="591" y="1"/>
                  </a:ln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3"/>
            <p:cNvSpPr/>
            <p:nvPr/>
          </p:nvSpPr>
          <p:spPr>
            <a:xfrm>
              <a:off x="-2423775" y="2801075"/>
              <a:ext cx="71200" cy="71825"/>
            </a:xfrm>
            <a:custGeom>
              <a:rect b="b" l="l" r="r" t="t"/>
              <a:pathLst>
                <a:path extrusionOk="0" h="2873" w="2848">
                  <a:moveTo>
                    <a:pt x="0" y="0"/>
                  </a:moveTo>
                  <a:lnTo>
                    <a:pt x="0" y="0"/>
                  </a:lnTo>
                  <a:cubicBezTo>
                    <a:pt x="1546" y="317"/>
                    <a:pt x="1375" y="2556"/>
                    <a:pt x="292" y="2836"/>
                  </a:cubicBezTo>
                  <a:lnTo>
                    <a:pt x="2605" y="2873"/>
                  </a:lnTo>
                  <a:lnTo>
                    <a:pt x="2848" y="439"/>
                  </a:lnTo>
                  <a:cubicBezTo>
                    <a:pt x="2848" y="439"/>
                    <a:pt x="1193" y="25"/>
                    <a:pt x="0"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3"/>
            <p:cNvSpPr/>
            <p:nvPr/>
          </p:nvSpPr>
          <p:spPr>
            <a:xfrm>
              <a:off x="-2425300" y="2770950"/>
              <a:ext cx="531600" cy="180750"/>
            </a:xfrm>
            <a:custGeom>
              <a:rect b="b" l="l" r="r" t="t"/>
              <a:pathLst>
                <a:path extrusionOk="0" h="7230" w="21264">
                  <a:moveTo>
                    <a:pt x="548" y="1"/>
                  </a:moveTo>
                  <a:cubicBezTo>
                    <a:pt x="548" y="1"/>
                    <a:pt x="2179" y="1011"/>
                    <a:pt x="2094" y="2751"/>
                  </a:cubicBezTo>
                  <a:cubicBezTo>
                    <a:pt x="1996" y="4503"/>
                    <a:pt x="0" y="5015"/>
                    <a:pt x="0" y="5015"/>
                  </a:cubicBezTo>
                  <a:lnTo>
                    <a:pt x="8738" y="4856"/>
                  </a:lnTo>
                  <a:lnTo>
                    <a:pt x="9688" y="4832"/>
                  </a:lnTo>
                  <a:lnTo>
                    <a:pt x="12341" y="5501"/>
                  </a:lnTo>
                  <a:cubicBezTo>
                    <a:pt x="12341" y="5501"/>
                    <a:pt x="17306" y="6804"/>
                    <a:pt x="19131" y="7205"/>
                  </a:cubicBezTo>
                  <a:cubicBezTo>
                    <a:pt x="19195" y="7222"/>
                    <a:pt x="19257" y="7230"/>
                    <a:pt x="19318" y="7230"/>
                  </a:cubicBezTo>
                  <a:cubicBezTo>
                    <a:pt x="20728" y="7230"/>
                    <a:pt x="21264" y="2933"/>
                    <a:pt x="19338" y="2641"/>
                  </a:cubicBezTo>
                  <a:lnTo>
                    <a:pt x="13984" y="2435"/>
                  </a:lnTo>
                  <a:lnTo>
                    <a:pt x="11379" y="2325"/>
                  </a:lnTo>
                  <a:lnTo>
                    <a:pt x="8909" y="1802"/>
                  </a:lnTo>
                  <a:lnTo>
                    <a:pt x="548" y="1"/>
                  </a:lnTo>
                  <a:close/>
                </a:path>
              </a:pathLst>
            </a:custGeom>
            <a:solidFill>
              <a:schemeClr val="accen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3"/>
            <p:cNvSpPr/>
            <p:nvPr/>
          </p:nvSpPr>
          <p:spPr>
            <a:xfrm>
              <a:off x="-2207150" y="2815975"/>
              <a:ext cx="131450" cy="78725"/>
            </a:xfrm>
            <a:custGeom>
              <a:rect b="b" l="l" r="r" t="t"/>
              <a:pathLst>
                <a:path extrusionOk="0" h="3149" w="5258">
                  <a:moveTo>
                    <a:pt x="171" y="1"/>
                  </a:moveTo>
                  <a:lnTo>
                    <a:pt x="0" y="3055"/>
                  </a:lnTo>
                  <a:lnTo>
                    <a:pt x="0" y="3055"/>
                  </a:lnTo>
                  <a:lnTo>
                    <a:pt x="949" y="3043"/>
                  </a:lnTo>
                  <a:cubicBezTo>
                    <a:pt x="1233" y="3114"/>
                    <a:pt x="1518" y="3148"/>
                    <a:pt x="1801" y="3148"/>
                  </a:cubicBezTo>
                  <a:cubicBezTo>
                    <a:pt x="3072" y="3148"/>
                    <a:pt x="4277" y="2456"/>
                    <a:pt x="4905" y="1291"/>
                  </a:cubicBezTo>
                  <a:lnTo>
                    <a:pt x="5258" y="634"/>
                  </a:lnTo>
                  <a:lnTo>
                    <a:pt x="2653" y="536"/>
                  </a:lnTo>
                  <a:lnTo>
                    <a:pt x="17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3"/>
            <p:cNvSpPr/>
            <p:nvPr/>
          </p:nvSpPr>
          <p:spPr>
            <a:xfrm>
              <a:off x="-2115875" y="2810400"/>
              <a:ext cx="49600" cy="76750"/>
            </a:xfrm>
            <a:custGeom>
              <a:rect b="b" l="l" r="r" t="t"/>
              <a:pathLst>
                <a:path extrusionOk="0" h="3070" w="1984">
                  <a:moveTo>
                    <a:pt x="1209" y="1"/>
                  </a:moveTo>
                  <a:cubicBezTo>
                    <a:pt x="869" y="1"/>
                    <a:pt x="575" y="239"/>
                    <a:pt x="511" y="589"/>
                  </a:cubicBezTo>
                  <a:lnTo>
                    <a:pt x="256" y="2001"/>
                  </a:lnTo>
                  <a:lnTo>
                    <a:pt x="122" y="2341"/>
                  </a:lnTo>
                  <a:cubicBezTo>
                    <a:pt x="0" y="2658"/>
                    <a:pt x="195" y="2999"/>
                    <a:pt x="511" y="3059"/>
                  </a:cubicBezTo>
                  <a:cubicBezTo>
                    <a:pt x="547" y="3066"/>
                    <a:pt x="582" y="3070"/>
                    <a:pt x="617" y="3070"/>
                  </a:cubicBezTo>
                  <a:cubicBezTo>
                    <a:pt x="763" y="3070"/>
                    <a:pt x="902" y="3011"/>
                    <a:pt x="1010" y="2913"/>
                  </a:cubicBezTo>
                  <a:lnTo>
                    <a:pt x="1497" y="2402"/>
                  </a:lnTo>
                  <a:cubicBezTo>
                    <a:pt x="1570" y="2329"/>
                    <a:pt x="1619" y="2244"/>
                    <a:pt x="1643" y="2147"/>
                  </a:cubicBezTo>
                  <a:lnTo>
                    <a:pt x="1911" y="869"/>
                  </a:lnTo>
                  <a:cubicBezTo>
                    <a:pt x="1984" y="479"/>
                    <a:pt x="1740" y="102"/>
                    <a:pt x="1363" y="17"/>
                  </a:cubicBezTo>
                  <a:cubicBezTo>
                    <a:pt x="1311" y="6"/>
                    <a:pt x="1259" y="1"/>
                    <a:pt x="1209"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3"/>
            <p:cNvSpPr/>
            <p:nvPr/>
          </p:nvSpPr>
          <p:spPr>
            <a:xfrm>
              <a:off x="-2136275" y="2801575"/>
              <a:ext cx="49325" cy="76650"/>
            </a:xfrm>
            <a:custGeom>
              <a:rect b="b" l="l" r="r" t="t"/>
              <a:pathLst>
                <a:path extrusionOk="0" h="3066" w="1973">
                  <a:moveTo>
                    <a:pt x="1197" y="1"/>
                  </a:moveTo>
                  <a:cubicBezTo>
                    <a:pt x="857" y="1"/>
                    <a:pt x="563" y="239"/>
                    <a:pt x="500" y="589"/>
                  </a:cubicBezTo>
                  <a:lnTo>
                    <a:pt x="232" y="1988"/>
                  </a:lnTo>
                  <a:lnTo>
                    <a:pt x="110" y="2341"/>
                  </a:lnTo>
                  <a:cubicBezTo>
                    <a:pt x="1" y="2646"/>
                    <a:pt x="183" y="2986"/>
                    <a:pt x="500" y="3059"/>
                  </a:cubicBezTo>
                  <a:cubicBezTo>
                    <a:pt x="530" y="3063"/>
                    <a:pt x="560" y="3065"/>
                    <a:pt x="589" y="3065"/>
                  </a:cubicBezTo>
                  <a:cubicBezTo>
                    <a:pt x="741" y="3065"/>
                    <a:pt x="885" y="3013"/>
                    <a:pt x="987" y="2901"/>
                  </a:cubicBezTo>
                  <a:lnTo>
                    <a:pt x="1485" y="2402"/>
                  </a:lnTo>
                  <a:cubicBezTo>
                    <a:pt x="1558" y="2329"/>
                    <a:pt x="1607" y="2232"/>
                    <a:pt x="1632" y="2135"/>
                  </a:cubicBezTo>
                  <a:lnTo>
                    <a:pt x="1899" y="857"/>
                  </a:lnTo>
                  <a:cubicBezTo>
                    <a:pt x="1972" y="479"/>
                    <a:pt x="1729" y="102"/>
                    <a:pt x="1352" y="17"/>
                  </a:cubicBezTo>
                  <a:cubicBezTo>
                    <a:pt x="1299" y="6"/>
                    <a:pt x="1248" y="1"/>
                    <a:pt x="1197"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3"/>
            <p:cNvSpPr/>
            <p:nvPr/>
          </p:nvSpPr>
          <p:spPr>
            <a:xfrm>
              <a:off x="-2167600" y="2791775"/>
              <a:ext cx="53250" cy="82300"/>
            </a:xfrm>
            <a:custGeom>
              <a:rect b="b" l="l" r="r" t="t"/>
              <a:pathLst>
                <a:path extrusionOk="0" h="3292" w="2130">
                  <a:moveTo>
                    <a:pt x="1282" y="0"/>
                  </a:moveTo>
                  <a:cubicBezTo>
                    <a:pt x="929" y="0"/>
                    <a:pt x="609" y="259"/>
                    <a:pt x="536" y="628"/>
                  </a:cubicBezTo>
                  <a:lnTo>
                    <a:pt x="268" y="2149"/>
                  </a:lnTo>
                  <a:lnTo>
                    <a:pt x="122" y="2527"/>
                  </a:lnTo>
                  <a:cubicBezTo>
                    <a:pt x="0" y="2855"/>
                    <a:pt x="207" y="3208"/>
                    <a:pt x="548" y="3281"/>
                  </a:cubicBezTo>
                  <a:cubicBezTo>
                    <a:pt x="585" y="3288"/>
                    <a:pt x="623" y="3291"/>
                    <a:pt x="660" y="3291"/>
                  </a:cubicBezTo>
                  <a:cubicBezTo>
                    <a:pt x="815" y="3291"/>
                    <a:pt x="963" y="3231"/>
                    <a:pt x="1071" y="3123"/>
                  </a:cubicBezTo>
                  <a:lnTo>
                    <a:pt x="1594" y="2587"/>
                  </a:lnTo>
                  <a:cubicBezTo>
                    <a:pt x="1668" y="2502"/>
                    <a:pt x="1728" y="2405"/>
                    <a:pt x="1753" y="2295"/>
                  </a:cubicBezTo>
                  <a:lnTo>
                    <a:pt x="2033" y="932"/>
                  </a:lnTo>
                  <a:cubicBezTo>
                    <a:pt x="2130" y="518"/>
                    <a:pt x="1862" y="105"/>
                    <a:pt x="1448" y="20"/>
                  </a:cubicBezTo>
                  <a:cubicBezTo>
                    <a:pt x="1393" y="6"/>
                    <a:pt x="1337" y="0"/>
                    <a:pt x="1282"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3"/>
            <p:cNvSpPr/>
            <p:nvPr/>
          </p:nvSpPr>
          <p:spPr>
            <a:xfrm>
              <a:off x="-2193775" y="2787200"/>
              <a:ext cx="49000" cy="90675"/>
            </a:xfrm>
            <a:custGeom>
              <a:rect b="b" l="l" r="r" t="t"/>
              <a:pathLst>
                <a:path extrusionOk="0" h="3627" w="1960">
                  <a:moveTo>
                    <a:pt x="1110" y="1"/>
                  </a:moveTo>
                  <a:cubicBezTo>
                    <a:pt x="691" y="1"/>
                    <a:pt x="325" y="324"/>
                    <a:pt x="281" y="750"/>
                  </a:cubicBezTo>
                  <a:lnTo>
                    <a:pt x="183" y="1821"/>
                  </a:lnTo>
                  <a:lnTo>
                    <a:pt x="134" y="2417"/>
                  </a:lnTo>
                  <a:lnTo>
                    <a:pt x="25" y="2831"/>
                  </a:lnTo>
                  <a:cubicBezTo>
                    <a:pt x="13" y="2880"/>
                    <a:pt x="1" y="2941"/>
                    <a:pt x="1" y="3002"/>
                  </a:cubicBezTo>
                  <a:cubicBezTo>
                    <a:pt x="1" y="3318"/>
                    <a:pt x="244" y="3586"/>
                    <a:pt x="560" y="3622"/>
                  </a:cubicBezTo>
                  <a:cubicBezTo>
                    <a:pt x="585" y="3625"/>
                    <a:pt x="610" y="3626"/>
                    <a:pt x="634" y="3626"/>
                  </a:cubicBezTo>
                  <a:cubicBezTo>
                    <a:pt x="825" y="3626"/>
                    <a:pt x="1001" y="3542"/>
                    <a:pt x="1120" y="3391"/>
                  </a:cubicBezTo>
                  <a:lnTo>
                    <a:pt x="1644" y="2758"/>
                  </a:lnTo>
                  <a:cubicBezTo>
                    <a:pt x="1717" y="2661"/>
                    <a:pt x="1765" y="2551"/>
                    <a:pt x="1777" y="2442"/>
                  </a:cubicBezTo>
                  <a:lnTo>
                    <a:pt x="1887" y="1456"/>
                  </a:lnTo>
                  <a:lnTo>
                    <a:pt x="1960" y="921"/>
                  </a:lnTo>
                  <a:lnTo>
                    <a:pt x="1960" y="823"/>
                  </a:lnTo>
                  <a:cubicBezTo>
                    <a:pt x="1948" y="409"/>
                    <a:pt x="1631" y="56"/>
                    <a:pt x="1218" y="8"/>
                  </a:cubicBezTo>
                  <a:cubicBezTo>
                    <a:pt x="1182" y="3"/>
                    <a:pt x="1146" y="1"/>
                    <a:pt x="1110"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3"/>
            <p:cNvSpPr/>
            <p:nvPr/>
          </p:nvSpPr>
          <p:spPr>
            <a:xfrm>
              <a:off x="-2193775" y="2823600"/>
              <a:ext cx="47175" cy="54275"/>
            </a:xfrm>
            <a:custGeom>
              <a:rect b="b" l="l" r="r" t="t"/>
              <a:pathLst>
                <a:path extrusionOk="0" h="2171" w="1887">
                  <a:moveTo>
                    <a:pt x="1887" y="0"/>
                  </a:moveTo>
                  <a:lnTo>
                    <a:pt x="183" y="365"/>
                  </a:lnTo>
                  <a:lnTo>
                    <a:pt x="134" y="961"/>
                  </a:lnTo>
                  <a:lnTo>
                    <a:pt x="25" y="1375"/>
                  </a:lnTo>
                  <a:cubicBezTo>
                    <a:pt x="13" y="1424"/>
                    <a:pt x="1" y="1485"/>
                    <a:pt x="1" y="1546"/>
                  </a:cubicBezTo>
                  <a:cubicBezTo>
                    <a:pt x="1" y="1862"/>
                    <a:pt x="244" y="2130"/>
                    <a:pt x="560" y="2166"/>
                  </a:cubicBezTo>
                  <a:cubicBezTo>
                    <a:pt x="584" y="2169"/>
                    <a:pt x="607" y="2170"/>
                    <a:pt x="630" y="2170"/>
                  </a:cubicBezTo>
                  <a:cubicBezTo>
                    <a:pt x="813" y="2170"/>
                    <a:pt x="989" y="2086"/>
                    <a:pt x="1108" y="1935"/>
                  </a:cubicBezTo>
                  <a:lnTo>
                    <a:pt x="1631" y="1302"/>
                  </a:lnTo>
                  <a:cubicBezTo>
                    <a:pt x="1704" y="1217"/>
                    <a:pt x="1753" y="1095"/>
                    <a:pt x="1765" y="986"/>
                  </a:cubicBezTo>
                  <a:lnTo>
                    <a:pt x="1887" y="0"/>
                  </a:lnTo>
                  <a:close/>
                </a:path>
              </a:pathLst>
            </a:custGeom>
            <a:solidFill>
              <a:schemeClr val="accent4"/>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3"/>
            <p:cNvSpPr/>
            <p:nvPr/>
          </p:nvSpPr>
          <p:spPr>
            <a:xfrm>
              <a:off x="-2246400" y="2807400"/>
              <a:ext cx="98600" cy="123300"/>
            </a:xfrm>
            <a:custGeom>
              <a:rect b="b" l="l" r="r" t="t"/>
              <a:pathLst>
                <a:path extrusionOk="0" h="4932" w="3944">
                  <a:moveTo>
                    <a:pt x="1853" y="1"/>
                  </a:moveTo>
                  <a:cubicBezTo>
                    <a:pt x="1749" y="1"/>
                    <a:pt x="1655" y="37"/>
                    <a:pt x="1570" y="100"/>
                  </a:cubicBezTo>
                  <a:lnTo>
                    <a:pt x="390" y="1171"/>
                  </a:lnTo>
                  <a:cubicBezTo>
                    <a:pt x="85" y="1451"/>
                    <a:pt x="0" y="1889"/>
                    <a:pt x="183" y="2267"/>
                  </a:cubicBezTo>
                  <a:lnTo>
                    <a:pt x="1497" y="4932"/>
                  </a:lnTo>
                  <a:lnTo>
                    <a:pt x="3383" y="4348"/>
                  </a:lnTo>
                  <a:cubicBezTo>
                    <a:pt x="3469" y="3435"/>
                    <a:pt x="3043" y="2327"/>
                    <a:pt x="2519" y="1561"/>
                  </a:cubicBezTo>
                  <a:lnTo>
                    <a:pt x="2373" y="1342"/>
                  </a:lnTo>
                  <a:lnTo>
                    <a:pt x="3639" y="1050"/>
                  </a:lnTo>
                  <a:cubicBezTo>
                    <a:pt x="3822" y="1001"/>
                    <a:pt x="3943" y="843"/>
                    <a:pt x="3943" y="660"/>
                  </a:cubicBezTo>
                  <a:cubicBezTo>
                    <a:pt x="3943" y="453"/>
                    <a:pt x="3797" y="283"/>
                    <a:pt x="3603" y="259"/>
                  </a:cubicBezTo>
                  <a:lnTo>
                    <a:pt x="1899" y="3"/>
                  </a:lnTo>
                  <a:cubicBezTo>
                    <a:pt x="1883" y="1"/>
                    <a:pt x="1868" y="1"/>
                    <a:pt x="18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73"/>
            <p:cNvSpPr/>
            <p:nvPr/>
          </p:nvSpPr>
          <p:spPr>
            <a:xfrm>
              <a:off x="-2246400" y="2807150"/>
              <a:ext cx="98600" cy="123550"/>
            </a:xfrm>
            <a:custGeom>
              <a:rect b="b" l="l" r="r" t="t"/>
              <a:pathLst>
                <a:path extrusionOk="0" fill="none" h="4942" w="3944">
                  <a:moveTo>
                    <a:pt x="1497" y="4942"/>
                  </a:moveTo>
                  <a:lnTo>
                    <a:pt x="183" y="2277"/>
                  </a:lnTo>
                  <a:cubicBezTo>
                    <a:pt x="0" y="1899"/>
                    <a:pt x="85" y="1461"/>
                    <a:pt x="390" y="1181"/>
                  </a:cubicBezTo>
                  <a:lnTo>
                    <a:pt x="1570" y="110"/>
                  </a:lnTo>
                  <a:cubicBezTo>
                    <a:pt x="1668" y="37"/>
                    <a:pt x="1777" y="1"/>
                    <a:pt x="1899" y="13"/>
                  </a:cubicBezTo>
                  <a:lnTo>
                    <a:pt x="3603" y="269"/>
                  </a:lnTo>
                  <a:cubicBezTo>
                    <a:pt x="3797" y="293"/>
                    <a:pt x="3943" y="463"/>
                    <a:pt x="3943" y="670"/>
                  </a:cubicBezTo>
                  <a:lnTo>
                    <a:pt x="3943" y="670"/>
                  </a:lnTo>
                  <a:cubicBezTo>
                    <a:pt x="3943" y="853"/>
                    <a:pt x="3822" y="1011"/>
                    <a:pt x="3639" y="1060"/>
                  </a:cubicBezTo>
                  <a:lnTo>
                    <a:pt x="2373" y="1352"/>
                  </a:lnTo>
                  <a:lnTo>
                    <a:pt x="2519" y="1571"/>
                  </a:lnTo>
                  <a:cubicBezTo>
                    <a:pt x="3043" y="2337"/>
                    <a:pt x="3469" y="3445"/>
                    <a:pt x="3383" y="4358"/>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3"/>
            <p:cNvSpPr/>
            <p:nvPr/>
          </p:nvSpPr>
          <p:spPr>
            <a:xfrm>
              <a:off x="-2537275" y="2968725"/>
              <a:ext cx="441500" cy="352950"/>
            </a:xfrm>
            <a:custGeom>
              <a:rect b="b" l="l" r="r" t="t"/>
              <a:pathLst>
                <a:path extrusionOk="0" h="14118" w="17660">
                  <a:moveTo>
                    <a:pt x="12463" y="0"/>
                  </a:moveTo>
                  <a:lnTo>
                    <a:pt x="10430" y="7180"/>
                  </a:lnTo>
                  <a:lnTo>
                    <a:pt x="1" y="5732"/>
                  </a:lnTo>
                  <a:lnTo>
                    <a:pt x="1242" y="10040"/>
                  </a:lnTo>
                  <a:lnTo>
                    <a:pt x="2435" y="14117"/>
                  </a:lnTo>
                  <a:lnTo>
                    <a:pt x="13205" y="14117"/>
                  </a:lnTo>
                  <a:cubicBezTo>
                    <a:pt x="13214" y="14117"/>
                    <a:pt x="13223" y="14117"/>
                    <a:pt x="13231" y="14117"/>
                  </a:cubicBezTo>
                  <a:cubicBezTo>
                    <a:pt x="14352" y="14117"/>
                    <a:pt x="15325" y="13342"/>
                    <a:pt x="15590" y="12243"/>
                  </a:cubicBezTo>
                  <a:cubicBezTo>
                    <a:pt x="16649" y="7764"/>
                    <a:pt x="17659" y="949"/>
                    <a:pt x="17659" y="949"/>
                  </a:cubicBezTo>
                  <a:cubicBezTo>
                    <a:pt x="15627" y="243"/>
                    <a:pt x="12463" y="0"/>
                    <a:pt x="12463"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3"/>
            <p:cNvSpPr/>
            <p:nvPr/>
          </p:nvSpPr>
          <p:spPr>
            <a:xfrm>
              <a:off x="-2506225" y="3206264"/>
              <a:ext cx="180125" cy="111075"/>
            </a:xfrm>
            <a:custGeom>
              <a:rect b="b" l="l" r="r" t="t"/>
              <a:pathLst>
                <a:path extrusionOk="0" h="4443" w="7205">
                  <a:moveTo>
                    <a:pt x="609" y="0"/>
                  </a:moveTo>
                  <a:lnTo>
                    <a:pt x="0" y="365"/>
                  </a:lnTo>
                  <a:lnTo>
                    <a:pt x="1193" y="4442"/>
                  </a:lnTo>
                  <a:lnTo>
                    <a:pt x="7205" y="4442"/>
                  </a:lnTo>
                  <a:lnTo>
                    <a:pt x="6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3"/>
            <p:cNvSpPr/>
            <p:nvPr/>
          </p:nvSpPr>
          <p:spPr>
            <a:xfrm>
              <a:off x="-2321850" y="3145377"/>
              <a:ext cx="45350" cy="52575"/>
            </a:xfrm>
            <a:custGeom>
              <a:rect b="b" l="l" r="r" t="t"/>
              <a:pathLst>
                <a:path extrusionOk="0" h="2103" w="1814">
                  <a:moveTo>
                    <a:pt x="0" y="1"/>
                  </a:moveTo>
                  <a:lnTo>
                    <a:pt x="1035" y="1997"/>
                  </a:lnTo>
                  <a:cubicBezTo>
                    <a:pt x="1068" y="2069"/>
                    <a:pt x="1136" y="2103"/>
                    <a:pt x="1204" y="2103"/>
                  </a:cubicBezTo>
                  <a:cubicBezTo>
                    <a:pt x="1286" y="2103"/>
                    <a:pt x="1368" y="2053"/>
                    <a:pt x="1387" y="1960"/>
                  </a:cubicBezTo>
                  <a:lnTo>
                    <a:pt x="1813" y="244"/>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3"/>
            <p:cNvSpPr/>
            <p:nvPr/>
          </p:nvSpPr>
          <p:spPr>
            <a:xfrm>
              <a:off x="-2225725" y="3008875"/>
              <a:ext cx="115950" cy="22850"/>
            </a:xfrm>
            <a:custGeom>
              <a:rect b="b" l="l" r="r" t="t"/>
              <a:pathLst>
                <a:path extrusionOk="0" fill="none" h="914" w="4638">
                  <a:moveTo>
                    <a:pt x="1" y="0"/>
                  </a:moveTo>
                  <a:cubicBezTo>
                    <a:pt x="609" y="61"/>
                    <a:pt x="2897" y="353"/>
                    <a:pt x="4638" y="91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3"/>
            <p:cNvSpPr/>
            <p:nvPr/>
          </p:nvSpPr>
          <p:spPr>
            <a:xfrm>
              <a:off x="-2881675" y="3132100"/>
              <a:ext cx="591475" cy="1051500"/>
            </a:xfrm>
            <a:custGeom>
              <a:rect b="b" l="l" r="r" t="t"/>
              <a:pathLst>
                <a:path extrusionOk="0" h="42060" w="23659">
                  <a:moveTo>
                    <a:pt x="13643" y="0"/>
                  </a:moveTo>
                  <a:lnTo>
                    <a:pt x="5112" y="1242"/>
                  </a:lnTo>
                  <a:lnTo>
                    <a:pt x="0" y="42060"/>
                  </a:lnTo>
                  <a:lnTo>
                    <a:pt x="23087" y="41524"/>
                  </a:lnTo>
                  <a:lnTo>
                    <a:pt x="23659" y="38810"/>
                  </a:lnTo>
                  <a:lnTo>
                    <a:pt x="13643" y="0"/>
                  </a:lnTo>
                  <a:close/>
                </a:path>
              </a:pathLst>
            </a:cu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3"/>
            <p:cNvSpPr/>
            <p:nvPr/>
          </p:nvSpPr>
          <p:spPr>
            <a:xfrm>
              <a:off x="-2463025" y="4785675"/>
              <a:ext cx="256800" cy="323450"/>
            </a:xfrm>
            <a:custGeom>
              <a:rect b="b" l="l" r="r" t="t"/>
              <a:pathLst>
                <a:path extrusionOk="0" h="12938" w="10272">
                  <a:moveTo>
                    <a:pt x="4661" y="1"/>
                  </a:moveTo>
                  <a:lnTo>
                    <a:pt x="0" y="1790"/>
                  </a:lnTo>
                  <a:lnTo>
                    <a:pt x="998" y="4394"/>
                  </a:lnTo>
                  <a:lnTo>
                    <a:pt x="2763" y="9043"/>
                  </a:lnTo>
                  <a:lnTo>
                    <a:pt x="3152" y="11051"/>
                  </a:lnTo>
                  <a:lnTo>
                    <a:pt x="3530" y="12937"/>
                  </a:lnTo>
                  <a:lnTo>
                    <a:pt x="10272" y="6487"/>
                  </a:lnTo>
                  <a:lnTo>
                    <a:pt x="10272" y="6487"/>
                  </a:lnTo>
                  <a:cubicBezTo>
                    <a:pt x="8945" y="6816"/>
                    <a:pt x="7485" y="7108"/>
                    <a:pt x="6499" y="7303"/>
                  </a:cubicBezTo>
                  <a:lnTo>
                    <a:pt x="6475" y="7303"/>
                  </a:lnTo>
                  <a:cubicBezTo>
                    <a:pt x="6406" y="7317"/>
                    <a:pt x="6337" y="7324"/>
                    <a:pt x="6270" y="7324"/>
                  </a:cubicBezTo>
                  <a:cubicBezTo>
                    <a:pt x="5756" y="7324"/>
                    <a:pt x="5311" y="6928"/>
                    <a:pt x="5258" y="6390"/>
                  </a:cubicBezTo>
                  <a:lnTo>
                    <a:pt x="4856" y="2131"/>
                  </a:lnTo>
                  <a:lnTo>
                    <a:pt x="4661" y="1"/>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3"/>
            <p:cNvSpPr/>
            <p:nvPr/>
          </p:nvSpPr>
          <p:spPr>
            <a:xfrm>
              <a:off x="-2463025" y="4785675"/>
              <a:ext cx="256800" cy="323450"/>
            </a:xfrm>
            <a:custGeom>
              <a:rect b="b" l="l" r="r" t="t"/>
              <a:pathLst>
                <a:path extrusionOk="0" fill="none" h="12938" w="10272">
                  <a:moveTo>
                    <a:pt x="3530" y="12937"/>
                  </a:moveTo>
                  <a:lnTo>
                    <a:pt x="3152" y="11051"/>
                  </a:lnTo>
                  <a:lnTo>
                    <a:pt x="2763" y="9043"/>
                  </a:lnTo>
                  <a:lnTo>
                    <a:pt x="998" y="4394"/>
                  </a:lnTo>
                  <a:lnTo>
                    <a:pt x="0" y="1790"/>
                  </a:lnTo>
                  <a:lnTo>
                    <a:pt x="4661" y="1"/>
                  </a:lnTo>
                  <a:lnTo>
                    <a:pt x="4856" y="2131"/>
                  </a:lnTo>
                  <a:lnTo>
                    <a:pt x="5258" y="6390"/>
                  </a:lnTo>
                  <a:cubicBezTo>
                    <a:pt x="5318" y="6998"/>
                    <a:pt x="5878" y="7424"/>
                    <a:pt x="6475" y="7303"/>
                  </a:cubicBezTo>
                  <a:lnTo>
                    <a:pt x="6499" y="7303"/>
                  </a:lnTo>
                  <a:cubicBezTo>
                    <a:pt x="7485" y="7108"/>
                    <a:pt x="8945" y="6816"/>
                    <a:pt x="10272" y="648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3"/>
            <p:cNvSpPr/>
            <p:nvPr/>
          </p:nvSpPr>
          <p:spPr>
            <a:xfrm>
              <a:off x="-2457567" y="4786765"/>
              <a:ext cx="107753" cy="97492"/>
            </a:xfrm>
            <a:custGeom>
              <a:rect b="b" l="l" r="r" t="t"/>
              <a:pathLst>
                <a:path extrusionOk="0" h="4395" w="4857">
                  <a:moveTo>
                    <a:pt x="4661" y="1"/>
                  </a:moveTo>
                  <a:lnTo>
                    <a:pt x="0" y="1790"/>
                  </a:lnTo>
                  <a:lnTo>
                    <a:pt x="998" y="4394"/>
                  </a:lnTo>
                  <a:lnTo>
                    <a:pt x="4856" y="2131"/>
                  </a:lnTo>
                  <a:lnTo>
                    <a:pt x="46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3"/>
            <p:cNvSpPr/>
            <p:nvPr/>
          </p:nvSpPr>
          <p:spPr>
            <a:xfrm>
              <a:off x="-2384225" y="4926000"/>
              <a:ext cx="281000" cy="203200"/>
            </a:xfrm>
            <a:custGeom>
              <a:rect b="b" l="l" r="r" t="t"/>
              <a:pathLst>
                <a:path extrusionOk="0" h="8128" w="11240">
                  <a:moveTo>
                    <a:pt x="10282" y="1"/>
                  </a:moveTo>
                  <a:cubicBezTo>
                    <a:pt x="10096" y="1"/>
                    <a:pt x="9842" y="58"/>
                    <a:pt x="9517" y="181"/>
                  </a:cubicBezTo>
                  <a:cubicBezTo>
                    <a:pt x="8093" y="716"/>
                    <a:pt x="5026" y="1361"/>
                    <a:pt x="3347" y="1690"/>
                  </a:cubicBezTo>
                  <a:cubicBezTo>
                    <a:pt x="2836" y="2712"/>
                    <a:pt x="1789" y="4404"/>
                    <a:pt x="0" y="5438"/>
                  </a:cubicBezTo>
                  <a:lnTo>
                    <a:pt x="536" y="8128"/>
                  </a:lnTo>
                  <a:cubicBezTo>
                    <a:pt x="536" y="8128"/>
                    <a:pt x="5842" y="5475"/>
                    <a:pt x="8324" y="3321"/>
                  </a:cubicBezTo>
                  <a:cubicBezTo>
                    <a:pt x="10413" y="1507"/>
                    <a:pt x="11239" y="1"/>
                    <a:pt x="10282" y="1"/>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3"/>
            <p:cNvSpPr/>
            <p:nvPr/>
          </p:nvSpPr>
          <p:spPr>
            <a:xfrm>
              <a:off x="-2745675" y="3615550"/>
              <a:ext cx="419575" cy="1256500"/>
            </a:xfrm>
            <a:custGeom>
              <a:rect b="b" l="l" r="r" t="t"/>
              <a:pathLst>
                <a:path extrusionOk="0" h="50260" w="16783">
                  <a:moveTo>
                    <a:pt x="9955" y="0"/>
                  </a:moveTo>
                  <a:lnTo>
                    <a:pt x="1850" y="2994"/>
                  </a:lnTo>
                  <a:lnTo>
                    <a:pt x="0" y="3676"/>
                  </a:lnTo>
                  <a:lnTo>
                    <a:pt x="365" y="8032"/>
                  </a:lnTo>
                  <a:lnTo>
                    <a:pt x="1412" y="20969"/>
                  </a:lnTo>
                  <a:lnTo>
                    <a:pt x="2300" y="31837"/>
                  </a:lnTo>
                  <a:lnTo>
                    <a:pt x="3079" y="41402"/>
                  </a:lnTo>
                  <a:lnTo>
                    <a:pt x="3797" y="50104"/>
                  </a:lnTo>
                  <a:cubicBezTo>
                    <a:pt x="4799" y="50212"/>
                    <a:pt x="5753" y="50259"/>
                    <a:pt x="6656" y="50259"/>
                  </a:cubicBezTo>
                  <a:cubicBezTo>
                    <a:pt x="12964" y="50259"/>
                    <a:pt x="16783" y="47950"/>
                    <a:pt x="16783" y="47950"/>
                  </a:cubicBezTo>
                  <a:cubicBezTo>
                    <a:pt x="16624" y="30656"/>
                    <a:pt x="12998" y="12827"/>
                    <a:pt x="11099" y="4637"/>
                  </a:cubicBezTo>
                  <a:cubicBezTo>
                    <a:pt x="10418" y="1704"/>
                    <a:pt x="9955" y="0"/>
                    <a:pt x="9955"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3"/>
            <p:cNvSpPr/>
            <p:nvPr/>
          </p:nvSpPr>
          <p:spPr>
            <a:xfrm>
              <a:off x="-2708207" y="4114825"/>
              <a:ext cx="83075" cy="535800"/>
            </a:xfrm>
            <a:custGeom>
              <a:rect b="b" l="l" r="r" t="t"/>
              <a:pathLst>
                <a:path extrusionOk="0" h="21432" w="3323">
                  <a:moveTo>
                    <a:pt x="3322" y="0"/>
                  </a:moveTo>
                  <a:lnTo>
                    <a:pt x="0" y="998"/>
                  </a:lnTo>
                  <a:lnTo>
                    <a:pt x="1667" y="21431"/>
                  </a:lnTo>
                  <a:lnTo>
                    <a:pt x="332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3"/>
            <p:cNvSpPr/>
            <p:nvPr/>
          </p:nvSpPr>
          <p:spPr>
            <a:xfrm>
              <a:off x="-2745675" y="3707425"/>
              <a:ext cx="419575" cy="1179600"/>
            </a:xfrm>
            <a:custGeom>
              <a:rect b="b" l="l" r="r" t="t"/>
              <a:pathLst>
                <a:path extrusionOk="0" fill="none" h="47184" w="16783">
                  <a:moveTo>
                    <a:pt x="16783" y="44275"/>
                  </a:moveTo>
                  <a:cubicBezTo>
                    <a:pt x="15639" y="44883"/>
                    <a:pt x="10698" y="47183"/>
                    <a:pt x="3785" y="46429"/>
                  </a:cubicBezTo>
                  <a:lnTo>
                    <a:pt x="0" y="1"/>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3"/>
            <p:cNvSpPr/>
            <p:nvPr/>
          </p:nvSpPr>
          <p:spPr>
            <a:xfrm>
              <a:off x="-2655625" y="4761350"/>
              <a:ext cx="305200" cy="55400"/>
            </a:xfrm>
            <a:custGeom>
              <a:rect b="b" l="l" r="r" t="t"/>
              <a:pathLst>
                <a:path extrusionOk="0" fill="none" h="2216" w="12208">
                  <a:moveTo>
                    <a:pt x="1" y="1947"/>
                  </a:moveTo>
                  <a:cubicBezTo>
                    <a:pt x="1" y="1947"/>
                    <a:pt x="7497" y="2215"/>
                    <a:pt x="12207"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3"/>
            <p:cNvSpPr/>
            <p:nvPr/>
          </p:nvSpPr>
          <p:spPr>
            <a:xfrm>
              <a:off x="-3246475" y="4772600"/>
              <a:ext cx="265950" cy="344125"/>
            </a:xfrm>
            <a:custGeom>
              <a:rect b="b" l="l" r="r" t="t"/>
              <a:pathLst>
                <a:path extrusionOk="0" h="13765" w="10638">
                  <a:moveTo>
                    <a:pt x="6183" y="0"/>
                  </a:moveTo>
                  <a:lnTo>
                    <a:pt x="5806" y="1875"/>
                  </a:lnTo>
                  <a:lnTo>
                    <a:pt x="4929" y="6280"/>
                  </a:lnTo>
                  <a:cubicBezTo>
                    <a:pt x="4829" y="6772"/>
                    <a:pt x="4398" y="7106"/>
                    <a:pt x="3922" y="7106"/>
                  </a:cubicBezTo>
                  <a:cubicBezTo>
                    <a:pt x="3821" y="7106"/>
                    <a:pt x="3718" y="7091"/>
                    <a:pt x="3615" y="7059"/>
                  </a:cubicBezTo>
                  <a:lnTo>
                    <a:pt x="3591" y="7059"/>
                  </a:lnTo>
                  <a:cubicBezTo>
                    <a:pt x="2654" y="6779"/>
                    <a:pt x="1266" y="6341"/>
                    <a:pt x="1" y="5879"/>
                  </a:cubicBezTo>
                  <a:lnTo>
                    <a:pt x="1" y="5879"/>
                  </a:lnTo>
                  <a:lnTo>
                    <a:pt x="5721" y="13765"/>
                  </a:lnTo>
                  <a:lnTo>
                    <a:pt x="6536" y="11148"/>
                  </a:lnTo>
                  <a:lnTo>
                    <a:pt x="7132" y="9177"/>
                  </a:lnTo>
                  <a:lnTo>
                    <a:pt x="9372" y="4747"/>
                  </a:lnTo>
                  <a:lnTo>
                    <a:pt x="10637" y="2264"/>
                  </a:lnTo>
                  <a:lnTo>
                    <a:pt x="6183" y="0"/>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3"/>
            <p:cNvSpPr/>
            <p:nvPr/>
          </p:nvSpPr>
          <p:spPr>
            <a:xfrm>
              <a:off x="-3246475" y="4772600"/>
              <a:ext cx="265950" cy="344125"/>
            </a:xfrm>
            <a:custGeom>
              <a:rect b="b" l="l" r="r" t="t"/>
              <a:pathLst>
                <a:path extrusionOk="0" fill="none" h="13765" w="10638">
                  <a:moveTo>
                    <a:pt x="1" y="5879"/>
                  </a:moveTo>
                  <a:cubicBezTo>
                    <a:pt x="1266" y="6341"/>
                    <a:pt x="2654" y="6779"/>
                    <a:pt x="3591" y="7059"/>
                  </a:cubicBezTo>
                  <a:lnTo>
                    <a:pt x="3615" y="7059"/>
                  </a:lnTo>
                  <a:cubicBezTo>
                    <a:pt x="4199" y="7242"/>
                    <a:pt x="4808" y="6876"/>
                    <a:pt x="4929" y="6280"/>
                  </a:cubicBezTo>
                  <a:lnTo>
                    <a:pt x="5806" y="1875"/>
                  </a:lnTo>
                  <a:lnTo>
                    <a:pt x="6183" y="0"/>
                  </a:lnTo>
                  <a:lnTo>
                    <a:pt x="10637" y="2264"/>
                  </a:lnTo>
                  <a:lnTo>
                    <a:pt x="9372" y="4747"/>
                  </a:lnTo>
                  <a:lnTo>
                    <a:pt x="7132" y="9177"/>
                  </a:lnTo>
                  <a:lnTo>
                    <a:pt x="6536" y="11148"/>
                  </a:lnTo>
                  <a:lnTo>
                    <a:pt x="5721" y="13765"/>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3"/>
            <p:cNvSpPr/>
            <p:nvPr/>
          </p:nvSpPr>
          <p:spPr>
            <a:xfrm>
              <a:off x="-3089881" y="4768258"/>
              <a:ext cx="107749" cy="106095"/>
            </a:xfrm>
            <a:custGeom>
              <a:rect b="b" l="l" r="r" t="t"/>
              <a:pathLst>
                <a:path extrusionOk="0" h="4747" w="4821">
                  <a:moveTo>
                    <a:pt x="378" y="0"/>
                  </a:moveTo>
                  <a:lnTo>
                    <a:pt x="1" y="1875"/>
                  </a:lnTo>
                  <a:cubicBezTo>
                    <a:pt x="1133" y="2897"/>
                    <a:pt x="2325" y="3858"/>
                    <a:pt x="3567" y="4747"/>
                  </a:cubicBezTo>
                  <a:lnTo>
                    <a:pt x="4820" y="2252"/>
                  </a:lnTo>
                  <a:lnTo>
                    <a:pt x="3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3"/>
            <p:cNvSpPr/>
            <p:nvPr/>
          </p:nvSpPr>
          <p:spPr>
            <a:xfrm>
              <a:off x="-3347450" y="4888925"/>
              <a:ext cx="264075" cy="227800"/>
            </a:xfrm>
            <a:custGeom>
              <a:rect b="b" l="l" r="r" t="t"/>
              <a:pathLst>
                <a:path extrusionOk="0" h="9112" w="10563">
                  <a:moveTo>
                    <a:pt x="831" y="0"/>
                  </a:moveTo>
                  <a:cubicBezTo>
                    <a:pt x="1" y="0"/>
                    <a:pt x="687" y="1556"/>
                    <a:pt x="2506" y="3513"/>
                  </a:cubicBezTo>
                  <a:cubicBezTo>
                    <a:pt x="4758" y="5923"/>
                    <a:pt x="9760" y="9112"/>
                    <a:pt x="9760" y="9112"/>
                  </a:cubicBezTo>
                  <a:lnTo>
                    <a:pt x="10563" y="6483"/>
                  </a:lnTo>
                  <a:cubicBezTo>
                    <a:pt x="8908" y="5266"/>
                    <a:pt x="8031" y="3477"/>
                    <a:pt x="7630" y="2406"/>
                  </a:cubicBezTo>
                  <a:cubicBezTo>
                    <a:pt x="5999" y="1907"/>
                    <a:pt x="3005" y="946"/>
                    <a:pt x="1654" y="264"/>
                  </a:cubicBezTo>
                  <a:cubicBezTo>
                    <a:pt x="1296" y="84"/>
                    <a:pt x="1023" y="0"/>
                    <a:pt x="831"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3"/>
            <p:cNvSpPr/>
            <p:nvPr/>
          </p:nvSpPr>
          <p:spPr>
            <a:xfrm>
              <a:off x="-2627925" y="3666350"/>
              <a:ext cx="49300" cy="320400"/>
            </a:xfrm>
            <a:custGeom>
              <a:rect b="b" l="l" r="r" t="t"/>
              <a:pathLst>
                <a:path extrusionOk="0" fill="none" h="12816" w="1972">
                  <a:moveTo>
                    <a:pt x="1217" y="1"/>
                  </a:moveTo>
                  <a:lnTo>
                    <a:pt x="1886" y="9578"/>
                  </a:lnTo>
                  <a:cubicBezTo>
                    <a:pt x="1972" y="10820"/>
                    <a:pt x="1363" y="12012"/>
                    <a:pt x="292" y="12657"/>
                  </a:cubicBezTo>
                  <a:lnTo>
                    <a:pt x="0" y="12816"/>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3"/>
            <p:cNvSpPr/>
            <p:nvPr/>
          </p:nvSpPr>
          <p:spPr>
            <a:xfrm>
              <a:off x="-3139075" y="3688575"/>
              <a:ext cx="519375" cy="1183550"/>
            </a:xfrm>
            <a:custGeom>
              <a:rect b="b" l="l" r="r" t="t"/>
              <a:pathLst>
                <a:path extrusionOk="0" h="47342" w="20775">
                  <a:moveTo>
                    <a:pt x="19972" y="0"/>
                  </a:moveTo>
                  <a:lnTo>
                    <a:pt x="17598" y="73"/>
                  </a:lnTo>
                  <a:lnTo>
                    <a:pt x="10637" y="280"/>
                  </a:lnTo>
                  <a:cubicBezTo>
                    <a:pt x="10333" y="1862"/>
                    <a:pt x="9846" y="4065"/>
                    <a:pt x="9262" y="6633"/>
                  </a:cubicBezTo>
                  <a:cubicBezTo>
                    <a:pt x="6171" y="20105"/>
                    <a:pt x="1" y="43885"/>
                    <a:pt x="1" y="43885"/>
                  </a:cubicBezTo>
                  <a:cubicBezTo>
                    <a:pt x="6037" y="46550"/>
                    <a:pt x="12816" y="47341"/>
                    <a:pt x="12816" y="47341"/>
                  </a:cubicBezTo>
                  <a:cubicBezTo>
                    <a:pt x="12816" y="47341"/>
                    <a:pt x="15797" y="37617"/>
                    <a:pt x="18036" y="28916"/>
                  </a:cubicBezTo>
                  <a:cubicBezTo>
                    <a:pt x="19266" y="24182"/>
                    <a:pt x="20264" y="19728"/>
                    <a:pt x="20446" y="17330"/>
                  </a:cubicBezTo>
                  <a:cubicBezTo>
                    <a:pt x="20775" y="13107"/>
                    <a:pt x="20507" y="7472"/>
                    <a:pt x="20276" y="3797"/>
                  </a:cubicBezTo>
                  <a:cubicBezTo>
                    <a:pt x="20118" y="1521"/>
                    <a:pt x="19972" y="0"/>
                    <a:pt x="19972"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3"/>
            <p:cNvSpPr/>
            <p:nvPr/>
          </p:nvSpPr>
          <p:spPr>
            <a:xfrm>
              <a:off x="-3139375" y="3688575"/>
              <a:ext cx="524550" cy="1183550"/>
            </a:xfrm>
            <a:custGeom>
              <a:rect b="b" l="l" r="r" t="t"/>
              <a:pathLst>
                <a:path extrusionOk="0" fill="none" h="47342" w="20982">
                  <a:moveTo>
                    <a:pt x="19971" y="0"/>
                  </a:moveTo>
                  <a:cubicBezTo>
                    <a:pt x="19971" y="0"/>
                    <a:pt x="20981" y="10515"/>
                    <a:pt x="20458" y="17330"/>
                  </a:cubicBezTo>
                  <a:cubicBezTo>
                    <a:pt x="19935" y="24145"/>
                    <a:pt x="12828" y="47341"/>
                    <a:pt x="12828" y="47341"/>
                  </a:cubicBezTo>
                  <a:cubicBezTo>
                    <a:pt x="12828" y="47341"/>
                    <a:pt x="5952" y="46416"/>
                    <a:pt x="0" y="43885"/>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3"/>
            <p:cNvSpPr/>
            <p:nvPr/>
          </p:nvSpPr>
          <p:spPr>
            <a:xfrm>
              <a:off x="-3072450" y="4736700"/>
              <a:ext cx="273850" cy="67875"/>
            </a:xfrm>
            <a:custGeom>
              <a:rect b="b" l="l" r="r" t="t"/>
              <a:pathLst>
                <a:path extrusionOk="0" fill="none" h="2715" w="10954">
                  <a:moveTo>
                    <a:pt x="1" y="0"/>
                  </a:moveTo>
                  <a:cubicBezTo>
                    <a:pt x="3567" y="1217"/>
                    <a:pt x="7230" y="2130"/>
                    <a:pt x="10954" y="2714"/>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3"/>
            <p:cNvSpPr/>
            <p:nvPr/>
          </p:nvSpPr>
          <p:spPr>
            <a:xfrm>
              <a:off x="-2956525" y="3141525"/>
              <a:ext cx="531250" cy="591825"/>
            </a:xfrm>
            <a:custGeom>
              <a:rect b="b" l="l" r="r" t="t"/>
              <a:pathLst>
                <a:path extrusionOk="0" h="23673" w="21250">
                  <a:moveTo>
                    <a:pt x="15907" y="1"/>
                  </a:moveTo>
                  <a:lnTo>
                    <a:pt x="2921" y="1424"/>
                  </a:lnTo>
                  <a:lnTo>
                    <a:pt x="1" y="21480"/>
                  </a:lnTo>
                  <a:cubicBezTo>
                    <a:pt x="1" y="21480"/>
                    <a:pt x="3843" y="23673"/>
                    <a:pt x="7990" y="23673"/>
                  </a:cubicBezTo>
                  <a:cubicBezTo>
                    <a:pt x="8057" y="23673"/>
                    <a:pt x="8124" y="23672"/>
                    <a:pt x="8191" y="23671"/>
                  </a:cubicBezTo>
                  <a:cubicBezTo>
                    <a:pt x="12414" y="23586"/>
                    <a:pt x="13789" y="22856"/>
                    <a:pt x="13789" y="22856"/>
                  </a:cubicBezTo>
                  <a:cubicBezTo>
                    <a:pt x="13789" y="22856"/>
                    <a:pt x="14894" y="23150"/>
                    <a:pt x="16254" y="23150"/>
                  </a:cubicBezTo>
                  <a:cubicBezTo>
                    <a:pt x="18427" y="23150"/>
                    <a:pt x="21249" y="22399"/>
                    <a:pt x="21249" y="18499"/>
                  </a:cubicBezTo>
                  <a:cubicBezTo>
                    <a:pt x="21249" y="12170"/>
                    <a:pt x="15907" y="1"/>
                    <a:pt x="15907" y="1"/>
                  </a:cubicBezTo>
                  <a:close/>
                </a:path>
              </a:pathLst>
            </a:custGeom>
            <a:solidFill>
              <a:schemeClr val="accen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3"/>
            <p:cNvSpPr/>
            <p:nvPr/>
          </p:nvSpPr>
          <p:spPr>
            <a:xfrm>
              <a:off x="-3212400" y="3175000"/>
              <a:ext cx="566225" cy="1142775"/>
            </a:xfrm>
            <a:custGeom>
              <a:rect b="b" l="l" r="r" t="t"/>
              <a:pathLst>
                <a:path extrusionOk="0" h="45711" w="22649">
                  <a:moveTo>
                    <a:pt x="12499" y="0"/>
                  </a:moveTo>
                  <a:cubicBezTo>
                    <a:pt x="12499" y="0"/>
                    <a:pt x="8276" y="26957"/>
                    <a:pt x="1" y="41488"/>
                  </a:cubicBezTo>
                  <a:cubicBezTo>
                    <a:pt x="1" y="41488"/>
                    <a:pt x="6013" y="44579"/>
                    <a:pt x="12499" y="45710"/>
                  </a:cubicBezTo>
                  <a:cubicBezTo>
                    <a:pt x="12499" y="45710"/>
                    <a:pt x="22649" y="22904"/>
                    <a:pt x="19047" y="1716"/>
                  </a:cubicBezTo>
                  <a:lnTo>
                    <a:pt x="12499" y="0"/>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3"/>
            <p:cNvSpPr/>
            <p:nvPr/>
          </p:nvSpPr>
          <p:spPr>
            <a:xfrm>
              <a:off x="-3174675" y="4191800"/>
              <a:ext cx="290275" cy="88550"/>
            </a:xfrm>
            <a:custGeom>
              <a:rect b="b" l="l" r="r" t="t"/>
              <a:pathLst>
                <a:path extrusionOk="0" fill="none" h="3542" w="11611">
                  <a:moveTo>
                    <a:pt x="1" y="0"/>
                  </a:moveTo>
                  <a:cubicBezTo>
                    <a:pt x="1" y="0"/>
                    <a:pt x="7145" y="2726"/>
                    <a:pt x="11611" y="3542"/>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3"/>
            <p:cNvSpPr/>
            <p:nvPr/>
          </p:nvSpPr>
          <p:spPr>
            <a:xfrm>
              <a:off x="-2617900" y="3124500"/>
              <a:ext cx="424150" cy="1142475"/>
            </a:xfrm>
            <a:custGeom>
              <a:rect b="b" l="l" r="r" t="t"/>
              <a:pathLst>
                <a:path extrusionOk="0" h="45699" w="16966">
                  <a:moveTo>
                    <a:pt x="3579" y="0"/>
                  </a:moveTo>
                  <a:lnTo>
                    <a:pt x="1" y="2276"/>
                  </a:lnTo>
                  <a:cubicBezTo>
                    <a:pt x="1" y="2276"/>
                    <a:pt x="10394" y="19472"/>
                    <a:pt x="9019" y="45698"/>
                  </a:cubicBezTo>
                  <a:cubicBezTo>
                    <a:pt x="9019" y="45698"/>
                    <a:pt x="13558" y="44481"/>
                    <a:pt x="16966" y="41633"/>
                  </a:cubicBezTo>
                  <a:cubicBezTo>
                    <a:pt x="16966" y="41633"/>
                    <a:pt x="14373" y="12499"/>
                    <a:pt x="3579"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3"/>
            <p:cNvSpPr/>
            <p:nvPr/>
          </p:nvSpPr>
          <p:spPr>
            <a:xfrm>
              <a:off x="-2390925" y="4147075"/>
              <a:ext cx="168875" cy="81250"/>
            </a:xfrm>
            <a:custGeom>
              <a:rect b="b" l="l" r="r" t="t"/>
              <a:pathLst>
                <a:path extrusionOk="0" fill="none" h="3250" w="6755">
                  <a:moveTo>
                    <a:pt x="1" y="3250"/>
                  </a:moveTo>
                  <a:cubicBezTo>
                    <a:pt x="1" y="3250"/>
                    <a:pt x="4236" y="1899"/>
                    <a:pt x="6755"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3"/>
            <p:cNvSpPr/>
            <p:nvPr/>
          </p:nvSpPr>
          <p:spPr>
            <a:xfrm>
              <a:off x="-2875600" y="3308000"/>
              <a:ext cx="204475" cy="222675"/>
            </a:xfrm>
            <a:custGeom>
              <a:rect b="b" l="l" r="r" t="t"/>
              <a:pathLst>
                <a:path extrusionOk="0" h="8907" w="8179">
                  <a:moveTo>
                    <a:pt x="4122" y="1"/>
                  </a:moveTo>
                  <a:cubicBezTo>
                    <a:pt x="3977" y="1"/>
                    <a:pt x="3844" y="103"/>
                    <a:pt x="3798" y="327"/>
                  </a:cubicBezTo>
                  <a:cubicBezTo>
                    <a:pt x="3542" y="1544"/>
                    <a:pt x="2496" y="4270"/>
                    <a:pt x="2496" y="4270"/>
                  </a:cubicBezTo>
                  <a:lnTo>
                    <a:pt x="548" y="5548"/>
                  </a:lnTo>
                  <a:lnTo>
                    <a:pt x="1" y="5913"/>
                  </a:lnTo>
                  <a:lnTo>
                    <a:pt x="2058" y="8907"/>
                  </a:lnTo>
                  <a:lnTo>
                    <a:pt x="3348" y="7909"/>
                  </a:lnTo>
                  <a:lnTo>
                    <a:pt x="3421" y="7860"/>
                  </a:lnTo>
                  <a:cubicBezTo>
                    <a:pt x="3664" y="7666"/>
                    <a:pt x="3968" y="7556"/>
                    <a:pt x="4272" y="7556"/>
                  </a:cubicBezTo>
                  <a:cubicBezTo>
                    <a:pt x="4516" y="7556"/>
                    <a:pt x="4759" y="7495"/>
                    <a:pt x="4990" y="7386"/>
                  </a:cubicBezTo>
                  <a:lnTo>
                    <a:pt x="7814" y="5925"/>
                  </a:lnTo>
                  <a:cubicBezTo>
                    <a:pt x="7936" y="5864"/>
                    <a:pt x="8021" y="5755"/>
                    <a:pt x="8045" y="5633"/>
                  </a:cubicBezTo>
                  <a:lnTo>
                    <a:pt x="8142" y="5280"/>
                  </a:lnTo>
                  <a:cubicBezTo>
                    <a:pt x="8179" y="5134"/>
                    <a:pt x="8155" y="4988"/>
                    <a:pt x="8069" y="4879"/>
                  </a:cubicBezTo>
                  <a:lnTo>
                    <a:pt x="7972" y="4757"/>
                  </a:lnTo>
                  <a:cubicBezTo>
                    <a:pt x="7887" y="4647"/>
                    <a:pt x="7850" y="4514"/>
                    <a:pt x="7887" y="4380"/>
                  </a:cubicBezTo>
                  <a:lnTo>
                    <a:pt x="7948" y="4027"/>
                  </a:lnTo>
                  <a:cubicBezTo>
                    <a:pt x="7984" y="3881"/>
                    <a:pt x="7936" y="3710"/>
                    <a:pt x="7826" y="3601"/>
                  </a:cubicBezTo>
                  <a:lnTo>
                    <a:pt x="7631" y="3430"/>
                  </a:lnTo>
                  <a:cubicBezTo>
                    <a:pt x="7534" y="3321"/>
                    <a:pt x="7473" y="3175"/>
                    <a:pt x="7497" y="3029"/>
                  </a:cubicBezTo>
                  <a:lnTo>
                    <a:pt x="7546" y="2664"/>
                  </a:lnTo>
                  <a:cubicBezTo>
                    <a:pt x="7546" y="2639"/>
                    <a:pt x="7546" y="2627"/>
                    <a:pt x="7546" y="2603"/>
                  </a:cubicBezTo>
                  <a:cubicBezTo>
                    <a:pt x="7546" y="2433"/>
                    <a:pt x="7449" y="2274"/>
                    <a:pt x="7291" y="2189"/>
                  </a:cubicBezTo>
                  <a:cubicBezTo>
                    <a:pt x="7108" y="2116"/>
                    <a:pt x="6999" y="1921"/>
                    <a:pt x="7023" y="1727"/>
                  </a:cubicBezTo>
                  <a:lnTo>
                    <a:pt x="7047" y="1520"/>
                  </a:lnTo>
                  <a:cubicBezTo>
                    <a:pt x="7059" y="1325"/>
                    <a:pt x="6962" y="1142"/>
                    <a:pt x="6792" y="1057"/>
                  </a:cubicBezTo>
                  <a:lnTo>
                    <a:pt x="6743" y="1033"/>
                  </a:lnTo>
                  <a:cubicBezTo>
                    <a:pt x="6681" y="1004"/>
                    <a:pt x="6614" y="991"/>
                    <a:pt x="6549" y="991"/>
                  </a:cubicBezTo>
                  <a:cubicBezTo>
                    <a:pt x="6448" y="991"/>
                    <a:pt x="6349" y="1023"/>
                    <a:pt x="6268" y="1082"/>
                  </a:cubicBezTo>
                  <a:lnTo>
                    <a:pt x="4990" y="2007"/>
                  </a:lnTo>
                  <a:cubicBezTo>
                    <a:pt x="4939" y="2045"/>
                    <a:pt x="4881" y="2063"/>
                    <a:pt x="4825" y="2063"/>
                  </a:cubicBezTo>
                  <a:cubicBezTo>
                    <a:pt x="4669" y="2063"/>
                    <a:pt x="4522" y="1930"/>
                    <a:pt x="4540" y="1751"/>
                  </a:cubicBezTo>
                  <a:cubicBezTo>
                    <a:pt x="4565" y="1435"/>
                    <a:pt x="4601" y="1045"/>
                    <a:pt x="4613" y="717"/>
                  </a:cubicBezTo>
                  <a:cubicBezTo>
                    <a:pt x="4621" y="266"/>
                    <a:pt x="4355" y="1"/>
                    <a:pt x="4122"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3"/>
            <p:cNvSpPr/>
            <p:nvPr/>
          </p:nvSpPr>
          <p:spPr>
            <a:xfrm>
              <a:off x="-2875600" y="3446700"/>
              <a:ext cx="83700" cy="83975"/>
            </a:xfrm>
            <a:custGeom>
              <a:rect b="b" l="l" r="r" t="t"/>
              <a:pathLst>
                <a:path extrusionOk="0" h="3359" w="3348">
                  <a:moveTo>
                    <a:pt x="548" y="0"/>
                  </a:moveTo>
                  <a:lnTo>
                    <a:pt x="1" y="365"/>
                  </a:lnTo>
                  <a:lnTo>
                    <a:pt x="2058" y="3359"/>
                  </a:lnTo>
                  <a:lnTo>
                    <a:pt x="3348" y="2361"/>
                  </a:lnTo>
                  <a:cubicBezTo>
                    <a:pt x="2471" y="1107"/>
                    <a:pt x="1169" y="329"/>
                    <a:pt x="548"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73"/>
            <p:cNvSpPr/>
            <p:nvPr/>
          </p:nvSpPr>
          <p:spPr>
            <a:xfrm>
              <a:off x="-3141475" y="3175000"/>
              <a:ext cx="355975" cy="545500"/>
            </a:xfrm>
            <a:custGeom>
              <a:rect b="b" l="l" r="r" t="t"/>
              <a:pathLst>
                <a:path extrusionOk="0" h="21820" w="14239">
                  <a:moveTo>
                    <a:pt x="9662" y="0"/>
                  </a:moveTo>
                  <a:cubicBezTo>
                    <a:pt x="9662" y="1"/>
                    <a:pt x="1168" y="9992"/>
                    <a:pt x="413" y="16101"/>
                  </a:cubicBezTo>
                  <a:cubicBezTo>
                    <a:pt x="1" y="19445"/>
                    <a:pt x="1492" y="21819"/>
                    <a:pt x="4390" y="21819"/>
                  </a:cubicBezTo>
                  <a:cubicBezTo>
                    <a:pt x="6797" y="21819"/>
                    <a:pt x="10174" y="20182"/>
                    <a:pt x="14238" y="16101"/>
                  </a:cubicBezTo>
                  <a:cubicBezTo>
                    <a:pt x="13374" y="13984"/>
                    <a:pt x="12060" y="12073"/>
                    <a:pt x="10392" y="10503"/>
                  </a:cubicBezTo>
                  <a:lnTo>
                    <a:pt x="8129" y="11586"/>
                  </a:lnTo>
                  <a:cubicBezTo>
                    <a:pt x="8129" y="11586"/>
                    <a:pt x="8287" y="10746"/>
                    <a:pt x="8518" y="9481"/>
                  </a:cubicBezTo>
                  <a:cubicBezTo>
                    <a:pt x="8993" y="6876"/>
                    <a:pt x="9699" y="2483"/>
                    <a:pt x="9662"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73"/>
            <p:cNvSpPr/>
            <p:nvPr/>
          </p:nvSpPr>
          <p:spPr>
            <a:xfrm>
              <a:off x="-2905100" y="3088600"/>
              <a:ext cx="399800" cy="158225"/>
            </a:xfrm>
            <a:custGeom>
              <a:rect b="b" l="l" r="r" t="t"/>
              <a:pathLst>
                <a:path extrusionOk="0" h="6329" w="15992">
                  <a:moveTo>
                    <a:pt x="7558" y="0"/>
                  </a:moveTo>
                  <a:lnTo>
                    <a:pt x="1643" y="2641"/>
                  </a:lnTo>
                  <a:lnTo>
                    <a:pt x="110" y="3322"/>
                  </a:lnTo>
                  <a:cubicBezTo>
                    <a:pt x="0" y="3383"/>
                    <a:pt x="0" y="3529"/>
                    <a:pt x="110" y="3590"/>
                  </a:cubicBezTo>
                  <a:cubicBezTo>
                    <a:pt x="1290" y="4113"/>
                    <a:pt x="5769" y="5939"/>
                    <a:pt x="10053" y="6328"/>
                  </a:cubicBezTo>
                  <a:cubicBezTo>
                    <a:pt x="10053" y="6328"/>
                    <a:pt x="13813" y="3541"/>
                    <a:pt x="15943" y="937"/>
                  </a:cubicBezTo>
                  <a:cubicBezTo>
                    <a:pt x="15992" y="864"/>
                    <a:pt x="15943" y="767"/>
                    <a:pt x="15858" y="767"/>
                  </a:cubicBezTo>
                  <a:lnTo>
                    <a:pt x="14288" y="621"/>
                  </a:lnTo>
                  <a:lnTo>
                    <a:pt x="7558"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3"/>
            <p:cNvSpPr/>
            <p:nvPr/>
          </p:nvSpPr>
          <p:spPr>
            <a:xfrm>
              <a:off x="-2864025" y="3088600"/>
              <a:ext cx="316125" cy="115325"/>
            </a:xfrm>
            <a:custGeom>
              <a:rect b="b" l="l" r="r" t="t"/>
              <a:pathLst>
                <a:path extrusionOk="0" h="4613" w="12645">
                  <a:moveTo>
                    <a:pt x="5915" y="0"/>
                  </a:moveTo>
                  <a:lnTo>
                    <a:pt x="0" y="2641"/>
                  </a:lnTo>
                  <a:cubicBezTo>
                    <a:pt x="2020" y="3383"/>
                    <a:pt x="5075" y="4333"/>
                    <a:pt x="8032" y="4612"/>
                  </a:cubicBezTo>
                  <a:cubicBezTo>
                    <a:pt x="9651" y="3383"/>
                    <a:pt x="11197" y="2045"/>
                    <a:pt x="12645" y="621"/>
                  </a:cubicBezTo>
                  <a:lnTo>
                    <a:pt x="5915" y="0"/>
                  </a:lnTo>
                  <a:close/>
                </a:path>
              </a:pathLst>
            </a:custGeom>
            <a:solidFill>
              <a:schemeClr val="accent3"/>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73"/>
            <p:cNvSpPr/>
            <p:nvPr/>
          </p:nvSpPr>
          <p:spPr>
            <a:xfrm>
              <a:off x="-2775800" y="3018925"/>
              <a:ext cx="139075" cy="133875"/>
            </a:xfrm>
            <a:custGeom>
              <a:rect b="b" l="l" r="r" t="t"/>
              <a:pathLst>
                <a:path extrusionOk="0" h="5355" w="5563">
                  <a:moveTo>
                    <a:pt x="1449" y="0"/>
                  </a:moveTo>
                  <a:lnTo>
                    <a:pt x="1388" y="499"/>
                  </a:lnTo>
                  <a:lnTo>
                    <a:pt x="974" y="3566"/>
                  </a:lnTo>
                  <a:cubicBezTo>
                    <a:pt x="913" y="4041"/>
                    <a:pt x="719" y="4491"/>
                    <a:pt x="414" y="4856"/>
                  </a:cubicBezTo>
                  <a:cubicBezTo>
                    <a:pt x="195" y="5111"/>
                    <a:pt x="1" y="5355"/>
                    <a:pt x="13" y="5355"/>
                  </a:cubicBezTo>
                  <a:lnTo>
                    <a:pt x="5562" y="5355"/>
                  </a:lnTo>
                  <a:cubicBezTo>
                    <a:pt x="5562" y="5355"/>
                    <a:pt x="5282" y="4929"/>
                    <a:pt x="5063" y="4600"/>
                  </a:cubicBezTo>
                  <a:cubicBezTo>
                    <a:pt x="4917" y="4369"/>
                    <a:pt x="4844" y="4101"/>
                    <a:pt x="4869" y="3834"/>
                  </a:cubicBezTo>
                  <a:lnTo>
                    <a:pt x="4917" y="3189"/>
                  </a:lnTo>
                  <a:lnTo>
                    <a:pt x="5124" y="0"/>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73"/>
            <p:cNvSpPr/>
            <p:nvPr/>
          </p:nvSpPr>
          <p:spPr>
            <a:xfrm>
              <a:off x="-2775800" y="3018925"/>
              <a:ext cx="139075" cy="133875"/>
            </a:xfrm>
            <a:custGeom>
              <a:rect b="b" l="l" r="r" t="t"/>
              <a:pathLst>
                <a:path extrusionOk="0" fill="none" h="5355" w="5563">
                  <a:moveTo>
                    <a:pt x="13" y="5355"/>
                  </a:moveTo>
                  <a:cubicBezTo>
                    <a:pt x="1" y="5355"/>
                    <a:pt x="195" y="5111"/>
                    <a:pt x="414" y="4856"/>
                  </a:cubicBezTo>
                  <a:cubicBezTo>
                    <a:pt x="719" y="4491"/>
                    <a:pt x="913" y="4041"/>
                    <a:pt x="974" y="3566"/>
                  </a:cubicBezTo>
                  <a:lnTo>
                    <a:pt x="1388" y="499"/>
                  </a:lnTo>
                  <a:lnTo>
                    <a:pt x="1449" y="0"/>
                  </a:lnTo>
                  <a:lnTo>
                    <a:pt x="5124" y="0"/>
                  </a:lnTo>
                  <a:lnTo>
                    <a:pt x="4917" y="3189"/>
                  </a:lnTo>
                  <a:lnTo>
                    <a:pt x="4869" y="3834"/>
                  </a:lnTo>
                  <a:cubicBezTo>
                    <a:pt x="4844" y="4101"/>
                    <a:pt x="4917" y="4369"/>
                    <a:pt x="5063" y="4600"/>
                  </a:cubicBezTo>
                  <a:cubicBezTo>
                    <a:pt x="5282" y="4929"/>
                    <a:pt x="5562" y="5355"/>
                    <a:pt x="5562" y="5355"/>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73"/>
            <p:cNvSpPr/>
            <p:nvPr/>
          </p:nvSpPr>
          <p:spPr>
            <a:xfrm>
              <a:off x="-2864025" y="3096500"/>
              <a:ext cx="316125" cy="107125"/>
            </a:xfrm>
            <a:custGeom>
              <a:rect b="b" l="l" r="r" t="t"/>
              <a:pathLst>
                <a:path extrusionOk="0" h="4285" w="12645">
                  <a:moveTo>
                    <a:pt x="9274" y="0"/>
                  </a:moveTo>
                  <a:lnTo>
                    <a:pt x="9140" y="767"/>
                  </a:lnTo>
                  <a:cubicBezTo>
                    <a:pt x="8896" y="913"/>
                    <a:pt x="8641" y="1047"/>
                    <a:pt x="8361" y="1132"/>
                  </a:cubicBezTo>
                  <a:cubicBezTo>
                    <a:pt x="7743" y="1349"/>
                    <a:pt x="7075" y="1426"/>
                    <a:pt x="6438" y="1426"/>
                  </a:cubicBezTo>
                  <a:cubicBezTo>
                    <a:pt x="5682" y="1426"/>
                    <a:pt x="4971" y="1318"/>
                    <a:pt x="4442" y="1205"/>
                  </a:cubicBezTo>
                  <a:cubicBezTo>
                    <a:pt x="4138" y="1144"/>
                    <a:pt x="3834" y="1071"/>
                    <a:pt x="3542" y="986"/>
                  </a:cubicBezTo>
                  <a:lnTo>
                    <a:pt x="3359" y="816"/>
                  </a:lnTo>
                  <a:lnTo>
                    <a:pt x="0" y="2325"/>
                  </a:lnTo>
                  <a:cubicBezTo>
                    <a:pt x="2020" y="3067"/>
                    <a:pt x="5075" y="4017"/>
                    <a:pt x="8045" y="4284"/>
                  </a:cubicBezTo>
                  <a:cubicBezTo>
                    <a:pt x="9663" y="3067"/>
                    <a:pt x="11197" y="1729"/>
                    <a:pt x="12645" y="305"/>
                  </a:cubicBezTo>
                  <a:lnTo>
                    <a:pt x="9274" y="0"/>
                  </a:ln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73"/>
            <p:cNvSpPr/>
            <p:nvPr/>
          </p:nvSpPr>
          <p:spPr>
            <a:xfrm>
              <a:off x="-2998886" y="3415252"/>
              <a:ext cx="66350" cy="84925"/>
            </a:xfrm>
            <a:custGeom>
              <a:rect b="b" l="l" r="r" t="t"/>
              <a:pathLst>
                <a:path extrusionOk="0" h="3397" w="2654">
                  <a:moveTo>
                    <a:pt x="2653" y="1"/>
                  </a:moveTo>
                  <a:lnTo>
                    <a:pt x="0" y="3396"/>
                  </a:lnTo>
                  <a:cubicBezTo>
                    <a:pt x="706" y="2897"/>
                    <a:pt x="1461" y="2471"/>
                    <a:pt x="2252" y="2106"/>
                  </a:cubicBezTo>
                  <a:cubicBezTo>
                    <a:pt x="2252" y="2106"/>
                    <a:pt x="2422" y="1266"/>
                    <a:pt x="26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73"/>
            <p:cNvSpPr/>
            <p:nvPr/>
          </p:nvSpPr>
          <p:spPr>
            <a:xfrm>
              <a:off x="-3022250" y="3437550"/>
              <a:ext cx="236750" cy="281775"/>
            </a:xfrm>
            <a:custGeom>
              <a:rect b="b" l="l" r="r" t="t"/>
              <a:pathLst>
                <a:path extrusionOk="0" fill="none" h="11271" w="9470">
                  <a:moveTo>
                    <a:pt x="1" y="11270"/>
                  </a:moveTo>
                  <a:cubicBezTo>
                    <a:pt x="2301" y="10869"/>
                    <a:pt x="5964" y="9116"/>
                    <a:pt x="9469" y="5599"/>
                  </a:cubicBezTo>
                  <a:cubicBezTo>
                    <a:pt x="8605" y="3482"/>
                    <a:pt x="7291" y="1571"/>
                    <a:pt x="5623" y="1"/>
                  </a:cubicBezTo>
                  <a:lnTo>
                    <a:pt x="3360" y="1084"/>
                  </a:lnTo>
                </a:path>
              </a:pathLst>
            </a:custGeom>
            <a:noFill/>
            <a:ln cap="rnd" cmpd="sng" w="39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73"/>
            <p:cNvSpPr/>
            <p:nvPr/>
          </p:nvSpPr>
          <p:spPr>
            <a:xfrm>
              <a:off x="-3043850" y="3464650"/>
              <a:ext cx="194750" cy="139350"/>
            </a:xfrm>
            <a:custGeom>
              <a:rect b="b" l="l" r="r" t="t"/>
              <a:pathLst>
                <a:path extrusionOk="0" fill="none" h="5574" w="7790">
                  <a:moveTo>
                    <a:pt x="7790" y="5574"/>
                  </a:moveTo>
                  <a:cubicBezTo>
                    <a:pt x="6901" y="2848"/>
                    <a:pt x="4224" y="0"/>
                    <a:pt x="4224" y="0"/>
                  </a:cubicBezTo>
                  <a:cubicBezTo>
                    <a:pt x="3433" y="365"/>
                    <a:pt x="2678" y="791"/>
                    <a:pt x="1960" y="1290"/>
                  </a:cubicBezTo>
                  <a:cubicBezTo>
                    <a:pt x="1242" y="1752"/>
                    <a:pt x="597" y="2300"/>
                    <a:pt x="1" y="2921"/>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3"/>
            <p:cNvSpPr/>
            <p:nvPr/>
          </p:nvSpPr>
          <p:spPr>
            <a:xfrm>
              <a:off x="-2785525" y="2847925"/>
              <a:ext cx="185300" cy="215825"/>
            </a:xfrm>
            <a:custGeom>
              <a:rect b="b" l="l" r="r" t="t"/>
              <a:pathLst>
                <a:path extrusionOk="0" h="8633" w="7412">
                  <a:moveTo>
                    <a:pt x="4929" y="1"/>
                  </a:moveTo>
                  <a:lnTo>
                    <a:pt x="438" y="1729"/>
                  </a:lnTo>
                  <a:lnTo>
                    <a:pt x="0" y="3944"/>
                  </a:lnTo>
                  <a:cubicBezTo>
                    <a:pt x="0" y="3944"/>
                    <a:pt x="1132" y="7412"/>
                    <a:pt x="3140" y="8361"/>
                  </a:cubicBezTo>
                  <a:cubicBezTo>
                    <a:pt x="3539" y="8547"/>
                    <a:pt x="3950" y="8633"/>
                    <a:pt x="4351" y="8633"/>
                  </a:cubicBezTo>
                  <a:cubicBezTo>
                    <a:pt x="5968" y="8633"/>
                    <a:pt x="7412" y="7245"/>
                    <a:pt x="7168" y="5489"/>
                  </a:cubicBezTo>
                  <a:cubicBezTo>
                    <a:pt x="6876" y="3299"/>
                    <a:pt x="4929" y="1"/>
                    <a:pt x="4929"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73"/>
            <p:cNvSpPr/>
            <p:nvPr/>
          </p:nvSpPr>
          <p:spPr>
            <a:xfrm>
              <a:off x="-2818700" y="2814775"/>
              <a:ext cx="191400" cy="186525"/>
            </a:xfrm>
            <a:custGeom>
              <a:rect b="b" l="l" r="r" t="t"/>
              <a:pathLst>
                <a:path extrusionOk="0" h="7461" w="7656">
                  <a:moveTo>
                    <a:pt x="7120" y="0"/>
                  </a:moveTo>
                  <a:lnTo>
                    <a:pt x="1" y="3030"/>
                  </a:lnTo>
                  <a:lnTo>
                    <a:pt x="195" y="6000"/>
                  </a:lnTo>
                  <a:lnTo>
                    <a:pt x="1996" y="7460"/>
                  </a:lnTo>
                  <a:cubicBezTo>
                    <a:pt x="1996" y="7460"/>
                    <a:pt x="2994" y="6888"/>
                    <a:pt x="2629" y="5720"/>
                  </a:cubicBezTo>
                  <a:cubicBezTo>
                    <a:pt x="2532" y="5464"/>
                    <a:pt x="2641" y="5172"/>
                    <a:pt x="2885" y="5026"/>
                  </a:cubicBezTo>
                  <a:cubicBezTo>
                    <a:pt x="3189" y="4844"/>
                    <a:pt x="3542" y="4479"/>
                    <a:pt x="3627" y="3688"/>
                  </a:cubicBezTo>
                  <a:cubicBezTo>
                    <a:pt x="3652" y="3444"/>
                    <a:pt x="3846" y="3262"/>
                    <a:pt x="4090" y="3237"/>
                  </a:cubicBezTo>
                  <a:cubicBezTo>
                    <a:pt x="4528" y="3213"/>
                    <a:pt x="5185" y="3103"/>
                    <a:pt x="5562" y="2702"/>
                  </a:cubicBezTo>
                  <a:cubicBezTo>
                    <a:pt x="5647" y="2604"/>
                    <a:pt x="5769" y="2552"/>
                    <a:pt x="5893" y="2552"/>
                  </a:cubicBezTo>
                  <a:cubicBezTo>
                    <a:pt x="6001" y="2552"/>
                    <a:pt x="6110" y="2592"/>
                    <a:pt x="6195" y="2677"/>
                  </a:cubicBezTo>
                  <a:cubicBezTo>
                    <a:pt x="6572" y="3079"/>
                    <a:pt x="7108" y="3310"/>
                    <a:pt x="7655" y="3322"/>
                  </a:cubicBezTo>
                  <a:lnTo>
                    <a:pt x="71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73"/>
            <p:cNvSpPr/>
            <p:nvPr/>
          </p:nvSpPr>
          <p:spPr>
            <a:xfrm>
              <a:off x="-2803182" y="2985300"/>
              <a:ext cx="73700" cy="56800"/>
            </a:xfrm>
            <a:custGeom>
              <a:rect b="b" l="l" r="r" t="t"/>
              <a:pathLst>
                <a:path extrusionOk="0" h="2272" w="2948">
                  <a:moveTo>
                    <a:pt x="1306" y="0"/>
                  </a:moveTo>
                  <a:cubicBezTo>
                    <a:pt x="1046" y="0"/>
                    <a:pt x="742" y="77"/>
                    <a:pt x="477" y="347"/>
                  </a:cubicBezTo>
                  <a:cubicBezTo>
                    <a:pt x="0" y="843"/>
                    <a:pt x="673" y="2271"/>
                    <a:pt x="1858" y="2271"/>
                  </a:cubicBezTo>
                  <a:cubicBezTo>
                    <a:pt x="2187" y="2271"/>
                    <a:pt x="2554" y="2162"/>
                    <a:pt x="2947" y="1893"/>
                  </a:cubicBezTo>
                  <a:lnTo>
                    <a:pt x="1901" y="128"/>
                  </a:lnTo>
                  <a:cubicBezTo>
                    <a:pt x="1901" y="128"/>
                    <a:pt x="1641" y="0"/>
                    <a:pt x="1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3"/>
            <p:cNvSpPr/>
            <p:nvPr/>
          </p:nvSpPr>
          <p:spPr>
            <a:xfrm>
              <a:off x="-2808650" y="2978450"/>
              <a:ext cx="77000" cy="85225"/>
            </a:xfrm>
            <a:custGeom>
              <a:rect b="b" l="l" r="r" t="t"/>
              <a:pathLst>
                <a:path extrusionOk="0" fill="none" h="3409" w="3080">
                  <a:moveTo>
                    <a:pt x="2033" y="402"/>
                  </a:moveTo>
                  <a:cubicBezTo>
                    <a:pt x="2033" y="402"/>
                    <a:pt x="1217" y="1"/>
                    <a:pt x="609" y="621"/>
                  </a:cubicBezTo>
                  <a:cubicBezTo>
                    <a:pt x="0" y="1254"/>
                    <a:pt x="1266" y="3408"/>
                    <a:pt x="3079" y="216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73"/>
          <p:cNvGrpSpPr/>
          <p:nvPr/>
        </p:nvGrpSpPr>
        <p:grpSpPr>
          <a:xfrm flipH="1" rot="-5267276">
            <a:off x="6221078" y="-831672"/>
            <a:ext cx="1385993" cy="2705376"/>
            <a:chOff x="409722" y="228600"/>
            <a:chExt cx="1385931" cy="2705253"/>
          </a:xfrm>
        </p:grpSpPr>
        <p:grpSp>
          <p:nvGrpSpPr>
            <p:cNvPr id="1213" name="Google Shape;1213;p73"/>
            <p:cNvGrpSpPr/>
            <p:nvPr/>
          </p:nvGrpSpPr>
          <p:grpSpPr>
            <a:xfrm flipH="1" rot="-617154">
              <a:off x="575967" y="402323"/>
              <a:ext cx="1053440" cy="2450002"/>
              <a:chOff x="3817855" y="1437512"/>
              <a:chExt cx="541146" cy="1128254"/>
            </a:xfrm>
          </p:grpSpPr>
          <p:sp>
            <p:nvSpPr>
              <p:cNvPr id="1214" name="Google Shape;1214;p7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6" name="Google Shape;1216;p7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7" name="Google Shape;1217;p73"/>
          <p:cNvGrpSpPr/>
          <p:nvPr/>
        </p:nvGrpSpPr>
        <p:grpSpPr>
          <a:xfrm flipH="1" rot="5400000">
            <a:off x="1487092" y="3169067"/>
            <a:ext cx="1385931" cy="2705253"/>
            <a:chOff x="409722" y="228600"/>
            <a:chExt cx="1385931" cy="2705253"/>
          </a:xfrm>
        </p:grpSpPr>
        <p:grpSp>
          <p:nvGrpSpPr>
            <p:cNvPr id="1218" name="Google Shape;1218;p73"/>
            <p:cNvGrpSpPr/>
            <p:nvPr/>
          </p:nvGrpSpPr>
          <p:grpSpPr>
            <a:xfrm flipH="1" rot="-617154">
              <a:off x="575967" y="402323"/>
              <a:ext cx="1053440" cy="2450002"/>
              <a:chOff x="3817855" y="1437512"/>
              <a:chExt cx="541146" cy="1128254"/>
            </a:xfrm>
          </p:grpSpPr>
          <p:sp>
            <p:nvSpPr>
              <p:cNvPr id="1219" name="Google Shape;1219;p7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1" name="Google Shape;1221;p7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2" name="Google Shape;1222;p73"/>
          <p:cNvGrpSpPr/>
          <p:nvPr/>
        </p:nvGrpSpPr>
        <p:grpSpPr>
          <a:xfrm>
            <a:off x="6500220" y="1069536"/>
            <a:ext cx="1990641" cy="3004428"/>
            <a:chOff x="6500220" y="1069536"/>
            <a:chExt cx="1990641" cy="3004428"/>
          </a:xfrm>
        </p:grpSpPr>
        <p:grpSp>
          <p:nvGrpSpPr>
            <p:cNvPr id="1223" name="Google Shape;1223;p73"/>
            <p:cNvGrpSpPr/>
            <p:nvPr/>
          </p:nvGrpSpPr>
          <p:grpSpPr>
            <a:xfrm>
              <a:off x="6500220" y="1069536"/>
              <a:ext cx="1990641" cy="3004428"/>
              <a:chOff x="8254750" y="2356513"/>
              <a:chExt cx="1637175" cy="2470950"/>
            </a:xfrm>
          </p:grpSpPr>
          <p:sp>
            <p:nvSpPr>
              <p:cNvPr id="1224" name="Google Shape;1224;p73"/>
              <p:cNvSpPr/>
              <p:nvPr/>
            </p:nvSpPr>
            <p:spPr>
              <a:xfrm>
                <a:off x="9093250" y="2514563"/>
                <a:ext cx="540675" cy="645050"/>
              </a:xfrm>
              <a:custGeom>
                <a:rect b="b" l="l" r="r" t="t"/>
                <a:pathLst>
                  <a:path extrusionOk="0" h="25802" w="21627">
                    <a:moveTo>
                      <a:pt x="5307" y="0"/>
                    </a:moveTo>
                    <a:cubicBezTo>
                      <a:pt x="1205" y="0"/>
                      <a:pt x="1" y="5513"/>
                      <a:pt x="2934" y="8336"/>
                    </a:cubicBezTo>
                    <a:cubicBezTo>
                      <a:pt x="3165" y="8568"/>
                      <a:pt x="3360" y="8823"/>
                      <a:pt x="3518" y="9115"/>
                    </a:cubicBezTo>
                    <a:cubicBezTo>
                      <a:pt x="5830" y="13168"/>
                      <a:pt x="5903" y="25703"/>
                      <a:pt x="14045" y="25800"/>
                    </a:cubicBezTo>
                    <a:cubicBezTo>
                      <a:pt x="14090" y="25801"/>
                      <a:pt x="14135" y="25801"/>
                      <a:pt x="14179" y="25801"/>
                    </a:cubicBezTo>
                    <a:cubicBezTo>
                      <a:pt x="20212" y="25801"/>
                      <a:pt x="21626" y="20924"/>
                      <a:pt x="19911" y="16515"/>
                    </a:cubicBezTo>
                    <a:cubicBezTo>
                      <a:pt x="19132" y="14531"/>
                      <a:pt x="17817" y="12803"/>
                      <a:pt x="16114" y="11537"/>
                    </a:cubicBezTo>
                    <a:cubicBezTo>
                      <a:pt x="10211" y="7168"/>
                      <a:pt x="11939" y="0"/>
                      <a:pt x="5307"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3"/>
              <p:cNvSpPr/>
              <p:nvPr/>
            </p:nvSpPr>
            <p:spPr>
              <a:xfrm>
                <a:off x="9181175" y="2669713"/>
                <a:ext cx="452750" cy="489900"/>
              </a:xfrm>
              <a:custGeom>
                <a:rect b="b" l="l" r="r" t="t"/>
                <a:pathLst>
                  <a:path extrusionOk="0" h="19596" w="18110">
                    <a:moveTo>
                      <a:pt x="1790" y="1"/>
                    </a:moveTo>
                    <a:cubicBezTo>
                      <a:pt x="1120" y="926"/>
                      <a:pt x="524" y="1899"/>
                      <a:pt x="1" y="2909"/>
                    </a:cubicBezTo>
                    <a:cubicBezTo>
                      <a:pt x="2313" y="6962"/>
                      <a:pt x="2386" y="19497"/>
                      <a:pt x="10528" y="19594"/>
                    </a:cubicBezTo>
                    <a:cubicBezTo>
                      <a:pt x="10573" y="19595"/>
                      <a:pt x="10618" y="19595"/>
                      <a:pt x="10662" y="19595"/>
                    </a:cubicBezTo>
                    <a:cubicBezTo>
                      <a:pt x="16695" y="19595"/>
                      <a:pt x="18109" y="14718"/>
                      <a:pt x="16394" y="10309"/>
                    </a:cubicBezTo>
                    <a:lnTo>
                      <a:pt x="16394" y="10309"/>
                    </a:lnTo>
                    <a:cubicBezTo>
                      <a:pt x="16151" y="10317"/>
                      <a:pt x="15914" y="10321"/>
                      <a:pt x="15680" y="10321"/>
                    </a:cubicBezTo>
                    <a:cubicBezTo>
                      <a:pt x="9064" y="10321"/>
                      <a:pt x="5954" y="7052"/>
                      <a:pt x="4978" y="4078"/>
                    </a:cubicBezTo>
                    <a:cubicBezTo>
                      <a:pt x="3737" y="305"/>
                      <a:pt x="1790" y="1"/>
                      <a:pt x="17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3"/>
              <p:cNvSpPr/>
              <p:nvPr/>
            </p:nvSpPr>
            <p:spPr>
              <a:xfrm>
                <a:off x="9210075" y="4356463"/>
                <a:ext cx="219400" cy="396150"/>
              </a:xfrm>
              <a:custGeom>
                <a:rect b="b" l="l" r="r" t="t"/>
                <a:pathLst>
                  <a:path extrusionOk="0" h="15846" w="8776">
                    <a:moveTo>
                      <a:pt x="1" y="1"/>
                    </a:moveTo>
                    <a:cubicBezTo>
                      <a:pt x="1" y="1"/>
                      <a:pt x="768" y="1668"/>
                      <a:pt x="1619" y="3640"/>
                    </a:cubicBezTo>
                    <a:cubicBezTo>
                      <a:pt x="2593" y="5891"/>
                      <a:pt x="3701" y="8544"/>
                      <a:pt x="3932" y="9542"/>
                    </a:cubicBezTo>
                    <a:cubicBezTo>
                      <a:pt x="4053" y="10077"/>
                      <a:pt x="4078" y="11027"/>
                      <a:pt x="4053" y="12110"/>
                    </a:cubicBezTo>
                    <a:cubicBezTo>
                      <a:pt x="4017" y="13302"/>
                      <a:pt x="3920" y="14666"/>
                      <a:pt x="3834" y="15846"/>
                    </a:cubicBezTo>
                    <a:lnTo>
                      <a:pt x="8775" y="8568"/>
                    </a:lnTo>
                    <a:cubicBezTo>
                      <a:pt x="8495" y="8228"/>
                      <a:pt x="8009" y="7948"/>
                      <a:pt x="7291" y="7765"/>
                    </a:cubicBezTo>
                    <a:cubicBezTo>
                      <a:pt x="7291" y="7765"/>
                      <a:pt x="6938" y="5842"/>
                      <a:pt x="6378" y="3494"/>
                    </a:cubicBezTo>
                    <a:cubicBezTo>
                      <a:pt x="6110" y="2374"/>
                      <a:pt x="5794" y="1145"/>
                      <a:pt x="5441" y="1"/>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73"/>
              <p:cNvSpPr/>
              <p:nvPr/>
            </p:nvSpPr>
            <p:spPr>
              <a:xfrm>
                <a:off x="9210075" y="4356463"/>
                <a:ext cx="219400" cy="396150"/>
              </a:xfrm>
              <a:custGeom>
                <a:rect b="b" l="l" r="r" t="t"/>
                <a:pathLst>
                  <a:path extrusionOk="0" fill="none" h="15846" w="8776">
                    <a:moveTo>
                      <a:pt x="3834" y="15846"/>
                    </a:moveTo>
                    <a:cubicBezTo>
                      <a:pt x="3920" y="14666"/>
                      <a:pt x="4017" y="13302"/>
                      <a:pt x="4053" y="12110"/>
                    </a:cubicBezTo>
                    <a:cubicBezTo>
                      <a:pt x="4078" y="11027"/>
                      <a:pt x="4053" y="10077"/>
                      <a:pt x="3932" y="9542"/>
                    </a:cubicBezTo>
                    <a:cubicBezTo>
                      <a:pt x="3701" y="8544"/>
                      <a:pt x="2593" y="5891"/>
                      <a:pt x="1619" y="3640"/>
                    </a:cubicBezTo>
                    <a:cubicBezTo>
                      <a:pt x="768" y="1668"/>
                      <a:pt x="1" y="1"/>
                      <a:pt x="1" y="1"/>
                    </a:cubicBezTo>
                    <a:lnTo>
                      <a:pt x="5441" y="1"/>
                    </a:lnTo>
                    <a:cubicBezTo>
                      <a:pt x="5794" y="1145"/>
                      <a:pt x="6110" y="2374"/>
                      <a:pt x="6378" y="3494"/>
                    </a:cubicBezTo>
                    <a:cubicBezTo>
                      <a:pt x="6938" y="5842"/>
                      <a:pt x="7291" y="7765"/>
                      <a:pt x="7291" y="7765"/>
                    </a:cubicBezTo>
                    <a:cubicBezTo>
                      <a:pt x="8009" y="7948"/>
                      <a:pt x="8495" y="8228"/>
                      <a:pt x="8775" y="8568"/>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3"/>
              <p:cNvSpPr/>
              <p:nvPr/>
            </p:nvSpPr>
            <p:spPr>
              <a:xfrm>
                <a:off x="9206158" y="4356463"/>
                <a:ext cx="159450" cy="87350"/>
              </a:xfrm>
              <a:custGeom>
                <a:rect b="b" l="l" r="r" t="t"/>
                <a:pathLst>
                  <a:path extrusionOk="0" h="3494" w="6378">
                    <a:moveTo>
                      <a:pt x="1" y="1"/>
                    </a:moveTo>
                    <a:cubicBezTo>
                      <a:pt x="1" y="1"/>
                      <a:pt x="378" y="3481"/>
                      <a:pt x="6378" y="3494"/>
                    </a:cubicBezTo>
                    <a:cubicBezTo>
                      <a:pt x="6110" y="2362"/>
                      <a:pt x="5794" y="1145"/>
                      <a:pt x="54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3"/>
              <p:cNvSpPr/>
              <p:nvPr/>
            </p:nvSpPr>
            <p:spPr>
              <a:xfrm>
                <a:off x="9300150" y="4550588"/>
                <a:ext cx="146350" cy="276875"/>
              </a:xfrm>
              <a:custGeom>
                <a:rect b="b" l="l" r="r" t="t"/>
                <a:pathLst>
                  <a:path extrusionOk="0" h="11075" w="5854">
                    <a:moveTo>
                      <a:pt x="3688" y="0"/>
                    </a:moveTo>
                    <a:cubicBezTo>
                      <a:pt x="2824" y="2702"/>
                      <a:pt x="1375" y="3858"/>
                      <a:pt x="450" y="4345"/>
                    </a:cubicBezTo>
                    <a:cubicBezTo>
                      <a:pt x="377" y="6937"/>
                      <a:pt x="0" y="10332"/>
                      <a:pt x="73" y="10917"/>
                    </a:cubicBezTo>
                    <a:cubicBezTo>
                      <a:pt x="85" y="11025"/>
                      <a:pt x="144" y="11075"/>
                      <a:pt x="240" y="11075"/>
                    </a:cubicBezTo>
                    <a:cubicBezTo>
                      <a:pt x="865" y="11075"/>
                      <a:pt x="3054" y="8957"/>
                      <a:pt x="3688" y="7205"/>
                    </a:cubicBezTo>
                    <a:cubicBezTo>
                      <a:pt x="4430" y="5185"/>
                      <a:pt x="4211" y="5087"/>
                      <a:pt x="5026" y="3456"/>
                    </a:cubicBezTo>
                    <a:cubicBezTo>
                      <a:pt x="5854" y="1813"/>
                      <a:pt x="5769" y="523"/>
                      <a:pt x="3688"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73"/>
              <p:cNvSpPr/>
              <p:nvPr/>
            </p:nvSpPr>
            <p:spPr>
              <a:xfrm>
                <a:off x="9556325" y="4252163"/>
                <a:ext cx="317050" cy="390625"/>
              </a:xfrm>
              <a:custGeom>
                <a:rect b="b" l="l" r="r" t="t"/>
                <a:pathLst>
                  <a:path extrusionOk="0" h="15625" w="12682">
                    <a:moveTo>
                      <a:pt x="4604" y="0"/>
                    </a:moveTo>
                    <a:cubicBezTo>
                      <a:pt x="2833" y="0"/>
                      <a:pt x="0" y="2019"/>
                      <a:pt x="0" y="2019"/>
                    </a:cubicBezTo>
                    <a:cubicBezTo>
                      <a:pt x="0" y="2019"/>
                      <a:pt x="1156" y="3418"/>
                      <a:pt x="2532" y="5159"/>
                    </a:cubicBezTo>
                    <a:cubicBezTo>
                      <a:pt x="4223" y="7313"/>
                      <a:pt x="6231" y="9990"/>
                      <a:pt x="6779" y="11207"/>
                    </a:cubicBezTo>
                    <a:cubicBezTo>
                      <a:pt x="7010" y="11730"/>
                      <a:pt x="7229" y="12290"/>
                      <a:pt x="7424" y="12850"/>
                    </a:cubicBezTo>
                    <a:cubicBezTo>
                      <a:pt x="7765" y="13823"/>
                      <a:pt x="8057" y="14797"/>
                      <a:pt x="8349" y="15625"/>
                    </a:cubicBezTo>
                    <a:lnTo>
                      <a:pt x="12681" y="13738"/>
                    </a:lnTo>
                    <a:cubicBezTo>
                      <a:pt x="12292" y="12996"/>
                      <a:pt x="11330" y="11767"/>
                      <a:pt x="10539" y="10805"/>
                    </a:cubicBezTo>
                    <a:cubicBezTo>
                      <a:pt x="9870" y="9978"/>
                      <a:pt x="9322" y="9345"/>
                      <a:pt x="9322" y="9345"/>
                    </a:cubicBezTo>
                    <a:cubicBezTo>
                      <a:pt x="9322" y="9345"/>
                      <a:pt x="8105" y="5889"/>
                      <a:pt x="6986" y="3211"/>
                    </a:cubicBezTo>
                    <a:cubicBezTo>
                      <a:pt x="6523" y="2080"/>
                      <a:pt x="6073" y="1082"/>
                      <a:pt x="5744" y="546"/>
                    </a:cubicBezTo>
                    <a:cubicBezTo>
                      <a:pt x="5500" y="154"/>
                      <a:pt x="5092" y="0"/>
                      <a:pt x="4604" y="0"/>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73"/>
              <p:cNvSpPr/>
              <p:nvPr/>
            </p:nvSpPr>
            <p:spPr>
              <a:xfrm>
                <a:off x="9556325" y="4220463"/>
                <a:ext cx="317050" cy="422325"/>
              </a:xfrm>
              <a:custGeom>
                <a:rect b="b" l="l" r="r" t="t"/>
                <a:pathLst>
                  <a:path extrusionOk="0" fill="none" h="16893" w="12682">
                    <a:moveTo>
                      <a:pt x="8349" y="16893"/>
                    </a:moveTo>
                    <a:cubicBezTo>
                      <a:pt x="8057" y="16065"/>
                      <a:pt x="7765" y="15091"/>
                      <a:pt x="7424" y="14118"/>
                    </a:cubicBezTo>
                    <a:cubicBezTo>
                      <a:pt x="7229" y="13558"/>
                      <a:pt x="7010" y="12998"/>
                      <a:pt x="6779" y="12475"/>
                    </a:cubicBezTo>
                    <a:cubicBezTo>
                      <a:pt x="6231" y="11258"/>
                      <a:pt x="4223" y="8581"/>
                      <a:pt x="2532" y="6427"/>
                    </a:cubicBezTo>
                    <a:cubicBezTo>
                      <a:pt x="1156" y="4686"/>
                      <a:pt x="0" y="3287"/>
                      <a:pt x="0" y="3287"/>
                    </a:cubicBezTo>
                    <a:cubicBezTo>
                      <a:pt x="0" y="3287"/>
                      <a:pt x="4613" y="1"/>
                      <a:pt x="5744" y="1814"/>
                    </a:cubicBezTo>
                    <a:cubicBezTo>
                      <a:pt x="6073" y="2350"/>
                      <a:pt x="6523" y="3348"/>
                      <a:pt x="6986" y="4479"/>
                    </a:cubicBezTo>
                    <a:cubicBezTo>
                      <a:pt x="8105" y="7157"/>
                      <a:pt x="9322" y="10613"/>
                      <a:pt x="9322" y="10613"/>
                    </a:cubicBezTo>
                    <a:cubicBezTo>
                      <a:pt x="9322" y="10613"/>
                      <a:pt x="9870" y="11246"/>
                      <a:pt x="10539" y="12073"/>
                    </a:cubicBezTo>
                    <a:cubicBezTo>
                      <a:pt x="11330" y="13035"/>
                      <a:pt x="12292" y="14264"/>
                      <a:pt x="12681" y="15006"/>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3"/>
              <p:cNvSpPr/>
              <p:nvPr/>
            </p:nvSpPr>
            <p:spPr>
              <a:xfrm>
                <a:off x="9546533" y="4252113"/>
                <a:ext cx="174950" cy="103750"/>
              </a:xfrm>
              <a:custGeom>
                <a:rect b="b" l="l" r="r" t="t"/>
                <a:pathLst>
                  <a:path extrusionOk="0" h="4150" w="6998">
                    <a:moveTo>
                      <a:pt x="4599" y="1"/>
                    </a:moveTo>
                    <a:cubicBezTo>
                      <a:pt x="2829" y="1"/>
                      <a:pt x="0" y="2009"/>
                      <a:pt x="0" y="2009"/>
                    </a:cubicBezTo>
                    <a:cubicBezTo>
                      <a:pt x="0" y="2009"/>
                      <a:pt x="1145" y="4150"/>
                      <a:pt x="3760" y="4150"/>
                    </a:cubicBezTo>
                    <a:cubicBezTo>
                      <a:pt x="4661" y="4150"/>
                      <a:pt x="5735" y="3896"/>
                      <a:pt x="6998" y="3213"/>
                    </a:cubicBezTo>
                    <a:cubicBezTo>
                      <a:pt x="6523" y="2082"/>
                      <a:pt x="6073" y="1096"/>
                      <a:pt x="5744" y="548"/>
                    </a:cubicBezTo>
                    <a:cubicBezTo>
                      <a:pt x="5499" y="155"/>
                      <a:pt x="5090" y="1"/>
                      <a:pt x="45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3"/>
              <p:cNvSpPr/>
              <p:nvPr/>
            </p:nvSpPr>
            <p:spPr>
              <a:xfrm>
                <a:off x="9742225" y="4522288"/>
                <a:ext cx="149700" cy="201200"/>
              </a:xfrm>
              <a:custGeom>
                <a:rect b="b" l="l" r="r" t="t"/>
                <a:pathLst>
                  <a:path extrusionOk="0" h="8048" w="5988">
                    <a:moveTo>
                      <a:pt x="3116" y="0"/>
                    </a:moveTo>
                    <a:cubicBezTo>
                      <a:pt x="2276" y="1741"/>
                      <a:pt x="888" y="2045"/>
                      <a:pt x="0" y="2045"/>
                    </a:cubicBezTo>
                    <a:cubicBezTo>
                      <a:pt x="621" y="3822"/>
                      <a:pt x="1083" y="5623"/>
                      <a:pt x="1667" y="6438"/>
                    </a:cubicBezTo>
                    <a:cubicBezTo>
                      <a:pt x="2341" y="7375"/>
                      <a:pt x="4142" y="8047"/>
                      <a:pt x="4948" y="8047"/>
                    </a:cubicBezTo>
                    <a:cubicBezTo>
                      <a:pt x="5074" y="8047"/>
                      <a:pt x="5176" y="8031"/>
                      <a:pt x="5245" y="7996"/>
                    </a:cubicBezTo>
                    <a:cubicBezTo>
                      <a:pt x="5769" y="7728"/>
                      <a:pt x="5988" y="4321"/>
                      <a:pt x="5257" y="2945"/>
                    </a:cubicBezTo>
                    <a:cubicBezTo>
                      <a:pt x="4856" y="2203"/>
                      <a:pt x="3907" y="974"/>
                      <a:pt x="3116"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3"/>
              <p:cNvSpPr/>
              <p:nvPr/>
            </p:nvSpPr>
            <p:spPr>
              <a:xfrm>
                <a:off x="9015050" y="3669163"/>
                <a:ext cx="754875" cy="739100"/>
              </a:xfrm>
              <a:custGeom>
                <a:rect b="b" l="l" r="r" t="t"/>
                <a:pathLst>
                  <a:path extrusionOk="0" h="29564" w="30195">
                    <a:moveTo>
                      <a:pt x="19923" y="1"/>
                    </a:moveTo>
                    <a:lnTo>
                      <a:pt x="1" y="3141"/>
                    </a:lnTo>
                    <a:cubicBezTo>
                      <a:pt x="1" y="3141"/>
                      <a:pt x="1169" y="10224"/>
                      <a:pt x="2690" y="17416"/>
                    </a:cubicBezTo>
                    <a:cubicBezTo>
                      <a:pt x="3652" y="21931"/>
                      <a:pt x="4747" y="26483"/>
                      <a:pt x="5782" y="29343"/>
                    </a:cubicBezTo>
                    <a:cubicBezTo>
                      <a:pt x="5782" y="29343"/>
                      <a:pt x="7138" y="29563"/>
                      <a:pt x="9416" y="29563"/>
                    </a:cubicBezTo>
                    <a:cubicBezTo>
                      <a:pt x="10919" y="29563"/>
                      <a:pt x="12824" y="29467"/>
                      <a:pt x="15006" y="29148"/>
                    </a:cubicBezTo>
                    <a:cubicBezTo>
                      <a:pt x="15749" y="29051"/>
                      <a:pt x="16516" y="28904"/>
                      <a:pt x="17319" y="28746"/>
                    </a:cubicBezTo>
                    <a:cubicBezTo>
                      <a:pt x="21858" y="27821"/>
                      <a:pt x="26215" y="26130"/>
                      <a:pt x="30195" y="23744"/>
                    </a:cubicBezTo>
                    <a:cubicBezTo>
                      <a:pt x="30195" y="23744"/>
                      <a:pt x="25935" y="14057"/>
                      <a:pt x="22783" y="6731"/>
                    </a:cubicBezTo>
                    <a:cubicBezTo>
                      <a:pt x="21554" y="3895"/>
                      <a:pt x="20495" y="1425"/>
                      <a:pt x="19923" y="1"/>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73"/>
              <p:cNvSpPr/>
              <p:nvPr/>
            </p:nvSpPr>
            <p:spPr>
              <a:xfrm>
                <a:off x="9308350" y="4003838"/>
                <a:ext cx="139675" cy="394025"/>
              </a:xfrm>
              <a:custGeom>
                <a:rect b="b" l="l" r="r" t="t"/>
                <a:pathLst>
                  <a:path extrusionOk="0" fill="none" h="15761" w="5587">
                    <a:moveTo>
                      <a:pt x="3274" y="15761"/>
                    </a:moveTo>
                    <a:lnTo>
                      <a:pt x="1" y="1"/>
                    </a:lnTo>
                    <a:lnTo>
                      <a:pt x="5587" y="15347"/>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3"/>
              <p:cNvSpPr/>
              <p:nvPr/>
            </p:nvSpPr>
            <p:spPr>
              <a:xfrm>
                <a:off x="8254750" y="2871438"/>
                <a:ext cx="272025" cy="181100"/>
              </a:xfrm>
              <a:custGeom>
                <a:rect b="b" l="l" r="r" t="t"/>
                <a:pathLst>
                  <a:path extrusionOk="0" h="7244" w="10881">
                    <a:moveTo>
                      <a:pt x="10880" y="0"/>
                    </a:moveTo>
                    <a:lnTo>
                      <a:pt x="10430" y="61"/>
                    </a:lnTo>
                    <a:lnTo>
                      <a:pt x="6134" y="548"/>
                    </a:lnTo>
                    <a:cubicBezTo>
                      <a:pt x="6134" y="548"/>
                      <a:pt x="4601" y="658"/>
                      <a:pt x="4150" y="670"/>
                    </a:cubicBezTo>
                    <a:cubicBezTo>
                      <a:pt x="3797" y="682"/>
                      <a:pt x="2313" y="925"/>
                      <a:pt x="1753" y="1023"/>
                    </a:cubicBezTo>
                    <a:cubicBezTo>
                      <a:pt x="1619" y="1047"/>
                      <a:pt x="1534" y="1157"/>
                      <a:pt x="1546" y="1278"/>
                    </a:cubicBezTo>
                    <a:cubicBezTo>
                      <a:pt x="1558" y="1400"/>
                      <a:pt x="1643" y="1497"/>
                      <a:pt x="1765" y="1509"/>
                    </a:cubicBezTo>
                    <a:lnTo>
                      <a:pt x="3870" y="1741"/>
                    </a:lnTo>
                    <a:lnTo>
                      <a:pt x="183" y="3262"/>
                    </a:lnTo>
                    <a:cubicBezTo>
                      <a:pt x="49" y="3311"/>
                      <a:pt x="0" y="3481"/>
                      <a:pt x="73" y="3615"/>
                    </a:cubicBezTo>
                    <a:lnTo>
                      <a:pt x="98" y="3664"/>
                    </a:lnTo>
                    <a:cubicBezTo>
                      <a:pt x="145" y="3739"/>
                      <a:pt x="221" y="3785"/>
                      <a:pt x="304" y="3785"/>
                    </a:cubicBezTo>
                    <a:cubicBezTo>
                      <a:pt x="328" y="3785"/>
                      <a:pt x="353" y="3781"/>
                      <a:pt x="378" y="3773"/>
                    </a:cubicBezTo>
                    <a:lnTo>
                      <a:pt x="3152" y="2982"/>
                    </a:lnTo>
                    <a:lnTo>
                      <a:pt x="3286" y="3213"/>
                    </a:lnTo>
                    <a:lnTo>
                      <a:pt x="1035" y="5100"/>
                    </a:lnTo>
                    <a:cubicBezTo>
                      <a:pt x="937" y="5185"/>
                      <a:pt x="913" y="5331"/>
                      <a:pt x="998" y="5440"/>
                    </a:cubicBezTo>
                    <a:lnTo>
                      <a:pt x="1035" y="5489"/>
                    </a:lnTo>
                    <a:cubicBezTo>
                      <a:pt x="1081" y="5551"/>
                      <a:pt x="1152" y="5583"/>
                      <a:pt x="1225" y="5583"/>
                    </a:cubicBezTo>
                    <a:cubicBezTo>
                      <a:pt x="1268" y="5583"/>
                      <a:pt x="1311" y="5572"/>
                      <a:pt x="1351" y="5550"/>
                    </a:cubicBezTo>
                    <a:lnTo>
                      <a:pt x="3846" y="4199"/>
                    </a:lnTo>
                    <a:lnTo>
                      <a:pt x="4065" y="4455"/>
                    </a:lnTo>
                    <a:lnTo>
                      <a:pt x="2592" y="6231"/>
                    </a:lnTo>
                    <a:cubicBezTo>
                      <a:pt x="2495" y="6353"/>
                      <a:pt x="2532" y="6511"/>
                      <a:pt x="2653" y="6597"/>
                    </a:cubicBezTo>
                    <a:lnTo>
                      <a:pt x="2702" y="6621"/>
                    </a:lnTo>
                    <a:cubicBezTo>
                      <a:pt x="2744" y="6647"/>
                      <a:pt x="2793" y="6660"/>
                      <a:pt x="2841" y="6660"/>
                    </a:cubicBezTo>
                    <a:cubicBezTo>
                      <a:pt x="2904" y="6660"/>
                      <a:pt x="2965" y="6638"/>
                      <a:pt x="3006" y="6597"/>
                    </a:cubicBezTo>
                    <a:lnTo>
                      <a:pt x="4515" y="5112"/>
                    </a:lnTo>
                    <a:lnTo>
                      <a:pt x="4807" y="5380"/>
                    </a:lnTo>
                    <a:lnTo>
                      <a:pt x="4138" y="6901"/>
                    </a:lnTo>
                    <a:cubicBezTo>
                      <a:pt x="4065" y="7047"/>
                      <a:pt x="4162" y="7217"/>
                      <a:pt x="4321" y="7242"/>
                    </a:cubicBezTo>
                    <a:lnTo>
                      <a:pt x="4369" y="7242"/>
                    </a:lnTo>
                    <a:cubicBezTo>
                      <a:pt x="4379" y="7243"/>
                      <a:pt x="4389" y="7243"/>
                      <a:pt x="4399" y="7243"/>
                    </a:cubicBezTo>
                    <a:cubicBezTo>
                      <a:pt x="4486" y="7243"/>
                      <a:pt x="4569" y="7197"/>
                      <a:pt x="4613" y="7132"/>
                    </a:cubicBezTo>
                    <a:lnTo>
                      <a:pt x="6730" y="3822"/>
                    </a:lnTo>
                    <a:cubicBezTo>
                      <a:pt x="6901" y="3554"/>
                      <a:pt x="7047" y="3262"/>
                      <a:pt x="7144" y="2958"/>
                    </a:cubicBezTo>
                    <a:lnTo>
                      <a:pt x="7241" y="2678"/>
                    </a:lnTo>
                    <a:lnTo>
                      <a:pt x="8994" y="2848"/>
                    </a:lnTo>
                    <a:lnTo>
                      <a:pt x="10880" y="3043"/>
                    </a:lnTo>
                    <a:lnTo>
                      <a:pt x="10880" y="0"/>
                    </a:ln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3"/>
              <p:cNvSpPr/>
              <p:nvPr/>
            </p:nvSpPr>
            <p:spPr>
              <a:xfrm>
                <a:off x="8351800" y="2914338"/>
                <a:ext cx="42325" cy="23450"/>
              </a:xfrm>
              <a:custGeom>
                <a:rect b="b" l="l" r="r" t="t"/>
                <a:pathLst>
                  <a:path extrusionOk="0" h="938" w="1693">
                    <a:moveTo>
                      <a:pt x="0" y="0"/>
                    </a:moveTo>
                    <a:lnTo>
                      <a:pt x="0" y="0"/>
                    </a:lnTo>
                    <a:cubicBezTo>
                      <a:pt x="1" y="1"/>
                      <a:pt x="594" y="938"/>
                      <a:pt x="1652" y="938"/>
                    </a:cubicBezTo>
                    <a:cubicBezTo>
                      <a:pt x="1665" y="938"/>
                      <a:pt x="1679" y="938"/>
                      <a:pt x="1692" y="937"/>
                    </a:cubicBezTo>
                    <a:lnTo>
                      <a:pt x="0" y="0"/>
                    </a:ln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3"/>
              <p:cNvSpPr/>
              <p:nvPr/>
            </p:nvSpPr>
            <p:spPr>
              <a:xfrm>
                <a:off x="8351800" y="2914338"/>
                <a:ext cx="42325" cy="24050"/>
              </a:xfrm>
              <a:custGeom>
                <a:rect b="b" l="l" r="r" t="t"/>
                <a:pathLst>
                  <a:path extrusionOk="0" fill="none" h="962" w="1693">
                    <a:moveTo>
                      <a:pt x="0" y="0"/>
                    </a:moveTo>
                    <a:cubicBezTo>
                      <a:pt x="0" y="0"/>
                      <a:pt x="609" y="962"/>
                      <a:pt x="1692" y="93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73"/>
              <p:cNvSpPr/>
              <p:nvPr/>
            </p:nvSpPr>
            <p:spPr>
              <a:xfrm>
                <a:off x="8514575" y="2827613"/>
                <a:ext cx="514500" cy="227000"/>
              </a:xfrm>
              <a:custGeom>
                <a:rect b="b" l="l" r="r" t="t"/>
                <a:pathLst>
                  <a:path extrusionOk="0" h="9080" w="20580">
                    <a:moveTo>
                      <a:pt x="20580" y="1"/>
                    </a:moveTo>
                    <a:lnTo>
                      <a:pt x="0" y="1376"/>
                    </a:lnTo>
                    <a:lnTo>
                      <a:pt x="0" y="8556"/>
                    </a:lnTo>
                    <a:lnTo>
                      <a:pt x="10369" y="8836"/>
                    </a:lnTo>
                    <a:lnTo>
                      <a:pt x="15809" y="8982"/>
                    </a:lnTo>
                    <a:lnTo>
                      <a:pt x="19667" y="9080"/>
                    </a:lnTo>
                    <a:lnTo>
                      <a:pt x="20178" y="4054"/>
                    </a:lnTo>
                    <a:lnTo>
                      <a:pt x="20349" y="2301"/>
                    </a:lnTo>
                    <a:lnTo>
                      <a:pt x="20580" y="1"/>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3"/>
              <p:cNvSpPr/>
              <p:nvPr/>
            </p:nvSpPr>
            <p:spPr>
              <a:xfrm>
                <a:off x="8773800" y="2877304"/>
                <a:ext cx="249500" cy="169475"/>
              </a:xfrm>
              <a:custGeom>
                <a:rect b="b" l="l" r="r" t="t"/>
                <a:pathLst>
                  <a:path extrusionOk="0" h="6779" w="9980">
                    <a:moveTo>
                      <a:pt x="9980" y="0"/>
                    </a:moveTo>
                    <a:cubicBezTo>
                      <a:pt x="7339" y="1728"/>
                      <a:pt x="2288" y="5038"/>
                      <a:pt x="0" y="6523"/>
                    </a:cubicBezTo>
                    <a:lnTo>
                      <a:pt x="5428" y="6681"/>
                    </a:lnTo>
                    <a:lnTo>
                      <a:pt x="9298" y="6779"/>
                    </a:lnTo>
                    <a:lnTo>
                      <a:pt x="9797" y="1753"/>
                    </a:lnTo>
                    <a:lnTo>
                      <a:pt x="998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3"/>
              <p:cNvSpPr/>
              <p:nvPr/>
            </p:nvSpPr>
            <p:spPr>
              <a:xfrm>
                <a:off x="8909800" y="2928938"/>
                <a:ext cx="109250" cy="125675"/>
              </a:xfrm>
              <a:custGeom>
                <a:rect b="b" l="l" r="r" t="t"/>
                <a:pathLst>
                  <a:path extrusionOk="0" h="5027" w="4370">
                    <a:moveTo>
                      <a:pt x="4369" y="1"/>
                    </a:moveTo>
                    <a:lnTo>
                      <a:pt x="0" y="4929"/>
                    </a:lnTo>
                    <a:lnTo>
                      <a:pt x="3858" y="5027"/>
                    </a:lnTo>
                    <a:lnTo>
                      <a:pt x="4369" y="1"/>
                    </a:lnTo>
                    <a:close/>
                  </a:path>
                </a:pathLst>
              </a:custGeom>
              <a:solidFill>
                <a:srgbClr val="231F20"/>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3"/>
              <p:cNvSpPr/>
              <p:nvPr/>
            </p:nvSpPr>
            <p:spPr>
              <a:xfrm>
                <a:off x="8567825" y="2880563"/>
                <a:ext cx="325" cy="137250"/>
              </a:xfrm>
              <a:custGeom>
                <a:rect b="b" l="l" r="r" t="t"/>
                <a:pathLst>
                  <a:path extrusionOk="0" h="5490" w="13">
                    <a:moveTo>
                      <a:pt x="0" y="1"/>
                    </a:moveTo>
                    <a:lnTo>
                      <a:pt x="12" y="5489"/>
                    </a:lnTo>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73"/>
              <p:cNvSpPr/>
              <p:nvPr/>
            </p:nvSpPr>
            <p:spPr>
              <a:xfrm>
                <a:off x="8567825" y="2880563"/>
                <a:ext cx="325" cy="137250"/>
              </a:xfrm>
              <a:custGeom>
                <a:rect b="b" l="l" r="r" t="t"/>
                <a:pathLst>
                  <a:path extrusionOk="0" fill="none" h="5490" w="13">
                    <a:moveTo>
                      <a:pt x="0" y="1"/>
                    </a:moveTo>
                    <a:lnTo>
                      <a:pt x="12" y="5489"/>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73"/>
              <p:cNvSpPr/>
              <p:nvPr/>
            </p:nvSpPr>
            <p:spPr>
              <a:xfrm>
                <a:off x="9635725" y="2466863"/>
                <a:ext cx="192625" cy="269500"/>
              </a:xfrm>
              <a:custGeom>
                <a:rect b="b" l="l" r="r" t="t"/>
                <a:pathLst>
                  <a:path extrusionOk="0" h="10780" w="7705">
                    <a:moveTo>
                      <a:pt x="4249" y="0"/>
                    </a:moveTo>
                    <a:cubicBezTo>
                      <a:pt x="4161" y="0"/>
                      <a:pt x="4075" y="46"/>
                      <a:pt x="4029" y="131"/>
                    </a:cubicBezTo>
                    <a:lnTo>
                      <a:pt x="2240" y="3697"/>
                    </a:lnTo>
                    <a:lnTo>
                      <a:pt x="2155" y="1567"/>
                    </a:lnTo>
                    <a:cubicBezTo>
                      <a:pt x="2155" y="1458"/>
                      <a:pt x="2069" y="1360"/>
                      <a:pt x="1948" y="1336"/>
                    </a:cubicBezTo>
                    <a:cubicBezTo>
                      <a:pt x="1939" y="1335"/>
                      <a:pt x="1930" y="1335"/>
                      <a:pt x="1921" y="1335"/>
                    </a:cubicBezTo>
                    <a:cubicBezTo>
                      <a:pt x="1809" y="1335"/>
                      <a:pt x="1703" y="1406"/>
                      <a:pt x="1680" y="1519"/>
                    </a:cubicBezTo>
                    <a:cubicBezTo>
                      <a:pt x="1546" y="2078"/>
                      <a:pt x="1193" y="3539"/>
                      <a:pt x="1157" y="3892"/>
                    </a:cubicBezTo>
                    <a:cubicBezTo>
                      <a:pt x="1108" y="4342"/>
                      <a:pt x="877" y="5875"/>
                      <a:pt x="877" y="5875"/>
                    </a:cubicBezTo>
                    <a:lnTo>
                      <a:pt x="658" y="7032"/>
                    </a:lnTo>
                    <a:lnTo>
                      <a:pt x="1" y="10549"/>
                    </a:lnTo>
                    <a:lnTo>
                      <a:pt x="3031" y="10780"/>
                    </a:lnTo>
                    <a:lnTo>
                      <a:pt x="2946" y="7117"/>
                    </a:lnTo>
                    <a:lnTo>
                      <a:pt x="3226" y="7044"/>
                    </a:lnTo>
                    <a:cubicBezTo>
                      <a:pt x="3542" y="6959"/>
                      <a:pt x="3834" y="6849"/>
                      <a:pt x="4114" y="6691"/>
                    </a:cubicBezTo>
                    <a:lnTo>
                      <a:pt x="7570" y="4829"/>
                    </a:lnTo>
                    <a:cubicBezTo>
                      <a:pt x="7655" y="4780"/>
                      <a:pt x="7704" y="4695"/>
                      <a:pt x="7704" y="4598"/>
                    </a:cubicBezTo>
                    <a:lnTo>
                      <a:pt x="7692" y="4549"/>
                    </a:lnTo>
                    <a:cubicBezTo>
                      <a:pt x="7682" y="4421"/>
                      <a:pt x="7577" y="4325"/>
                      <a:pt x="7453" y="4325"/>
                    </a:cubicBezTo>
                    <a:cubicBezTo>
                      <a:pt x="7424" y="4325"/>
                      <a:pt x="7394" y="4330"/>
                      <a:pt x="7363" y="4342"/>
                    </a:cubicBezTo>
                    <a:lnTo>
                      <a:pt x="5806" y="4902"/>
                    </a:lnTo>
                    <a:lnTo>
                      <a:pt x="5562" y="4598"/>
                    </a:lnTo>
                    <a:lnTo>
                      <a:pt x="7157" y="3198"/>
                    </a:lnTo>
                    <a:cubicBezTo>
                      <a:pt x="7242" y="3125"/>
                      <a:pt x="7266" y="3003"/>
                      <a:pt x="7205" y="2894"/>
                    </a:cubicBezTo>
                    <a:lnTo>
                      <a:pt x="7181" y="2845"/>
                    </a:lnTo>
                    <a:cubicBezTo>
                      <a:pt x="7133" y="2757"/>
                      <a:pt x="7047" y="2711"/>
                      <a:pt x="6960" y="2711"/>
                    </a:cubicBezTo>
                    <a:cubicBezTo>
                      <a:pt x="6915" y="2711"/>
                      <a:pt x="6869" y="2723"/>
                      <a:pt x="6828" y="2748"/>
                    </a:cubicBezTo>
                    <a:lnTo>
                      <a:pt x="4929" y="4087"/>
                    </a:lnTo>
                    <a:lnTo>
                      <a:pt x="4698" y="3855"/>
                    </a:lnTo>
                    <a:lnTo>
                      <a:pt x="6232" y="1458"/>
                    </a:lnTo>
                    <a:cubicBezTo>
                      <a:pt x="6305" y="1348"/>
                      <a:pt x="6280" y="1214"/>
                      <a:pt x="6183" y="1141"/>
                    </a:cubicBezTo>
                    <a:lnTo>
                      <a:pt x="6134" y="1093"/>
                    </a:lnTo>
                    <a:cubicBezTo>
                      <a:pt x="6095" y="1053"/>
                      <a:pt x="6039" y="1035"/>
                      <a:pt x="5983" y="1035"/>
                    </a:cubicBezTo>
                    <a:cubicBezTo>
                      <a:pt x="5918" y="1035"/>
                      <a:pt x="5851" y="1059"/>
                      <a:pt x="5806" y="1105"/>
                    </a:cubicBezTo>
                    <a:lnTo>
                      <a:pt x="3761" y="3222"/>
                    </a:lnTo>
                    <a:lnTo>
                      <a:pt x="3542" y="3064"/>
                    </a:lnTo>
                    <a:lnTo>
                      <a:pt x="4528" y="363"/>
                    </a:lnTo>
                    <a:cubicBezTo>
                      <a:pt x="4564" y="265"/>
                      <a:pt x="4528" y="143"/>
                      <a:pt x="4443" y="83"/>
                    </a:cubicBezTo>
                    <a:lnTo>
                      <a:pt x="4394" y="46"/>
                    </a:lnTo>
                    <a:cubicBezTo>
                      <a:pt x="4350" y="15"/>
                      <a:pt x="4299" y="0"/>
                      <a:pt x="4249"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3"/>
              <p:cNvSpPr/>
              <p:nvPr/>
            </p:nvSpPr>
            <p:spPr>
              <a:xfrm>
                <a:off x="9691700" y="2559588"/>
                <a:ext cx="22850" cy="43825"/>
              </a:xfrm>
              <a:custGeom>
                <a:rect b="b" l="l" r="r" t="t"/>
                <a:pathLst>
                  <a:path extrusionOk="0" h="1753" w="914">
                    <a:moveTo>
                      <a:pt x="1" y="0"/>
                    </a:moveTo>
                    <a:lnTo>
                      <a:pt x="804" y="1753"/>
                    </a:lnTo>
                    <a:cubicBezTo>
                      <a:pt x="914" y="670"/>
                      <a:pt x="1" y="0"/>
                      <a:pt x="1" y="0"/>
                    </a:cubicBez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3"/>
              <p:cNvSpPr/>
              <p:nvPr/>
            </p:nvSpPr>
            <p:spPr>
              <a:xfrm>
                <a:off x="9691700" y="2559588"/>
                <a:ext cx="22850" cy="43825"/>
              </a:xfrm>
              <a:custGeom>
                <a:rect b="b" l="l" r="r" t="t"/>
                <a:pathLst>
                  <a:path extrusionOk="0" fill="none" h="1753" w="914">
                    <a:moveTo>
                      <a:pt x="1" y="0"/>
                    </a:moveTo>
                    <a:cubicBezTo>
                      <a:pt x="1" y="0"/>
                      <a:pt x="914" y="670"/>
                      <a:pt x="804" y="175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3"/>
              <p:cNvSpPr/>
              <p:nvPr/>
            </p:nvSpPr>
            <p:spPr>
              <a:xfrm>
                <a:off x="9406325" y="2655413"/>
                <a:ext cx="385200" cy="356925"/>
              </a:xfrm>
              <a:custGeom>
                <a:rect b="b" l="l" r="r" t="t"/>
                <a:pathLst>
                  <a:path extrusionOk="0" h="14277" w="15408">
                    <a:moveTo>
                      <a:pt x="8945" y="1"/>
                    </a:moveTo>
                    <a:lnTo>
                      <a:pt x="7911" y="6329"/>
                    </a:lnTo>
                    <a:lnTo>
                      <a:pt x="0" y="6280"/>
                    </a:lnTo>
                    <a:lnTo>
                      <a:pt x="329" y="10382"/>
                    </a:lnTo>
                    <a:lnTo>
                      <a:pt x="658" y="14276"/>
                    </a:lnTo>
                    <a:lnTo>
                      <a:pt x="3591" y="13607"/>
                    </a:lnTo>
                    <a:lnTo>
                      <a:pt x="12219" y="11623"/>
                    </a:lnTo>
                    <a:lnTo>
                      <a:pt x="15408" y="950"/>
                    </a:lnTo>
                    <a:cubicBezTo>
                      <a:pt x="12961" y="366"/>
                      <a:pt x="8945" y="1"/>
                      <a:pt x="8945"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73"/>
              <p:cNvSpPr/>
              <p:nvPr/>
            </p:nvSpPr>
            <p:spPr>
              <a:xfrm>
                <a:off x="9636025" y="2693138"/>
                <a:ext cx="119000" cy="17075"/>
              </a:xfrm>
              <a:custGeom>
                <a:rect b="b" l="l" r="r" t="t"/>
                <a:pathLst>
                  <a:path extrusionOk="0" h="683" w="4760">
                    <a:moveTo>
                      <a:pt x="1" y="1"/>
                    </a:moveTo>
                    <a:lnTo>
                      <a:pt x="4759" y="682"/>
                    </a:lnTo>
                    <a:cubicBezTo>
                      <a:pt x="3287" y="427"/>
                      <a:pt x="2" y="1"/>
                      <a:pt x="1" y="1"/>
                    </a:cubicBez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3"/>
              <p:cNvSpPr/>
              <p:nvPr/>
            </p:nvSpPr>
            <p:spPr>
              <a:xfrm>
                <a:off x="9636025" y="2693138"/>
                <a:ext cx="119000" cy="17075"/>
              </a:xfrm>
              <a:custGeom>
                <a:rect b="b" l="l" r="r" t="t"/>
                <a:pathLst>
                  <a:path extrusionOk="0" fill="none" h="683" w="4760">
                    <a:moveTo>
                      <a:pt x="1" y="1"/>
                    </a:moveTo>
                    <a:cubicBezTo>
                      <a:pt x="1" y="1"/>
                      <a:pt x="3287" y="427"/>
                      <a:pt x="4759" y="682"/>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3"/>
              <p:cNvSpPr/>
              <p:nvPr/>
            </p:nvSpPr>
            <p:spPr>
              <a:xfrm>
                <a:off x="9568175" y="2823430"/>
                <a:ext cx="35625" cy="43825"/>
              </a:xfrm>
              <a:custGeom>
                <a:rect b="b" l="l" r="r" t="t"/>
                <a:pathLst>
                  <a:path extrusionOk="0" h="1753" w="1425">
                    <a:moveTo>
                      <a:pt x="1" y="0"/>
                    </a:moveTo>
                    <a:lnTo>
                      <a:pt x="1145" y="1753"/>
                    </a:lnTo>
                    <a:lnTo>
                      <a:pt x="14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3"/>
              <p:cNvSpPr/>
              <p:nvPr/>
            </p:nvSpPr>
            <p:spPr>
              <a:xfrm>
                <a:off x="8916475" y="2812113"/>
                <a:ext cx="736925" cy="1121625"/>
              </a:xfrm>
              <a:custGeom>
                <a:rect b="b" l="l" r="r" t="t"/>
                <a:pathLst>
                  <a:path extrusionOk="0" h="44865" w="29477">
                    <a:moveTo>
                      <a:pt x="19582" y="0"/>
                    </a:moveTo>
                    <a:lnTo>
                      <a:pt x="4504" y="621"/>
                    </a:lnTo>
                    <a:cubicBezTo>
                      <a:pt x="1" y="11793"/>
                      <a:pt x="950" y="44214"/>
                      <a:pt x="950" y="44214"/>
                    </a:cubicBezTo>
                    <a:cubicBezTo>
                      <a:pt x="3521" y="44647"/>
                      <a:pt x="6117" y="44864"/>
                      <a:pt x="8716" y="44864"/>
                    </a:cubicBezTo>
                    <a:cubicBezTo>
                      <a:pt x="10200" y="44864"/>
                      <a:pt x="11686" y="44793"/>
                      <a:pt x="13169" y="44652"/>
                    </a:cubicBezTo>
                    <a:lnTo>
                      <a:pt x="13436" y="37910"/>
                    </a:lnTo>
                    <a:lnTo>
                      <a:pt x="17063" y="44104"/>
                    </a:lnTo>
                    <a:cubicBezTo>
                      <a:pt x="24876" y="42631"/>
                      <a:pt x="29476" y="39552"/>
                      <a:pt x="29476" y="39552"/>
                    </a:cubicBezTo>
                    <a:cubicBezTo>
                      <a:pt x="24645" y="31216"/>
                      <a:pt x="19582" y="0"/>
                      <a:pt x="19582"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73"/>
              <p:cNvSpPr/>
              <p:nvPr/>
            </p:nvSpPr>
            <p:spPr>
              <a:xfrm>
                <a:off x="8965475" y="3887013"/>
                <a:ext cx="250100" cy="17375"/>
              </a:xfrm>
              <a:custGeom>
                <a:rect b="b" l="l" r="r" t="t"/>
                <a:pathLst>
                  <a:path extrusionOk="0" fill="none" h="695" w="10004">
                    <a:moveTo>
                      <a:pt x="0" y="1"/>
                    </a:moveTo>
                    <a:cubicBezTo>
                      <a:pt x="0" y="1"/>
                      <a:pt x="5513" y="694"/>
                      <a:pt x="10004" y="18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3"/>
              <p:cNvSpPr/>
              <p:nvPr/>
            </p:nvSpPr>
            <p:spPr>
              <a:xfrm>
                <a:off x="9368600" y="3784788"/>
                <a:ext cx="241600" cy="90700"/>
              </a:xfrm>
              <a:custGeom>
                <a:rect b="b" l="l" r="r" t="t"/>
                <a:pathLst>
                  <a:path extrusionOk="0" fill="none" h="3628" w="9664">
                    <a:moveTo>
                      <a:pt x="0" y="3627"/>
                    </a:moveTo>
                    <a:cubicBezTo>
                      <a:pt x="0" y="3627"/>
                      <a:pt x="6000" y="2240"/>
                      <a:pt x="9663"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3"/>
              <p:cNvSpPr/>
              <p:nvPr/>
            </p:nvSpPr>
            <p:spPr>
              <a:xfrm>
                <a:off x="9213425" y="2964538"/>
                <a:ext cx="47200" cy="828175"/>
              </a:xfrm>
              <a:custGeom>
                <a:rect b="b" l="l" r="r" t="t"/>
                <a:pathLst>
                  <a:path extrusionOk="0" fill="none" h="33127" w="1888">
                    <a:moveTo>
                      <a:pt x="1" y="0"/>
                    </a:moveTo>
                    <a:cubicBezTo>
                      <a:pt x="1" y="0"/>
                      <a:pt x="25" y="20908"/>
                      <a:pt x="1887" y="3312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3"/>
              <p:cNvSpPr/>
              <p:nvPr/>
            </p:nvSpPr>
            <p:spPr>
              <a:xfrm>
                <a:off x="9007150" y="2813492"/>
                <a:ext cx="437225" cy="193525"/>
              </a:xfrm>
              <a:custGeom>
                <a:rect b="b" l="l" r="r" t="t"/>
                <a:pathLst>
                  <a:path extrusionOk="0" h="7741" w="17489">
                    <a:moveTo>
                      <a:pt x="17489" y="0"/>
                    </a:moveTo>
                    <a:lnTo>
                      <a:pt x="15164" y="61"/>
                    </a:lnTo>
                    <a:lnTo>
                      <a:pt x="2325" y="451"/>
                    </a:lnTo>
                    <a:lnTo>
                      <a:pt x="1" y="511"/>
                    </a:lnTo>
                    <a:cubicBezTo>
                      <a:pt x="1" y="511"/>
                      <a:pt x="4406" y="5282"/>
                      <a:pt x="8203" y="7740"/>
                    </a:cubicBezTo>
                    <a:cubicBezTo>
                      <a:pt x="8203" y="7740"/>
                      <a:pt x="14458" y="3408"/>
                      <a:pt x="17489" y="0"/>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3"/>
              <p:cNvSpPr/>
              <p:nvPr/>
            </p:nvSpPr>
            <p:spPr>
              <a:xfrm>
                <a:off x="9065250" y="2808163"/>
                <a:ext cx="321025" cy="141800"/>
              </a:xfrm>
              <a:custGeom>
                <a:rect b="b" l="l" r="r" t="t"/>
                <a:pathLst>
                  <a:path extrusionOk="0" h="5672" w="12841">
                    <a:moveTo>
                      <a:pt x="12840" y="0"/>
                    </a:moveTo>
                    <a:lnTo>
                      <a:pt x="1" y="377"/>
                    </a:lnTo>
                    <a:cubicBezTo>
                      <a:pt x="463" y="864"/>
                      <a:pt x="3433" y="3992"/>
                      <a:pt x="6025" y="5671"/>
                    </a:cubicBezTo>
                    <a:cubicBezTo>
                      <a:pt x="6025" y="5671"/>
                      <a:pt x="10577" y="2519"/>
                      <a:pt x="12840" y="0"/>
                    </a:cubicBezTo>
                    <a:close/>
                  </a:path>
                </a:pathLst>
              </a:custGeom>
              <a:solidFill>
                <a:srgbClr val="CB1C3E"/>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3"/>
              <p:cNvSpPr/>
              <p:nvPr/>
            </p:nvSpPr>
            <p:spPr>
              <a:xfrm>
                <a:off x="9144375" y="2710188"/>
                <a:ext cx="141500" cy="148800"/>
              </a:xfrm>
              <a:custGeom>
                <a:rect b="b" l="l" r="r" t="t"/>
                <a:pathLst>
                  <a:path extrusionOk="0" h="5952" w="5660">
                    <a:moveTo>
                      <a:pt x="4698" y="0"/>
                    </a:moveTo>
                    <a:lnTo>
                      <a:pt x="1168" y="1643"/>
                    </a:lnTo>
                    <a:lnTo>
                      <a:pt x="1071" y="3785"/>
                    </a:lnTo>
                    <a:cubicBezTo>
                      <a:pt x="1047" y="4296"/>
                      <a:pt x="876" y="4795"/>
                      <a:pt x="572" y="5197"/>
                    </a:cubicBezTo>
                    <a:lnTo>
                      <a:pt x="0" y="5951"/>
                    </a:lnTo>
                    <a:lnTo>
                      <a:pt x="5659" y="5891"/>
                    </a:lnTo>
                    <a:lnTo>
                      <a:pt x="5087" y="5112"/>
                    </a:lnTo>
                    <a:cubicBezTo>
                      <a:pt x="4844" y="4759"/>
                      <a:pt x="4698" y="4345"/>
                      <a:pt x="4698" y="3907"/>
                    </a:cubicBezTo>
                    <a:lnTo>
                      <a:pt x="4698" y="0"/>
                    </a:ln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73"/>
              <p:cNvSpPr/>
              <p:nvPr/>
            </p:nvSpPr>
            <p:spPr>
              <a:xfrm>
                <a:off x="9144375" y="2710188"/>
                <a:ext cx="141500" cy="148800"/>
              </a:xfrm>
              <a:custGeom>
                <a:rect b="b" l="l" r="r" t="t"/>
                <a:pathLst>
                  <a:path extrusionOk="0" fill="none" h="5952" w="5660">
                    <a:moveTo>
                      <a:pt x="5659" y="5891"/>
                    </a:moveTo>
                    <a:lnTo>
                      <a:pt x="5087" y="5112"/>
                    </a:lnTo>
                    <a:cubicBezTo>
                      <a:pt x="4844" y="4759"/>
                      <a:pt x="4698" y="4345"/>
                      <a:pt x="4698" y="3907"/>
                    </a:cubicBezTo>
                    <a:lnTo>
                      <a:pt x="4698" y="0"/>
                    </a:lnTo>
                    <a:lnTo>
                      <a:pt x="1168" y="1643"/>
                    </a:lnTo>
                    <a:lnTo>
                      <a:pt x="1071" y="3785"/>
                    </a:lnTo>
                    <a:cubicBezTo>
                      <a:pt x="1047" y="4296"/>
                      <a:pt x="876" y="4795"/>
                      <a:pt x="572" y="5197"/>
                    </a:cubicBezTo>
                    <a:lnTo>
                      <a:pt x="0" y="5951"/>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3"/>
              <p:cNvSpPr/>
              <p:nvPr/>
            </p:nvSpPr>
            <p:spPr>
              <a:xfrm>
                <a:off x="9065250" y="2809063"/>
                <a:ext cx="313100" cy="140900"/>
              </a:xfrm>
              <a:custGeom>
                <a:rect b="b" l="l" r="r" t="t"/>
                <a:pathLst>
                  <a:path extrusionOk="0" h="5636" w="12524">
                    <a:moveTo>
                      <a:pt x="11575" y="1"/>
                    </a:moveTo>
                    <a:lnTo>
                      <a:pt x="8739" y="86"/>
                    </a:lnTo>
                    <a:cubicBezTo>
                      <a:pt x="8295" y="689"/>
                      <a:pt x="7520" y="1410"/>
                      <a:pt x="6285" y="1410"/>
                    </a:cubicBezTo>
                    <a:cubicBezTo>
                      <a:pt x="6200" y="1410"/>
                      <a:pt x="6114" y="1407"/>
                      <a:pt x="6025" y="1400"/>
                    </a:cubicBezTo>
                    <a:cubicBezTo>
                      <a:pt x="3847" y="1242"/>
                      <a:pt x="3409" y="512"/>
                      <a:pt x="3409" y="512"/>
                    </a:cubicBezTo>
                    <a:lnTo>
                      <a:pt x="3214" y="244"/>
                    </a:lnTo>
                    <a:lnTo>
                      <a:pt x="1" y="341"/>
                    </a:lnTo>
                    <a:cubicBezTo>
                      <a:pt x="463" y="840"/>
                      <a:pt x="3433" y="3968"/>
                      <a:pt x="6025" y="5635"/>
                    </a:cubicBezTo>
                    <a:cubicBezTo>
                      <a:pt x="6025" y="5635"/>
                      <a:pt x="10187" y="2763"/>
                      <a:pt x="12524" y="305"/>
                    </a:cubicBezTo>
                    <a:lnTo>
                      <a:pt x="11575" y="1"/>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3"/>
              <p:cNvSpPr/>
              <p:nvPr/>
            </p:nvSpPr>
            <p:spPr>
              <a:xfrm>
                <a:off x="9126425" y="2601288"/>
                <a:ext cx="135400" cy="170375"/>
              </a:xfrm>
              <a:custGeom>
                <a:rect b="b" l="l" r="r" t="t"/>
                <a:pathLst>
                  <a:path extrusionOk="0" h="6815" w="5416">
                    <a:moveTo>
                      <a:pt x="2962" y="1"/>
                    </a:moveTo>
                    <a:cubicBezTo>
                      <a:pt x="2183" y="1"/>
                      <a:pt x="1321" y="185"/>
                      <a:pt x="913" y="900"/>
                    </a:cubicBezTo>
                    <a:cubicBezTo>
                      <a:pt x="73" y="2360"/>
                      <a:pt x="0" y="5865"/>
                      <a:pt x="913" y="6596"/>
                    </a:cubicBezTo>
                    <a:cubicBezTo>
                      <a:pt x="1106" y="6750"/>
                      <a:pt x="1375" y="6814"/>
                      <a:pt x="1685" y="6814"/>
                    </a:cubicBezTo>
                    <a:cubicBezTo>
                      <a:pt x="2844" y="6814"/>
                      <a:pt x="4567" y="5912"/>
                      <a:pt x="4941" y="5403"/>
                    </a:cubicBezTo>
                    <a:cubicBezTo>
                      <a:pt x="5416" y="4758"/>
                      <a:pt x="5416" y="3139"/>
                      <a:pt x="5416" y="3139"/>
                    </a:cubicBezTo>
                    <a:cubicBezTo>
                      <a:pt x="5416" y="3139"/>
                      <a:pt x="3700" y="2519"/>
                      <a:pt x="4515" y="206"/>
                    </a:cubicBezTo>
                    <a:cubicBezTo>
                      <a:pt x="4515" y="206"/>
                      <a:pt x="3785" y="1"/>
                      <a:pt x="2962"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3"/>
              <p:cNvSpPr/>
              <p:nvPr/>
            </p:nvSpPr>
            <p:spPr>
              <a:xfrm>
                <a:off x="9246900" y="2659263"/>
                <a:ext cx="71050" cy="63725"/>
              </a:xfrm>
              <a:custGeom>
                <a:rect b="b" l="l" r="r" t="t"/>
                <a:pathLst>
                  <a:path extrusionOk="0" h="2549" w="2842">
                    <a:moveTo>
                      <a:pt x="1761" y="0"/>
                    </a:moveTo>
                    <a:cubicBezTo>
                      <a:pt x="1116" y="0"/>
                      <a:pt x="597" y="820"/>
                      <a:pt x="597" y="820"/>
                    </a:cubicBezTo>
                    <a:lnTo>
                      <a:pt x="219" y="1283"/>
                    </a:lnTo>
                    <a:lnTo>
                      <a:pt x="0" y="2548"/>
                    </a:lnTo>
                    <a:cubicBezTo>
                      <a:pt x="16" y="2549"/>
                      <a:pt x="32" y="2549"/>
                      <a:pt x="48" y="2549"/>
                    </a:cubicBezTo>
                    <a:cubicBezTo>
                      <a:pt x="1927" y="2549"/>
                      <a:pt x="2842" y="404"/>
                      <a:pt x="2069" y="66"/>
                    </a:cubicBezTo>
                    <a:cubicBezTo>
                      <a:pt x="1964" y="20"/>
                      <a:pt x="1861" y="0"/>
                      <a:pt x="17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3"/>
              <p:cNvSpPr/>
              <p:nvPr/>
            </p:nvSpPr>
            <p:spPr>
              <a:xfrm>
                <a:off x="9246900" y="2652388"/>
                <a:ext cx="71225" cy="71500"/>
              </a:xfrm>
              <a:custGeom>
                <a:rect b="b" l="l" r="r" t="t"/>
                <a:pathLst>
                  <a:path extrusionOk="0" fill="none" h="2860" w="2849">
                    <a:moveTo>
                      <a:pt x="219" y="1558"/>
                    </a:moveTo>
                    <a:lnTo>
                      <a:pt x="597" y="1095"/>
                    </a:lnTo>
                    <a:cubicBezTo>
                      <a:pt x="597" y="1095"/>
                      <a:pt x="1290" y="0"/>
                      <a:pt x="2069" y="341"/>
                    </a:cubicBezTo>
                    <a:cubicBezTo>
                      <a:pt x="2848" y="682"/>
                      <a:pt x="1911" y="2860"/>
                      <a:pt x="0" y="2823"/>
                    </a:cubicBez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3"/>
              <p:cNvSpPr/>
              <p:nvPr/>
            </p:nvSpPr>
            <p:spPr>
              <a:xfrm>
                <a:off x="8753100" y="2807838"/>
                <a:ext cx="411975" cy="475575"/>
              </a:xfrm>
              <a:custGeom>
                <a:rect b="b" l="l" r="r" t="t"/>
                <a:pathLst>
                  <a:path extrusionOk="0" h="19023" w="16479">
                    <a:moveTo>
                      <a:pt x="13497" y="1"/>
                    </a:moveTo>
                    <a:cubicBezTo>
                      <a:pt x="13205" y="1"/>
                      <a:pt x="12925" y="62"/>
                      <a:pt x="12670" y="183"/>
                    </a:cubicBezTo>
                    <a:cubicBezTo>
                      <a:pt x="3299" y="4625"/>
                      <a:pt x="1" y="17574"/>
                      <a:pt x="1" y="17574"/>
                    </a:cubicBezTo>
                    <a:lnTo>
                      <a:pt x="5295" y="19022"/>
                    </a:lnTo>
                    <a:cubicBezTo>
                      <a:pt x="9262" y="6366"/>
                      <a:pt x="16479" y="281"/>
                      <a:pt x="16479" y="281"/>
                    </a:cubicBezTo>
                    <a:lnTo>
                      <a:pt x="13497" y="1"/>
                    </a:ln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73"/>
              <p:cNvSpPr/>
              <p:nvPr/>
            </p:nvSpPr>
            <p:spPr>
              <a:xfrm>
                <a:off x="8753100" y="3202663"/>
                <a:ext cx="132375" cy="80750"/>
              </a:xfrm>
              <a:custGeom>
                <a:rect b="b" l="l" r="r" t="t"/>
                <a:pathLst>
                  <a:path extrusionOk="0" h="3230" w="5295">
                    <a:moveTo>
                      <a:pt x="3398" y="1"/>
                    </a:moveTo>
                    <a:cubicBezTo>
                      <a:pt x="3257" y="1"/>
                      <a:pt x="3114" y="37"/>
                      <a:pt x="2982" y="114"/>
                    </a:cubicBezTo>
                    <a:lnTo>
                      <a:pt x="1" y="1781"/>
                    </a:lnTo>
                    <a:lnTo>
                      <a:pt x="5295" y="3229"/>
                    </a:lnTo>
                    <a:lnTo>
                      <a:pt x="5295" y="3229"/>
                    </a:lnTo>
                    <a:lnTo>
                      <a:pt x="4175" y="528"/>
                    </a:lnTo>
                    <a:cubicBezTo>
                      <a:pt x="4039" y="196"/>
                      <a:pt x="3724" y="1"/>
                      <a:pt x="3398"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3"/>
              <p:cNvSpPr/>
              <p:nvPr/>
            </p:nvSpPr>
            <p:spPr>
              <a:xfrm>
                <a:off x="9684100" y="3175688"/>
                <a:ext cx="107725" cy="45350"/>
              </a:xfrm>
              <a:custGeom>
                <a:rect b="b" l="l" r="r" t="t"/>
                <a:pathLst>
                  <a:path extrusionOk="0" h="1814" w="4309">
                    <a:moveTo>
                      <a:pt x="1" y="0"/>
                    </a:moveTo>
                    <a:cubicBezTo>
                      <a:pt x="1" y="1"/>
                      <a:pt x="2897" y="1643"/>
                      <a:pt x="4309" y="1814"/>
                    </a:cubicBezTo>
                    <a:lnTo>
                      <a:pt x="1" y="0"/>
                    </a:ln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73"/>
              <p:cNvSpPr/>
              <p:nvPr/>
            </p:nvSpPr>
            <p:spPr>
              <a:xfrm>
                <a:off x="9684100" y="3175688"/>
                <a:ext cx="107725" cy="45350"/>
              </a:xfrm>
              <a:custGeom>
                <a:rect b="b" l="l" r="r" t="t"/>
                <a:pathLst>
                  <a:path extrusionOk="0" fill="none" h="1814" w="4309">
                    <a:moveTo>
                      <a:pt x="1" y="0"/>
                    </a:moveTo>
                    <a:cubicBezTo>
                      <a:pt x="1" y="0"/>
                      <a:pt x="2897" y="1643"/>
                      <a:pt x="4309" y="1814"/>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3"/>
              <p:cNvSpPr/>
              <p:nvPr/>
            </p:nvSpPr>
            <p:spPr>
              <a:xfrm>
                <a:off x="9659450" y="3140088"/>
                <a:ext cx="210575" cy="144225"/>
              </a:xfrm>
              <a:custGeom>
                <a:rect b="b" l="l" r="r" t="t"/>
                <a:pathLst>
                  <a:path extrusionOk="0" h="5769" w="8423">
                    <a:moveTo>
                      <a:pt x="1559" y="0"/>
                    </a:moveTo>
                    <a:cubicBezTo>
                      <a:pt x="1559" y="0"/>
                      <a:pt x="1" y="2447"/>
                      <a:pt x="1765" y="3907"/>
                    </a:cubicBezTo>
                    <a:cubicBezTo>
                      <a:pt x="3530" y="5355"/>
                      <a:pt x="5988" y="5769"/>
                      <a:pt x="5988" y="5769"/>
                    </a:cubicBezTo>
                    <a:lnTo>
                      <a:pt x="8422" y="1899"/>
                    </a:lnTo>
                    <a:lnTo>
                      <a:pt x="8422" y="1899"/>
                    </a:lnTo>
                    <a:cubicBezTo>
                      <a:pt x="8226" y="1914"/>
                      <a:pt x="8030" y="1922"/>
                      <a:pt x="7834" y="1922"/>
                    </a:cubicBezTo>
                    <a:cubicBezTo>
                      <a:pt x="6649" y="1922"/>
                      <a:pt x="5486" y="1639"/>
                      <a:pt x="4431" y="1096"/>
                    </a:cubicBezTo>
                    <a:cubicBezTo>
                      <a:pt x="2447" y="25"/>
                      <a:pt x="1559" y="0"/>
                      <a:pt x="1559" y="0"/>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3"/>
              <p:cNvSpPr/>
              <p:nvPr/>
            </p:nvSpPr>
            <p:spPr>
              <a:xfrm>
                <a:off x="9792725" y="3187863"/>
                <a:ext cx="77000" cy="96450"/>
              </a:xfrm>
              <a:custGeom>
                <a:rect b="b" l="l" r="r" t="t"/>
                <a:pathLst>
                  <a:path extrusionOk="0" h="3858" w="3080">
                    <a:moveTo>
                      <a:pt x="3079" y="0"/>
                    </a:moveTo>
                    <a:lnTo>
                      <a:pt x="3079" y="0"/>
                    </a:lnTo>
                    <a:cubicBezTo>
                      <a:pt x="2252" y="463"/>
                      <a:pt x="1375" y="864"/>
                      <a:pt x="475" y="1181"/>
                    </a:cubicBezTo>
                    <a:cubicBezTo>
                      <a:pt x="183" y="1278"/>
                      <a:pt x="0" y="1570"/>
                      <a:pt x="49" y="1874"/>
                    </a:cubicBezTo>
                    <a:cubicBezTo>
                      <a:pt x="146" y="2446"/>
                      <a:pt x="329" y="3323"/>
                      <a:pt x="645" y="3858"/>
                    </a:cubicBezTo>
                    <a:lnTo>
                      <a:pt x="3079"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3"/>
              <p:cNvSpPr/>
              <p:nvPr/>
            </p:nvSpPr>
            <p:spPr>
              <a:xfrm>
                <a:off x="9610175" y="3140088"/>
                <a:ext cx="102250" cy="91300"/>
              </a:xfrm>
              <a:custGeom>
                <a:rect b="b" l="l" r="r" t="t"/>
                <a:pathLst>
                  <a:path extrusionOk="0" h="3652" w="4090">
                    <a:moveTo>
                      <a:pt x="3517" y="0"/>
                    </a:moveTo>
                    <a:lnTo>
                      <a:pt x="0" y="2215"/>
                    </a:lnTo>
                    <a:lnTo>
                      <a:pt x="4089" y="3651"/>
                    </a:lnTo>
                    <a:cubicBezTo>
                      <a:pt x="4089" y="3651"/>
                      <a:pt x="3444" y="1315"/>
                      <a:pt x="3517" y="0"/>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3"/>
              <p:cNvSpPr/>
              <p:nvPr/>
            </p:nvSpPr>
            <p:spPr>
              <a:xfrm>
                <a:off x="9266975" y="2798963"/>
                <a:ext cx="445450" cy="501475"/>
              </a:xfrm>
              <a:custGeom>
                <a:rect b="b" l="l" r="r" t="t"/>
                <a:pathLst>
                  <a:path extrusionOk="0" h="20059" w="17818">
                    <a:moveTo>
                      <a:pt x="3472" y="1"/>
                    </a:moveTo>
                    <a:cubicBezTo>
                      <a:pt x="3309" y="1"/>
                      <a:pt x="3145" y="14"/>
                      <a:pt x="2982" y="39"/>
                    </a:cubicBezTo>
                    <a:lnTo>
                      <a:pt x="1" y="514"/>
                    </a:lnTo>
                    <a:cubicBezTo>
                      <a:pt x="1" y="514"/>
                      <a:pt x="6256" y="2327"/>
                      <a:pt x="8325" y="8607"/>
                    </a:cubicBezTo>
                    <a:cubicBezTo>
                      <a:pt x="10394" y="14887"/>
                      <a:pt x="13789" y="20059"/>
                      <a:pt x="13789" y="20059"/>
                    </a:cubicBezTo>
                    <a:lnTo>
                      <a:pt x="17817" y="17296"/>
                    </a:lnTo>
                    <a:cubicBezTo>
                      <a:pt x="17817" y="17296"/>
                      <a:pt x="14653" y="15751"/>
                      <a:pt x="11830" y="8838"/>
                    </a:cubicBezTo>
                    <a:cubicBezTo>
                      <a:pt x="9858" y="3995"/>
                      <a:pt x="6840" y="1536"/>
                      <a:pt x="5209" y="502"/>
                    </a:cubicBezTo>
                    <a:cubicBezTo>
                      <a:pt x="4682" y="176"/>
                      <a:pt x="4079" y="1"/>
                      <a:pt x="3472" y="1"/>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3"/>
              <p:cNvSpPr/>
              <p:nvPr/>
            </p:nvSpPr>
            <p:spPr>
              <a:xfrm>
                <a:off x="8700475" y="2540713"/>
                <a:ext cx="58450" cy="73950"/>
              </a:xfrm>
              <a:custGeom>
                <a:rect b="b" l="l" r="r" t="t"/>
                <a:pathLst>
                  <a:path extrusionOk="0" h="2958" w="2338">
                    <a:moveTo>
                      <a:pt x="1108" y="1"/>
                    </a:moveTo>
                    <a:lnTo>
                      <a:pt x="438" y="135"/>
                    </a:lnTo>
                    <a:cubicBezTo>
                      <a:pt x="0" y="1133"/>
                      <a:pt x="657" y="2423"/>
                      <a:pt x="949" y="2909"/>
                    </a:cubicBezTo>
                    <a:cubicBezTo>
                      <a:pt x="971" y="2942"/>
                      <a:pt x="1004" y="2957"/>
                      <a:pt x="1036" y="2957"/>
                    </a:cubicBezTo>
                    <a:cubicBezTo>
                      <a:pt x="1076" y="2957"/>
                      <a:pt x="1113" y="2932"/>
                      <a:pt x="1120" y="2885"/>
                    </a:cubicBezTo>
                    <a:lnTo>
                      <a:pt x="1290" y="2070"/>
                    </a:lnTo>
                    <a:lnTo>
                      <a:pt x="2166" y="2325"/>
                    </a:lnTo>
                    <a:cubicBezTo>
                      <a:pt x="2182" y="2333"/>
                      <a:pt x="2197" y="2336"/>
                      <a:pt x="2211" y="2336"/>
                    </a:cubicBezTo>
                    <a:cubicBezTo>
                      <a:pt x="2287" y="2336"/>
                      <a:pt x="2337" y="2241"/>
                      <a:pt x="2276" y="2179"/>
                    </a:cubicBezTo>
                    <a:cubicBezTo>
                      <a:pt x="1753" y="1522"/>
                      <a:pt x="1363" y="792"/>
                      <a:pt x="1108"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73"/>
              <p:cNvSpPr/>
              <p:nvPr/>
            </p:nvSpPr>
            <p:spPr>
              <a:xfrm>
                <a:off x="8461025" y="2572963"/>
                <a:ext cx="136025" cy="117625"/>
              </a:xfrm>
              <a:custGeom>
                <a:rect b="b" l="l" r="r" t="t"/>
                <a:pathLst>
                  <a:path extrusionOk="0" h="4705" w="5441">
                    <a:moveTo>
                      <a:pt x="3554" y="1"/>
                    </a:moveTo>
                    <a:lnTo>
                      <a:pt x="1485" y="986"/>
                    </a:lnTo>
                    <a:cubicBezTo>
                      <a:pt x="1485" y="986"/>
                      <a:pt x="0" y="1899"/>
                      <a:pt x="1242" y="3664"/>
                    </a:cubicBezTo>
                    <a:cubicBezTo>
                      <a:pt x="1819" y="4477"/>
                      <a:pt x="2413" y="4704"/>
                      <a:pt x="2897" y="4704"/>
                    </a:cubicBezTo>
                    <a:cubicBezTo>
                      <a:pt x="3516" y="4704"/>
                      <a:pt x="3956" y="4333"/>
                      <a:pt x="3956" y="4333"/>
                    </a:cubicBezTo>
                    <a:lnTo>
                      <a:pt x="5440" y="2861"/>
                    </a:lnTo>
                    <a:lnTo>
                      <a:pt x="3554" y="1"/>
                    </a:lnTo>
                    <a:close/>
                  </a:path>
                </a:pathLst>
              </a:custGeom>
              <a:solidFill>
                <a:schemeClr val="accent4"/>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3"/>
              <p:cNvSpPr/>
              <p:nvPr/>
            </p:nvSpPr>
            <p:spPr>
              <a:xfrm>
                <a:off x="8463800" y="2572963"/>
                <a:ext cx="121075" cy="95175"/>
              </a:xfrm>
              <a:custGeom>
                <a:rect b="b" l="l" r="r" t="t"/>
                <a:pathLst>
                  <a:path extrusionOk="0" h="3807" w="4843">
                    <a:moveTo>
                      <a:pt x="3443" y="1"/>
                    </a:moveTo>
                    <a:lnTo>
                      <a:pt x="1374" y="986"/>
                    </a:lnTo>
                    <a:cubicBezTo>
                      <a:pt x="0" y="1828"/>
                      <a:pt x="1553" y="3806"/>
                      <a:pt x="2590" y="3806"/>
                    </a:cubicBezTo>
                    <a:cubicBezTo>
                      <a:pt x="2738" y="3806"/>
                      <a:pt x="2876" y="3766"/>
                      <a:pt x="2993" y="3676"/>
                    </a:cubicBezTo>
                    <a:cubicBezTo>
                      <a:pt x="3467" y="3323"/>
                      <a:pt x="4843" y="2179"/>
                      <a:pt x="4843" y="2179"/>
                    </a:cubicBezTo>
                    <a:lnTo>
                      <a:pt x="3443" y="1"/>
                    </a:lnTo>
                    <a:close/>
                  </a:path>
                </a:pathLst>
              </a:custGeom>
              <a:solidFill>
                <a:schemeClr val="accent4"/>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3"/>
              <p:cNvSpPr/>
              <p:nvPr/>
            </p:nvSpPr>
            <p:spPr>
              <a:xfrm>
                <a:off x="8490525" y="2611013"/>
                <a:ext cx="54800" cy="35600"/>
              </a:xfrm>
              <a:custGeom>
                <a:rect b="b" l="l" r="r" t="t"/>
                <a:pathLst>
                  <a:path extrusionOk="0" h="1424" w="2192">
                    <a:moveTo>
                      <a:pt x="1096" y="0"/>
                    </a:moveTo>
                    <a:cubicBezTo>
                      <a:pt x="1005" y="0"/>
                      <a:pt x="950" y="12"/>
                      <a:pt x="950" y="12"/>
                    </a:cubicBezTo>
                    <a:cubicBezTo>
                      <a:pt x="1" y="487"/>
                      <a:pt x="1145" y="1424"/>
                      <a:pt x="1145" y="1424"/>
                    </a:cubicBezTo>
                    <a:lnTo>
                      <a:pt x="2192" y="681"/>
                    </a:lnTo>
                    <a:cubicBezTo>
                      <a:pt x="1813" y="83"/>
                      <a:pt x="1333" y="0"/>
                      <a:pt x="1096"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3"/>
              <p:cNvSpPr/>
              <p:nvPr/>
            </p:nvSpPr>
            <p:spPr>
              <a:xfrm>
                <a:off x="8514275" y="2586663"/>
                <a:ext cx="70300" cy="78225"/>
              </a:xfrm>
              <a:custGeom>
                <a:rect b="b" l="l" r="r" t="t"/>
                <a:pathLst>
                  <a:path extrusionOk="0" h="3129" w="2812">
                    <a:moveTo>
                      <a:pt x="1631" y="0"/>
                    </a:moveTo>
                    <a:lnTo>
                      <a:pt x="0" y="986"/>
                    </a:lnTo>
                    <a:cubicBezTo>
                      <a:pt x="65" y="968"/>
                      <a:pt x="130" y="960"/>
                      <a:pt x="196" y="960"/>
                    </a:cubicBezTo>
                    <a:cubicBezTo>
                      <a:pt x="1032" y="960"/>
                      <a:pt x="1877" y="2327"/>
                      <a:pt x="974" y="3128"/>
                    </a:cubicBezTo>
                    <a:cubicBezTo>
                      <a:pt x="1814" y="2617"/>
                      <a:pt x="2811" y="1631"/>
                      <a:pt x="2811" y="1631"/>
                    </a:cubicBezTo>
                    <a:lnTo>
                      <a:pt x="1631" y="0"/>
                    </a:lnTo>
                    <a:close/>
                  </a:path>
                </a:pathLst>
              </a:custGeom>
              <a:solidFill>
                <a:srgbClr val="FFFFFF"/>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3"/>
              <p:cNvSpPr/>
              <p:nvPr/>
            </p:nvSpPr>
            <p:spPr>
              <a:xfrm>
                <a:off x="8497850" y="2356513"/>
                <a:ext cx="398000" cy="324800"/>
              </a:xfrm>
              <a:custGeom>
                <a:rect b="b" l="l" r="r" t="t"/>
                <a:pathLst>
                  <a:path extrusionOk="0" h="12992" w="15920">
                    <a:moveTo>
                      <a:pt x="13175" y="0"/>
                    </a:moveTo>
                    <a:cubicBezTo>
                      <a:pt x="13013" y="0"/>
                      <a:pt x="12865" y="54"/>
                      <a:pt x="12742" y="176"/>
                    </a:cubicBezTo>
                    <a:cubicBezTo>
                      <a:pt x="11610" y="1211"/>
                      <a:pt x="8604" y="4192"/>
                      <a:pt x="8604" y="4192"/>
                    </a:cubicBezTo>
                    <a:lnTo>
                      <a:pt x="6986" y="5762"/>
                    </a:lnTo>
                    <a:lnTo>
                      <a:pt x="6304" y="6140"/>
                    </a:lnTo>
                    <a:cubicBezTo>
                      <a:pt x="4187" y="6955"/>
                      <a:pt x="2093" y="8160"/>
                      <a:pt x="0" y="9644"/>
                    </a:cubicBezTo>
                    <a:cubicBezTo>
                      <a:pt x="0" y="9644"/>
                      <a:pt x="266" y="9569"/>
                      <a:pt x="638" y="9569"/>
                    </a:cubicBezTo>
                    <a:cubicBezTo>
                      <a:pt x="1148" y="9569"/>
                      <a:pt x="1856" y="9711"/>
                      <a:pt x="2349" y="10387"/>
                    </a:cubicBezTo>
                    <a:cubicBezTo>
                      <a:pt x="3201" y="11555"/>
                      <a:pt x="2483" y="12991"/>
                      <a:pt x="2483" y="12991"/>
                    </a:cubicBezTo>
                    <a:cubicBezTo>
                      <a:pt x="4564" y="11567"/>
                      <a:pt x="6304" y="9985"/>
                      <a:pt x="7691" y="8257"/>
                    </a:cubicBezTo>
                    <a:lnTo>
                      <a:pt x="9237" y="6845"/>
                    </a:lnTo>
                    <a:lnTo>
                      <a:pt x="11050" y="5701"/>
                    </a:lnTo>
                    <a:lnTo>
                      <a:pt x="14787" y="3340"/>
                    </a:lnTo>
                    <a:cubicBezTo>
                      <a:pt x="15919" y="2430"/>
                      <a:pt x="14252" y="0"/>
                      <a:pt x="13175"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3"/>
              <p:cNvSpPr/>
              <p:nvPr/>
            </p:nvSpPr>
            <p:spPr>
              <a:xfrm>
                <a:off x="8657575" y="2480088"/>
                <a:ext cx="116550" cy="100825"/>
              </a:xfrm>
              <a:custGeom>
                <a:rect b="b" l="l" r="r" t="t"/>
                <a:pathLst>
                  <a:path extrusionOk="0" h="4033" w="4662">
                    <a:moveTo>
                      <a:pt x="2616" y="0"/>
                    </a:moveTo>
                    <a:cubicBezTo>
                      <a:pt x="1880" y="0"/>
                      <a:pt x="1151" y="279"/>
                      <a:pt x="597" y="819"/>
                    </a:cubicBezTo>
                    <a:lnTo>
                      <a:pt x="0" y="1111"/>
                    </a:lnTo>
                    <a:cubicBezTo>
                      <a:pt x="986" y="1878"/>
                      <a:pt x="962" y="2937"/>
                      <a:pt x="548" y="4032"/>
                    </a:cubicBezTo>
                    <a:lnTo>
                      <a:pt x="2848" y="1902"/>
                    </a:lnTo>
                    <a:lnTo>
                      <a:pt x="4661" y="758"/>
                    </a:lnTo>
                    <a:lnTo>
                      <a:pt x="4138" y="430"/>
                    </a:lnTo>
                    <a:cubicBezTo>
                      <a:pt x="3667" y="141"/>
                      <a:pt x="3140" y="0"/>
                      <a:pt x="2616" y="0"/>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3"/>
              <p:cNvSpPr/>
              <p:nvPr/>
            </p:nvSpPr>
            <p:spPr>
              <a:xfrm>
                <a:off x="8717200" y="2523388"/>
                <a:ext cx="90400" cy="57925"/>
              </a:xfrm>
              <a:custGeom>
                <a:rect b="b" l="l" r="r" t="t"/>
                <a:pathLst>
                  <a:path extrusionOk="0" h="2317" w="3616">
                    <a:moveTo>
                      <a:pt x="852" y="0"/>
                    </a:moveTo>
                    <a:lnTo>
                      <a:pt x="1" y="694"/>
                    </a:lnTo>
                    <a:cubicBezTo>
                      <a:pt x="913" y="1521"/>
                      <a:pt x="2471" y="2118"/>
                      <a:pt x="3043" y="2312"/>
                    </a:cubicBezTo>
                    <a:cubicBezTo>
                      <a:pt x="3053" y="2315"/>
                      <a:pt x="3063" y="2317"/>
                      <a:pt x="3073" y="2317"/>
                    </a:cubicBezTo>
                    <a:cubicBezTo>
                      <a:pt x="3144" y="2317"/>
                      <a:pt x="3197" y="2243"/>
                      <a:pt x="3165" y="2178"/>
                    </a:cubicBezTo>
                    <a:lnTo>
                      <a:pt x="2727" y="1278"/>
                    </a:lnTo>
                    <a:lnTo>
                      <a:pt x="3530" y="815"/>
                    </a:lnTo>
                    <a:cubicBezTo>
                      <a:pt x="3615" y="767"/>
                      <a:pt x="3591" y="645"/>
                      <a:pt x="3493" y="633"/>
                    </a:cubicBezTo>
                    <a:cubicBezTo>
                      <a:pt x="2593" y="523"/>
                      <a:pt x="1704" y="304"/>
                      <a:pt x="852" y="0"/>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3"/>
              <p:cNvSpPr/>
              <p:nvPr/>
            </p:nvSpPr>
            <p:spPr>
              <a:xfrm>
                <a:off x="8651475" y="2471988"/>
                <a:ext cx="101350" cy="89675"/>
              </a:xfrm>
              <a:custGeom>
                <a:rect b="b" l="l" r="r" t="t"/>
                <a:pathLst>
                  <a:path extrusionOk="0" h="3587" w="4054">
                    <a:moveTo>
                      <a:pt x="2073" y="1"/>
                    </a:moveTo>
                    <a:cubicBezTo>
                      <a:pt x="1889" y="1"/>
                      <a:pt x="1778" y="48"/>
                      <a:pt x="1778" y="48"/>
                    </a:cubicBezTo>
                    <a:cubicBezTo>
                      <a:pt x="1120" y="279"/>
                      <a:pt x="1303" y="742"/>
                      <a:pt x="719" y="827"/>
                    </a:cubicBezTo>
                    <a:cubicBezTo>
                      <a:pt x="378" y="876"/>
                      <a:pt x="110" y="1107"/>
                      <a:pt x="1" y="1423"/>
                    </a:cubicBezTo>
                    <a:cubicBezTo>
                      <a:pt x="176" y="1349"/>
                      <a:pt x="342" y="1316"/>
                      <a:pt x="498" y="1316"/>
                    </a:cubicBezTo>
                    <a:cubicBezTo>
                      <a:pt x="1547" y="1316"/>
                      <a:pt x="2105" y="2829"/>
                      <a:pt x="1851" y="3529"/>
                    </a:cubicBezTo>
                    <a:cubicBezTo>
                      <a:pt x="1892" y="3566"/>
                      <a:pt x="1948" y="3586"/>
                      <a:pt x="2013" y="3586"/>
                    </a:cubicBezTo>
                    <a:cubicBezTo>
                      <a:pt x="2158" y="3586"/>
                      <a:pt x="2344" y="3484"/>
                      <a:pt x="2496" y="3249"/>
                    </a:cubicBezTo>
                    <a:cubicBezTo>
                      <a:pt x="2739" y="2871"/>
                      <a:pt x="3104" y="2592"/>
                      <a:pt x="3530" y="2445"/>
                    </a:cubicBezTo>
                    <a:cubicBezTo>
                      <a:pt x="3798" y="2336"/>
                      <a:pt x="4053" y="1569"/>
                      <a:pt x="3299" y="681"/>
                    </a:cubicBezTo>
                    <a:cubicBezTo>
                      <a:pt x="2812" y="113"/>
                      <a:pt x="2356" y="1"/>
                      <a:pt x="2073" y="1"/>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73"/>
            <p:cNvSpPr/>
            <p:nvPr/>
          </p:nvSpPr>
          <p:spPr>
            <a:xfrm>
              <a:off x="7706925" y="1438275"/>
              <a:ext cx="72850" cy="77425"/>
            </a:xfrm>
            <a:custGeom>
              <a:rect b="b" l="l" r="r" t="t"/>
              <a:pathLst>
                <a:path extrusionOk="0" h="3097" w="2914">
                  <a:moveTo>
                    <a:pt x="119" y="1500"/>
                  </a:moveTo>
                  <a:cubicBezTo>
                    <a:pt x="282" y="1341"/>
                    <a:pt x="853" y="770"/>
                    <a:pt x="1095" y="548"/>
                  </a:cubicBezTo>
                  <a:cubicBezTo>
                    <a:pt x="1337" y="326"/>
                    <a:pt x="1389" y="258"/>
                    <a:pt x="1571" y="167"/>
                  </a:cubicBezTo>
                  <a:cubicBezTo>
                    <a:pt x="1754" y="76"/>
                    <a:pt x="1988" y="0"/>
                    <a:pt x="2190" y="0"/>
                  </a:cubicBezTo>
                  <a:cubicBezTo>
                    <a:pt x="2393" y="0"/>
                    <a:pt x="2671" y="0"/>
                    <a:pt x="2786" y="167"/>
                  </a:cubicBezTo>
                  <a:cubicBezTo>
                    <a:pt x="2901" y="334"/>
                    <a:pt x="2953" y="695"/>
                    <a:pt x="2881" y="1000"/>
                  </a:cubicBezTo>
                  <a:cubicBezTo>
                    <a:pt x="2810" y="1306"/>
                    <a:pt x="2603" y="1710"/>
                    <a:pt x="2357" y="2000"/>
                  </a:cubicBezTo>
                  <a:cubicBezTo>
                    <a:pt x="2111" y="2290"/>
                    <a:pt x="1715" y="2559"/>
                    <a:pt x="1405" y="2738"/>
                  </a:cubicBezTo>
                  <a:cubicBezTo>
                    <a:pt x="1096" y="2917"/>
                    <a:pt x="734" y="3016"/>
                    <a:pt x="500" y="3072"/>
                  </a:cubicBezTo>
                  <a:cubicBezTo>
                    <a:pt x="266" y="3128"/>
                    <a:pt x="83" y="3072"/>
                    <a:pt x="0" y="3072"/>
                  </a:cubicBezTo>
                </a:path>
              </a:pathLst>
            </a:custGeom>
            <a:noFill/>
            <a:ln cap="flat" cmpd="sng" w="19050">
              <a:solidFill>
                <a:schemeClr val="accent5"/>
              </a:solidFill>
              <a:prstDash val="solid"/>
              <a:round/>
              <a:headEnd len="med" w="med" type="none"/>
              <a:tailEnd len="med" w="med" type="none"/>
            </a:ln>
          </p:spPr>
        </p:sp>
      </p:grpSp>
      <p:sp>
        <p:nvSpPr>
          <p:cNvPr id="1281" name="Google Shape;1281;p73">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3">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212"/>
                                        </p:tgtEl>
                                        <p:attrNameLst>
                                          <p:attrName>style.visibility</p:attrName>
                                        </p:attrNameLst>
                                      </p:cBhvr>
                                      <p:to>
                                        <p:strVal val="visible"/>
                                      </p:to>
                                    </p:set>
                                    <p:anim calcmode="lin" valueType="num">
                                      <p:cBhvr additive="base">
                                        <p:cTn dur="1000"/>
                                        <p:tgtEl>
                                          <p:spTgt spid="1212"/>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217"/>
                                        </p:tgtEl>
                                        <p:attrNameLst>
                                          <p:attrName>style.visibility</p:attrName>
                                        </p:attrNameLst>
                                      </p:cBhvr>
                                      <p:to>
                                        <p:strVal val="visible"/>
                                      </p:to>
                                    </p:set>
                                    <p:anim calcmode="lin" valueType="num">
                                      <p:cBhvr additive="base">
                                        <p:cTn dur="1000"/>
                                        <p:tgtEl>
                                          <p:spTgt spid="12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74"/>
          <p:cNvSpPr txBox="1"/>
          <p:nvPr>
            <p:ph idx="1" type="subTitle"/>
          </p:nvPr>
        </p:nvSpPr>
        <p:spPr>
          <a:xfrm>
            <a:off x="2600925" y="852175"/>
            <a:ext cx="4872900" cy="801000"/>
          </a:xfrm>
          <a:prstGeom prst="rect">
            <a:avLst/>
          </a:prstGeom>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rPr b="1" lang="en" sz="2300">
                <a:solidFill>
                  <a:schemeClr val="dk1"/>
                </a:solidFill>
                <a:latin typeface="Aldrich"/>
                <a:ea typeface="Aldrich"/>
                <a:cs typeface="Aldrich"/>
                <a:sym typeface="Aldrich"/>
              </a:rPr>
              <a:t>Challenges &amp; issues</a:t>
            </a:r>
            <a:endParaRPr b="1" sz="2300">
              <a:solidFill>
                <a:schemeClr val="dk1"/>
              </a:solidFill>
              <a:latin typeface="Aldrich"/>
              <a:ea typeface="Aldrich"/>
              <a:cs typeface="Aldrich"/>
              <a:sym typeface="Aldrich"/>
            </a:endParaRPr>
          </a:p>
          <a:p>
            <a:pPr indent="0" lvl="0" marL="0" rtl="0" algn="ctr">
              <a:spcBef>
                <a:spcPts val="1000"/>
              </a:spcBef>
              <a:spcAft>
                <a:spcPts val="0"/>
              </a:spcAft>
              <a:buNone/>
            </a:pPr>
            <a:r>
              <a:t/>
            </a:r>
            <a:endParaRPr b="1" sz="2300">
              <a:latin typeface="Aldrich"/>
              <a:ea typeface="Aldrich"/>
              <a:cs typeface="Aldrich"/>
              <a:sym typeface="Aldrich"/>
            </a:endParaRPr>
          </a:p>
        </p:txBody>
      </p:sp>
      <p:sp>
        <p:nvSpPr>
          <p:cNvPr id="1288" name="Google Shape;1288;p74"/>
          <p:cNvSpPr txBox="1"/>
          <p:nvPr/>
        </p:nvSpPr>
        <p:spPr>
          <a:xfrm>
            <a:off x="907150" y="1289200"/>
            <a:ext cx="7510500" cy="3298200"/>
          </a:xfrm>
          <a:prstGeom prst="rect">
            <a:avLst/>
          </a:prstGeom>
          <a:noFill/>
          <a:ln>
            <a:noFill/>
          </a:ln>
        </p:spPr>
        <p:txBody>
          <a:bodyPr anchorCtr="0" anchor="t" bIns="91425" lIns="91425" spcFirstLastPara="1" rIns="91425" wrap="square" tIns="91425">
            <a:spAutoFit/>
          </a:bodyPr>
          <a:lstStyle/>
          <a:p>
            <a:pPr indent="-277913" lvl="1" marL="578684" rtl="0" algn="just">
              <a:lnSpc>
                <a:spcPct val="137014"/>
              </a:lnSpc>
              <a:spcBef>
                <a:spcPts val="0"/>
              </a:spcBef>
              <a:spcAft>
                <a:spcPts val="0"/>
              </a:spcAft>
              <a:buClr>
                <a:schemeClr val="dk1"/>
              </a:buClr>
              <a:buSzPts val="2500"/>
              <a:buFont typeface="Didact Gothic"/>
              <a:buChar char="•"/>
            </a:pPr>
            <a:r>
              <a:rPr lang="en" sz="2500">
                <a:solidFill>
                  <a:schemeClr val="dk1"/>
                </a:solidFill>
                <a:latin typeface="Didact Gothic"/>
                <a:ea typeface="Didact Gothic"/>
                <a:cs typeface="Didact Gothic"/>
                <a:sym typeface="Didact Gothic"/>
              </a:rPr>
              <a:t>Data Accessibility </a:t>
            </a:r>
            <a:endParaRPr sz="2500">
              <a:solidFill>
                <a:schemeClr val="dk1"/>
              </a:solidFill>
              <a:latin typeface="Didact Gothic"/>
              <a:ea typeface="Didact Gothic"/>
              <a:cs typeface="Didact Gothic"/>
              <a:sym typeface="Didact Gothic"/>
            </a:endParaRPr>
          </a:p>
          <a:p>
            <a:pPr indent="-277913" lvl="1" marL="578684" rtl="0" algn="just">
              <a:lnSpc>
                <a:spcPct val="137014"/>
              </a:lnSpc>
              <a:spcBef>
                <a:spcPts val="0"/>
              </a:spcBef>
              <a:spcAft>
                <a:spcPts val="0"/>
              </a:spcAft>
              <a:buClr>
                <a:schemeClr val="dk1"/>
              </a:buClr>
              <a:buSzPts val="2500"/>
              <a:buFont typeface="Didact Gothic"/>
              <a:buChar char="•"/>
            </a:pPr>
            <a:r>
              <a:rPr lang="en" sz="2500">
                <a:solidFill>
                  <a:schemeClr val="dk1"/>
                </a:solidFill>
                <a:latin typeface="Didact Gothic"/>
                <a:ea typeface="Didact Gothic"/>
                <a:cs typeface="Didact Gothic"/>
                <a:sym typeface="Didact Gothic"/>
              </a:rPr>
              <a:t>Limited Data Points</a:t>
            </a:r>
            <a:endParaRPr sz="2500">
              <a:solidFill>
                <a:schemeClr val="dk1"/>
              </a:solidFill>
              <a:latin typeface="Didact Gothic"/>
              <a:ea typeface="Didact Gothic"/>
              <a:cs typeface="Didact Gothic"/>
              <a:sym typeface="Didact Gothic"/>
            </a:endParaRPr>
          </a:p>
          <a:p>
            <a:pPr indent="-277913" lvl="1" marL="578684" rtl="0" algn="just">
              <a:lnSpc>
                <a:spcPct val="137014"/>
              </a:lnSpc>
              <a:spcBef>
                <a:spcPts val="0"/>
              </a:spcBef>
              <a:spcAft>
                <a:spcPts val="0"/>
              </a:spcAft>
              <a:buClr>
                <a:schemeClr val="dk1"/>
              </a:buClr>
              <a:buSzPts val="2500"/>
              <a:buFont typeface="Didact Gothic"/>
              <a:buChar char="•"/>
            </a:pPr>
            <a:r>
              <a:rPr lang="en" sz="2500">
                <a:solidFill>
                  <a:schemeClr val="dk1"/>
                </a:solidFill>
                <a:latin typeface="Didact Gothic"/>
                <a:ea typeface="Didact Gothic"/>
                <a:cs typeface="Didact Gothic"/>
                <a:sym typeface="Didact Gothic"/>
              </a:rPr>
              <a:t>Data Quality and Consistency </a:t>
            </a:r>
            <a:endParaRPr sz="2500">
              <a:solidFill>
                <a:schemeClr val="dk1"/>
              </a:solidFill>
              <a:latin typeface="Didact Gothic"/>
              <a:ea typeface="Didact Gothic"/>
              <a:cs typeface="Didact Gothic"/>
              <a:sym typeface="Didact Gothic"/>
            </a:endParaRPr>
          </a:p>
          <a:p>
            <a:pPr indent="0" lvl="0" marL="914400" rtl="0" algn="just">
              <a:lnSpc>
                <a:spcPct val="137014"/>
              </a:lnSpc>
              <a:spcBef>
                <a:spcPts val="0"/>
              </a:spcBef>
              <a:spcAft>
                <a:spcPts val="0"/>
              </a:spcAft>
              <a:buClr>
                <a:schemeClr val="dk1"/>
              </a:buClr>
              <a:buSzPts val="1100"/>
              <a:buFont typeface="Arial"/>
              <a:buNone/>
            </a:pPr>
            <a:r>
              <a:rPr lang="en" sz="2500">
                <a:solidFill>
                  <a:schemeClr val="dk1"/>
                </a:solidFill>
                <a:latin typeface="Didact Gothic"/>
                <a:ea typeface="Didact Gothic"/>
                <a:cs typeface="Didact Gothic"/>
                <a:sym typeface="Didact Gothic"/>
              </a:rPr>
              <a:t>Inconsistent Data</a:t>
            </a:r>
            <a:endParaRPr sz="2500">
              <a:solidFill>
                <a:schemeClr val="dk1"/>
              </a:solidFill>
              <a:latin typeface="Didact Gothic"/>
              <a:ea typeface="Didact Gothic"/>
              <a:cs typeface="Didact Gothic"/>
              <a:sym typeface="Didact Gothic"/>
            </a:endParaRPr>
          </a:p>
          <a:p>
            <a:pPr indent="-277913" lvl="1" marL="578684" rtl="0" algn="just">
              <a:lnSpc>
                <a:spcPct val="137014"/>
              </a:lnSpc>
              <a:spcBef>
                <a:spcPts val="0"/>
              </a:spcBef>
              <a:spcAft>
                <a:spcPts val="0"/>
              </a:spcAft>
              <a:buClr>
                <a:schemeClr val="dk1"/>
              </a:buClr>
              <a:buSzPts val="2500"/>
              <a:buFont typeface="Didact Gothic"/>
              <a:buChar char="•"/>
            </a:pPr>
            <a:r>
              <a:rPr lang="en" sz="2500">
                <a:solidFill>
                  <a:schemeClr val="dk1"/>
                </a:solidFill>
                <a:latin typeface="Didact Gothic"/>
                <a:ea typeface="Didact Gothic"/>
                <a:cs typeface="Didact Gothic"/>
                <a:sym typeface="Didact Gothic"/>
              </a:rPr>
              <a:t>Timeout Error </a:t>
            </a:r>
            <a:endParaRPr sz="2500">
              <a:solidFill>
                <a:schemeClr val="dk1"/>
              </a:solidFill>
              <a:latin typeface="Didact Gothic"/>
              <a:ea typeface="Didact Gothic"/>
              <a:cs typeface="Didact Gothic"/>
              <a:sym typeface="Didact Gothic"/>
            </a:endParaRPr>
          </a:p>
          <a:p>
            <a:pPr indent="0" lvl="0" marL="0" rtl="0" algn="l">
              <a:lnSpc>
                <a:spcPct val="100000"/>
              </a:lnSpc>
              <a:spcBef>
                <a:spcPts val="0"/>
              </a:spcBef>
              <a:spcAft>
                <a:spcPts val="0"/>
              </a:spcAft>
              <a:buNone/>
            </a:pPr>
            <a:r>
              <a:t/>
            </a:r>
            <a:endParaRPr sz="11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0"/>
              </a:spcBef>
              <a:spcAft>
                <a:spcPts val="0"/>
              </a:spcAft>
              <a:buNone/>
            </a:pPr>
            <a:r>
              <a:t/>
            </a:r>
            <a:endParaRPr sz="1000">
              <a:solidFill>
                <a:schemeClr val="dk1"/>
              </a:solidFill>
              <a:highlight>
                <a:schemeClr val="accent4"/>
              </a:highlight>
              <a:latin typeface="Didact Gothic"/>
              <a:ea typeface="Didact Gothic"/>
              <a:cs typeface="Didact Gothic"/>
              <a:sym typeface="Didact Gothic"/>
            </a:endParaRPr>
          </a:p>
          <a:p>
            <a:pPr indent="0" lvl="0" marL="457200" rtl="0" algn="l">
              <a:lnSpc>
                <a:spcPct val="100000"/>
              </a:lnSpc>
              <a:spcBef>
                <a:spcPts val="0"/>
              </a:spcBef>
              <a:spcAft>
                <a:spcPts val="0"/>
              </a:spcAft>
              <a:buNone/>
            </a:pPr>
            <a:r>
              <a:t/>
            </a:r>
            <a:endParaRPr sz="1000">
              <a:solidFill>
                <a:schemeClr val="dk1"/>
              </a:solidFill>
              <a:highlight>
                <a:schemeClr val="accent4"/>
              </a:highlight>
              <a:latin typeface="Didact Gothic"/>
              <a:ea typeface="Didact Gothic"/>
              <a:cs typeface="Didact Gothic"/>
              <a:sym typeface="Didact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75"/>
          <p:cNvSpPr txBox="1"/>
          <p:nvPr>
            <p:ph idx="1" type="subTitle"/>
          </p:nvPr>
        </p:nvSpPr>
        <p:spPr>
          <a:xfrm>
            <a:off x="1613750" y="515950"/>
            <a:ext cx="4872900" cy="80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Aldrich"/>
                <a:ea typeface="Aldrich"/>
                <a:cs typeface="Aldrich"/>
                <a:sym typeface="Aldrich"/>
              </a:rPr>
              <a:t>Limitations</a:t>
            </a:r>
            <a:endParaRPr b="1" sz="2200">
              <a:latin typeface="Aldrich"/>
              <a:ea typeface="Aldrich"/>
              <a:cs typeface="Aldrich"/>
              <a:sym typeface="Aldrich"/>
            </a:endParaRPr>
          </a:p>
        </p:txBody>
      </p:sp>
      <p:sp>
        <p:nvSpPr>
          <p:cNvPr id="1294" name="Google Shape;1294;p75"/>
          <p:cNvSpPr txBox="1"/>
          <p:nvPr/>
        </p:nvSpPr>
        <p:spPr>
          <a:xfrm>
            <a:off x="742200" y="1006975"/>
            <a:ext cx="7659600" cy="376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800">
              <a:solidFill>
                <a:schemeClr val="dk1"/>
              </a:solidFill>
              <a:highlight>
                <a:srgbClr val="D5E6FC"/>
              </a:highlight>
              <a:latin typeface="Didact Gothic"/>
              <a:ea typeface="Didact Gothic"/>
              <a:cs typeface="Didact Gothic"/>
              <a:sym typeface="Didact Gothic"/>
            </a:endParaRPr>
          </a:p>
          <a:p>
            <a:pPr indent="0" lvl="0" marL="0" rtl="0" algn="just">
              <a:lnSpc>
                <a:spcPct val="115000"/>
              </a:lnSpc>
              <a:spcBef>
                <a:spcPts val="0"/>
              </a:spcBef>
              <a:spcAft>
                <a:spcPts val="0"/>
              </a:spcAft>
              <a:buNone/>
            </a:pPr>
            <a:r>
              <a:rPr lang="en">
                <a:solidFill>
                  <a:schemeClr val="dk1"/>
                </a:solidFill>
                <a:highlight>
                  <a:schemeClr val="accent4"/>
                </a:highlight>
                <a:latin typeface="Didact Gothic"/>
                <a:ea typeface="Didact Gothic"/>
                <a:cs typeface="Didact Gothic"/>
                <a:sym typeface="Didact Gothic"/>
              </a:rPr>
              <a:t>Dataset </a:t>
            </a:r>
            <a:r>
              <a:rPr lang="en">
                <a:solidFill>
                  <a:schemeClr val="dk1"/>
                </a:solidFill>
                <a:latin typeface="Didact Gothic"/>
                <a:ea typeface="Didact Gothic"/>
                <a:cs typeface="Didact Gothic"/>
                <a:sym typeface="Didact Gothic"/>
              </a:rPr>
              <a:t>use can also have certain limitation to its use that include:</a:t>
            </a:r>
            <a:endParaRPr>
              <a:solidFill>
                <a:schemeClr val="dk1"/>
              </a:solidFill>
              <a:latin typeface="Didact Gothic"/>
              <a:ea typeface="Didact Gothic"/>
              <a:cs typeface="Didact Gothic"/>
              <a:sym typeface="Didact Gothic"/>
            </a:endParaRPr>
          </a:p>
          <a:p>
            <a:pPr indent="-208063" lvl="1" marL="578684" rtl="0" algn="just">
              <a:lnSpc>
                <a:spcPct val="137014"/>
              </a:lnSpc>
              <a:spcBef>
                <a:spcPts val="0"/>
              </a:spcBef>
              <a:spcAft>
                <a:spcPts val="0"/>
              </a:spcAft>
              <a:buClr>
                <a:schemeClr val="dk1"/>
              </a:buClr>
              <a:buSzPts val="1400"/>
              <a:buFont typeface="Didact Gothic"/>
              <a:buChar char="•"/>
            </a:pPr>
            <a:r>
              <a:rPr lang="en">
                <a:solidFill>
                  <a:schemeClr val="dk1"/>
                </a:solidFill>
                <a:latin typeface="Didact Gothic"/>
                <a:ea typeface="Didact Gothic"/>
                <a:cs typeface="Didact Gothic"/>
                <a:sym typeface="Didact Gothic"/>
              </a:rPr>
              <a:t>Scope Data</a:t>
            </a:r>
            <a:endParaRPr>
              <a:solidFill>
                <a:schemeClr val="dk1"/>
              </a:solidFill>
              <a:latin typeface="Didact Gothic"/>
              <a:ea typeface="Didact Gothic"/>
              <a:cs typeface="Didact Gothic"/>
              <a:sym typeface="Didact Gothic"/>
            </a:endParaRPr>
          </a:p>
          <a:p>
            <a:pPr indent="-208063" lvl="1" marL="578684" rtl="0" algn="just">
              <a:lnSpc>
                <a:spcPct val="137014"/>
              </a:lnSpc>
              <a:spcBef>
                <a:spcPts val="0"/>
              </a:spcBef>
              <a:spcAft>
                <a:spcPts val="0"/>
              </a:spcAft>
              <a:buClr>
                <a:schemeClr val="dk1"/>
              </a:buClr>
              <a:buSzPts val="1400"/>
              <a:buFont typeface="Didact Gothic"/>
              <a:buChar char="•"/>
            </a:pPr>
            <a:r>
              <a:rPr lang="en">
                <a:solidFill>
                  <a:schemeClr val="dk1"/>
                </a:solidFill>
                <a:latin typeface="Didact Gothic"/>
                <a:ea typeface="Didact Gothic"/>
                <a:cs typeface="Didact Gothic"/>
                <a:sym typeface="Didact Gothic"/>
              </a:rPr>
              <a:t>Privacy Concerns</a:t>
            </a:r>
            <a:endParaRPr>
              <a:solidFill>
                <a:schemeClr val="dk1"/>
              </a:solidFill>
              <a:latin typeface="Didact Gothic"/>
              <a:ea typeface="Didact Gothic"/>
              <a:cs typeface="Didact Gothic"/>
              <a:sym typeface="Didact Gothic"/>
            </a:endParaRPr>
          </a:p>
          <a:p>
            <a:pPr indent="-208063" lvl="1" marL="578684" rtl="0" algn="just">
              <a:lnSpc>
                <a:spcPct val="137014"/>
              </a:lnSpc>
              <a:spcBef>
                <a:spcPts val="0"/>
              </a:spcBef>
              <a:spcAft>
                <a:spcPts val="0"/>
              </a:spcAft>
              <a:buClr>
                <a:schemeClr val="dk1"/>
              </a:buClr>
              <a:buSzPts val="1400"/>
              <a:buFont typeface="Didact Gothic"/>
              <a:buChar char="•"/>
            </a:pPr>
            <a:r>
              <a:rPr lang="en">
                <a:solidFill>
                  <a:schemeClr val="dk1"/>
                </a:solidFill>
                <a:latin typeface="Didact Gothic"/>
                <a:ea typeface="Didact Gothic"/>
                <a:cs typeface="Didact Gothic"/>
                <a:sym typeface="Didact Gothic"/>
              </a:rPr>
              <a:t>Very unique incident </a:t>
            </a:r>
            <a:endParaRPr>
              <a:solidFill>
                <a:schemeClr val="dk1"/>
              </a:solidFill>
              <a:latin typeface="Didact Gothic"/>
              <a:ea typeface="Didact Gothic"/>
              <a:cs typeface="Didact Gothic"/>
              <a:sym typeface="Didact Gothic"/>
            </a:endParaRPr>
          </a:p>
          <a:p>
            <a:pPr indent="-208063" lvl="1" marL="578684" rtl="0" algn="just">
              <a:lnSpc>
                <a:spcPct val="137014"/>
              </a:lnSpc>
              <a:spcBef>
                <a:spcPts val="0"/>
              </a:spcBef>
              <a:spcAft>
                <a:spcPts val="0"/>
              </a:spcAft>
              <a:buClr>
                <a:schemeClr val="dk1"/>
              </a:buClr>
              <a:buSzPts val="1400"/>
              <a:buFont typeface="Didact Gothic"/>
              <a:buChar char="•"/>
            </a:pPr>
            <a:r>
              <a:rPr lang="en">
                <a:solidFill>
                  <a:schemeClr val="dk1"/>
                </a:solidFill>
                <a:latin typeface="Didact Gothic"/>
                <a:ea typeface="Didact Gothic"/>
                <a:cs typeface="Didact Gothic"/>
                <a:sym typeface="Didact Gothic"/>
              </a:rPr>
              <a:t>Applying it to other events</a:t>
            </a:r>
            <a:endParaRPr>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None/>
            </a:pPr>
            <a:r>
              <a:t/>
            </a:r>
            <a:endParaRPr>
              <a:solidFill>
                <a:schemeClr val="dk1"/>
              </a:solidFill>
              <a:highlight>
                <a:schemeClr val="accent4"/>
              </a:highlight>
              <a:latin typeface="Didact Gothic"/>
              <a:ea typeface="Didact Gothic"/>
              <a:cs typeface="Didact Gothic"/>
              <a:sym typeface="Didact Gothic"/>
            </a:endParaRPr>
          </a:p>
          <a:p>
            <a:pPr indent="0" lvl="0" marL="0" rtl="0" algn="l">
              <a:lnSpc>
                <a:spcPct val="140000"/>
              </a:lnSpc>
              <a:spcBef>
                <a:spcPts val="0"/>
              </a:spcBef>
              <a:spcAft>
                <a:spcPts val="0"/>
              </a:spcAft>
              <a:buNone/>
            </a:pPr>
            <a:r>
              <a:rPr lang="en">
                <a:solidFill>
                  <a:schemeClr val="dk1"/>
                </a:solidFill>
                <a:highlight>
                  <a:schemeClr val="accent4"/>
                </a:highlight>
                <a:latin typeface="Didact Gothic"/>
                <a:ea typeface="Didact Gothic"/>
                <a:cs typeface="Didact Gothic"/>
                <a:sym typeface="Didact Gothic"/>
              </a:rPr>
              <a:t>While some of these limitations are </a:t>
            </a:r>
            <a:r>
              <a:rPr lang="en">
                <a:solidFill>
                  <a:schemeClr val="dk1"/>
                </a:solidFill>
                <a:highlight>
                  <a:schemeClr val="accent4"/>
                </a:highlight>
                <a:latin typeface="Didact Gothic"/>
                <a:ea typeface="Didact Gothic"/>
                <a:cs typeface="Didact Gothic"/>
                <a:sym typeface="Didact Gothic"/>
              </a:rPr>
              <a:t>necessary</a:t>
            </a:r>
            <a:r>
              <a:rPr lang="en">
                <a:solidFill>
                  <a:schemeClr val="dk1"/>
                </a:solidFill>
                <a:highlight>
                  <a:schemeClr val="accent4"/>
                </a:highlight>
                <a:latin typeface="Didact Gothic"/>
                <a:ea typeface="Didact Gothic"/>
                <a:cs typeface="Didact Gothic"/>
                <a:sym typeface="Didact Gothic"/>
              </a:rPr>
              <a:t> to maintain certain privacy laws but having more </a:t>
            </a:r>
            <a:r>
              <a:rPr lang="en">
                <a:solidFill>
                  <a:schemeClr val="dk1"/>
                </a:solidFill>
                <a:highlight>
                  <a:schemeClr val="accent4"/>
                </a:highlight>
                <a:latin typeface="Didact Gothic"/>
                <a:ea typeface="Didact Gothic"/>
                <a:cs typeface="Didact Gothic"/>
                <a:sym typeface="Didact Gothic"/>
              </a:rPr>
              <a:t>access</a:t>
            </a:r>
            <a:r>
              <a:rPr lang="en">
                <a:solidFill>
                  <a:schemeClr val="dk1"/>
                </a:solidFill>
                <a:highlight>
                  <a:schemeClr val="accent4"/>
                </a:highlight>
                <a:latin typeface="Didact Gothic"/>
                <a:ea typeface="Didact Gothic"/>
                <a:cs typeface="Didact Gothic"/>
                <a:sym typeface="Didact Gothic"/>
              </a:rPr>
              <a:t> to fuller and more </a:t>
            </a:r>
            <a:r>
              <a:rPr lang="en">
                <a:solidFill>
                  <a:schemeClr val="dk1"/>
                </a:solidFill>
                <a:highlight>
                  <a:schemeClr val="accent4"/>
                </a:highlight>
                <a:latin typeface="Didact Gothic"/>
                <a:ea typeface="Didact Gothic"/>
                <a:cs typeface="Didact Gothic"/>
                <a:sym typeface="Didact Gothic"/>
              </a:rPr>
              <a:t>detailed datasets of the titanic incident could have helped in answering our questions more in depth and maybe helped in figuring  out more family connections or other connections from the members on board.</a:t>
            </a:r>
            <a:endParaRPr b="1" sz="700">
              <a:solidFill>
                <a:schemeClr val="dk1"/>
              </a:solidFill>
              <a:highlight>
                <a:srgbClr val="FFFFFF"/>
              </a:highlight>
              <a:latin typeface="Didact Gothic"/>
              <a:ea typeface="Didact Gothic"/>
              <a:cs typeface="Didact Gothic"/>
              <a:sym typeface="Didact Gothic"/>
            </a:endParaRPr>
          </a:p>
          <a:p>
            <a:pPr indent="0" lvl="0" marL="0" rtl="0" algn="ctr">
              <a:spcBef>
                <a:spcPts val="200"/>
              </a:spcBef>
              <a:spcAft>
                <a:spcPts val="0"/>
              </a:spcAft>
              <a:buNone/>
            </a:pPr>
            <a:r>
              <a:t/>
            </a:r>
            <a:endParaRPr sz="1150">
              <a:solidFill>
                <a:schemeClr val="dk1"/>
              </a:solidFill>
              <a:highlight>
                <a:srgbClr val="D5E6FC"/>
              </a:highlight>
              <a:latin typeface="Didact Gothic"/>
              <a:ea typeface="Didact Gothic"/>
              <a:cs typeface="Didact Gothic"/>
              <a:sym typeface="Didact Gothic"/>
            </a:endParaRPr>
          </a:p>
          <a:p>
            <a:pPr indent="0" lvl="0" marL="0" rtl="0" algn="ctr">
              <a:spcBef>
                <a:spcPts val="0"/>
              </a:spcBef>
              <a:spcAft>
                <a:spcPts val="0"/>
              </a:spcAft>
              <a:buNone/>
            </a:pPr>
            <a:r>
              <a:t/>
            </a:r>
            <a:endParaRPr>
              <a:solidFill>
                <a:schemeClr val="dk1"/>
              </a:solidFill>
              <a:latin typeface="Didact Gothic"/>
              <a:ea typeface="Didact Gothic"/>
              <a:cs typeface="Didact Gothic"/>
              <a:sym typeface="Didact Gothic"/>
            </a:endParaRPr>
          </a:p>
          <a:p>
            <a:pPr indent="0" lvl="0" marL="0" rtl="0" algn="l">
              <a:spcBef>
                <a:spcPts val="0"/>
              </a:spcBef>
              <a:spcAft>
                <a:spcPts val="0"/>
              </a:spcAft>
              <a:buNone/>
            </a:pPr>
            <a:r>
              <a:t/>
            </a:r>
            <a:endParaRPr sz="1000">
              <a:solidFill>
                <a:schemeClr val="dk1"/>
              </a:solidFill>
              <a:latin typeface="Didact Gothic"/>
              <a:ea typeface="Didact Gothic"/>
              <a:cs typeface="Didact Gothic"/>
              <a:sym typeface="Didact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76"/>
          <p:cNvSpPr txBox="1"/>
          <p:nvPr>
            <p:ph type="title"/>
          </p:nvPr>
        </p:nvSpPr>
        <p:spPr>
          <a:xfrm>
            <a:off x="2724150" y="442063"/>
            <a:ext cx="3695700" cy="69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300" name="Google Shape;1300;p76"/>
          <p:cNvSpPr txBox="1"/>
          <p:nvPr>
            <p:ph idx="1" type="subTitle"/>
          </p:nvPr>
        </p:nvSpPr>
        <p:spPr>
          <a:xfrm>
            <a:off x="1895100" y="1296450"/>
            <a:ext cx="4814700" cy="2031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457200" lvl="0" marL="457200" rtl="0" algn="l">
              <a:spcBef>
                <a:spcPts val="0"/>
              </a:spcBef>
              <a:spcAft>
                <a:spcPts val="0"/>
              </a:spcAft>
              <a:buNone/>
            </a:pPr>
            <a:r>
              <a:rPr lang="en" sz="1400">
                <a:solidFill>
                  <a:schemeClr val="dk1"/>
                </a:solidFill>
              </a:rPr>
              <a:t>As we present these results, we invite you to journey with us through the interconnected web of individuals aboard the Titanic. The findings we unveil not only contribute to historical understanding but also hold potential insights applicable to contemporary studies on disaster response and community resilience. </a:t>
            </a:r>
            <a:endParaRPr sz="1400">
              <a:solidFill>
                <a:schemeClr val="dk1"/>
              </a:solidFill>
            </a:endParaRPr>
          </a:p>
          <a:p>
            <a:pPr indent="457200" lvl="0" marL="457200" rtl="0" algn="l">
              <a:spcBef>
                <a:spcPts val="0"/>
              </a:spcBef>
              <a:spcAft>
                <a:spcPts val="0"/>
              </a:spcAft>
              <a:buNone/>
            </a:pPr>
            <a:r>
              <a:rPr lang="en" sz="1400">
                <a:solidFill>
                  <a:schemeClr val="dk1"/>
                </a:solidFill>
              </a:rPr>
              <a:t>Thank you for joining us on this voyage into the past, as we strive to make sense of the human stories woven into the fabric of the Titanic's tragic tale.</a:t>
            </a:r>
            <a:endParaRPr sz="1400">
              <a:solidFill>
                <a:schemeClr val="dk1"/>
              </a:solidFill>
            </a:endParaRPr>
          </a:p>
        </p:txBody>
      </p:sp>
      <p:grpSp>
        <p:nvGrpSpPr>
          <p:cNvPr id="1301" name="Google Shape;1301;p76"/>
          <p:cNvGrpSpPr/>
          <p:nvPr/>
        </p:nvGrpSpPr>
        <p:grpSpPr>
          <a:xfrm>
            <a:off x="705696" y="1154056"/>
            <a:ext cx="1709610" cy="2835630"/>
            <a:chOff x="-3347450" y="2717950"/>
            <a:chExt cx="1453750" cy="2411250"/>
          </a:xfrm>
        </p:grpSpPr>
        <p:sp>
          <p:nvSpPr>
            <p:cNvPr id="1302" name="Google Shape;1302;p76"/>
            <p:cNvSpPr/>
            <p:nvPr/>
          </p:nvSpPr>
          <p:spPr>
            <a:xfrm>
              <a:off x="-2940700" y="2717950"/>
              <a:ext cx="358725" cy="393725"/>
            </a:xfrm>
            <a:custGeom>
              <a:rect b="b" l="l" r="r" t="t"/>
              <a:pathLst>
                <a:path extrusionOk="0" h="15749" w="14349">
                  <a:moveTo>
                    <a:pt x="7398" y="1"/>
                  </a:moveTo>
                  <a:cubicBezTo>
                    <a:pt x="7370" y="1"/>
                    <a:pt x="7342" y="1"/>
                    <a:pt x="7315" y="3"/>
                  </a:cubicBezTo>
                  <a:cubicBezTo>
                    <a:pt x="6548" y="52"/>
                    <a:pt x="6134" y="490"/>
                    <a:pt x="5988" y="1111"/>
                  </a:cubicBezTo>
                  <a:cubicBezTo>
                    <a:pt x="5856" y="1573"/>
                    <a:pt x="5446" y="1875"/>
                    <a:pt x="4981" y="1875"/>
                  </a:cubicBezTo>
                  <a:cubicBezTo>
                    <a:pt x="4932" y="1875"/>
                    <a:pt x="4882" y="1872"/>
                    <a:pt x="4832" y="1865"/>
                  </a:cubicBezTo>
                  <a:cubicBezTo>
                    <a:pt x="4753" y="1852"/>
                    <a:pt x="4674" y="1845"/>
                    <a:pt x="4595" y="1845"/>
                  </a:cubicBezTo>
                  <a:cubicBezTo>
                    <a:pt x="4235" y="1845"/>
                    <a:pt x="3884" y="1979"/>
                    <a:pt x="3615" y="2218"/>
                  </a:cubicBezTo>
                  <a:cubicBezTo>
                    <a:pt x="3189" y="2547"/>
                    <a:pt x="2982" y="3070"/>
                    <a:pt x="3079" y="3593"/>
                  </a:cubicBezTo>
                  <a:cubicBezTo>
                    <a:pt x="3152" y="3970"/>
                    <a:pt x="2885" y="4311"/>
                    <a:pt x="2520" y="4360"/>
                  </a:cubicBezTo>
                  <a:cubicBezTo>
                    <a:pt x="2045" y="4384"/>
                    <a:pt x="1619" y="4628"/>
                    <a:pt x="1363" y="5029"/>
                  </a:cubicBezTo>
                  <a:cubicBezTo>
                    <a:pt x="1120" y="5370"/>
                    <a:pt x="1059" y="5796"/>
                    <a:pt x="1169" y="6185"/>
                  </a:cubicBezTo>
                  <a:cubicBezTo>
                    <a:pt x="1290" y="6550"/>
                    <a:pt x="1132" y="6952"/>
                    <a:pt x="804" y="7147"/>
                  </a:cubicBezTo>
                  <a:cubicBezTo>
                    <a:pt x="317" y="7390"/>
                    <a:pt x="13" y="7877"/>
                    <a:pt x="0" y="8412"/>
                  </a:cubicBezTo>
                  <a:cubicBezTo>
                    <a:pt x="0" y="8960"/>
                    <a:pt x="220" y="9483"/>
                    <a:pt x="609" y="9861"/>
                  </a:cubicBezTo>
                  <a:cubicBezTo>
                    <a:pt x="877" y="10153"/>
                    <a:pt x="913" y="10579"/>
                    <a:pt x="694" y="10907"/>
                  </a:cubicBezTo>
                  <a:cubicBezTo>
                    <a:pt x="353" y="11394"/>
                    <a:pt x="341" y="12027"/>
                    <a:pt x="658" y="12526"/>
                  </a:cubicBezTo>
                  <a:cubicBezTo>
                    <a:pt x="938" y="13049"/>
                    <a:pt x="1424" y="13414"/>
                    <a:pt x="2008" y="13524"/>
                  </a:cubicBezTo>
                  <a:cubicBezTo>
                    <a:pt x="2386" y="13597"/>
                    <a:pt x="2666" y="13913"/>
                    <a:pt x="2690" y="14291"/>
                  </a:cubicBezTo>
                  <a:cubicBezTo>
                    <a:pt x="2739" y="14790"/>
                    <a:pt x="2970" y="15374"/>
                    <a:pt x="3773" y="15508"/>
                  </a:cubicBezTo>
                  <a:cubicBezTo>
                    <a:pt x="3926" y="15533"/>
                    <a:pt x="4066" y="15544"/>
                    <a:pt x="4195" y="15544"/>
                  </a:cubicBezTo>
                  <a:cubicBezTo>
                    <a:pt x="4559" y="15544"/>
                    <a:pt x="4832" y="15454"/>
                    <a:pt x="5039" y="15337"/>
                  </a:cubicBezTo>
                  <a:cubicBezTo>
                    <a:pt x="5208" y="15239"/>
                    <a:pt x="5394" y="15192"/>
                    <a:pt x="5579" y="15192"/>
                  </a:cubicBezTo>
                  <a:cubicBezTo>
                    <a:pt x="5808" y="15192"/>
                    <a:pt x="6037" y="15264"/>
                    <a:pt x="6231" y="15398"/>
                  </a:cubicBezTo>
                  <a:cubicBezTo>
                    <a:pt x="6533" y="15632"/>
                    <a:pt x="6905" y="15748"/>
                    <a:pt x="7279" y="15748"/>
                  </a:cubicBezTo>
                  <a:cubicBezTo>
                    <a:pt x="7372" y="15748"/>
                    <a:pt x="7465" y="15741"/>
                    <a:pt x="7558" y="15727"/>
                  </a:cubicBezTo>
                  <a:cubicBezTo>
                    <a:pt x="7935" y="15666"/>
                    <a:pt x="8276" y="15471"/>
                    <a:pt x="8507" y="15167"/>
                  </a:cubicBezTo>
                  <a:cubicBezTo>
                    <a:pt x="8828" y="14727"/>
                    <a:pt x="9347" y="14473"/>
                    <a:pt x="9893" y="14473"/>
                  </a:cubicBezTo>
                  <a:cubicBezTo>
                    <a:pt x="9906" y="14473"/>
                    <a:pt x="9918" y="14473"/>
                    <a:pt x="9931" y="14473"/>
                  </a:cubicBezTo>
                  <a:cubicBezTo>
                    <a:pt x="9967" y="14475"/>
                    <a:pt x="10002" y="14476"/>
                    <a:pt x="10038" y="14476"/>
                  </a:cubicBezTo>
                  <a:cubicBezTo>
                    <a:pt x="10426" y="14476"/>
                    <a:pt x="10800" y="14354"/>
                    <a:pt x="11124" y="14120"/>
                  </a:cubicBezTo>
                  <a:cubicBezTo>
                    <a:pt x="11477" y="13852"/>
                    <a:pt x="11708" y="13463"/>
                    <a:pt x="11793" y="13025"/>
                  </a:cubicBezTo>
                  <a:cubicBezTo>
                    <a:pt x="11890" y="12562"/>
                    <a:pt x="12207" y="12161"/>
                    <a:pt x="12645" y="11966"/>
                  </a:cubicBezTo>
                  <a:cubicBezTo>
                    <a:pt x="13400" y="11650"/>
                    <a:pt x="13947" y="10980"/>
                    <a:pt x="14118" y="10177"/>
                  </a:cubicBezTo>
                  <a:cubicBezTo>
                    <a:pt x="14349" y="9179"/>
                    <a:pt x="14045" y="8583"/>
                    <a:pt x="13716" y="8230"/>
                  </a:cubicBezTo>
                  <a:cubicBezTo>
                    <a:pt x="13460" y="7950"/>
                    <a:pt x="13436" y="7536"/>
                    <a:pt x="13667" y="7244"/>
                  </a:cubicBezTo>
                  <a:cubicBezTo>
                    <a:pt x="13996" y="6818"/>
                    <a:pt x="14264" y="6210"/>
                    <a:pt x="13911" y="5589"/>
                  </a:cubicBezTo>
                  <a:cubicBezTo>
                    <a:pt x="13692" y="5236"/>
                    <a:pt x="13692" y="4798"/>
                    <a:pt x="13899" y="4433"/>
                  </a:cubicBezTo>
                  <a:cubicBezTo>
                    <a:pt x="14227" y="3958"/>
                    <a:pt x="14288" y="3350"/>
                    <a:pt x="14081" y="2814"/>
                  </a:cubicBezTo>
                  <a:cubicBezTo>
                    <a:pt x="13838" y="2218"/>
                    <a:pt x="13424" y="2048"/>
                    <a:pt x="13071" y="2023"/>
                  </a:cubicBezTo>
                  <a:cubicBezTo>
                    <a:pt x="12694" y="1999"/>
                    <a:pt x="12389" y="1719"/>
                    <a:pt x="12341" y="1354"/>
                  </a:cubicBezTo>
                  <a:cubicBezTo>
                    <a:pt x="12243" y="794"/>
                    <a:pt x="11939" y="137"/>
                    <a:pt x="11002" y="27"/>
                  </a:cubicBezTo>
                  <a:cubicBezTo>
                    <a:pt x="10896" y="15"/>
                    <a:pt x="10795" y="10"/>
                    <a:pt x="10700" y="10"/>
                  </a:cubicBezTo>
                  <a:cubicBezTo>
                    <a:pt x="10128" y="10"/>
                    <a:pt x="9742" y="215"/>
                    <a:pt x="9481" y="466"/>
                  </a:cubicBezTo>
                  <a:cubicBezTo>
                    <a:pt x="9335" y="594"/>
                    <a:pt x="9154" y="658"/>
                    <a:pt x="8973" y="658"/>
                  </a:cubicBezTo>
                  <a:cubicBezTo>
                    <a:pt x="8776" y="658"/>
                    <a:pt x="8580" y="581"/>
                    <a:pt x="8434" y="429"/>
                  </a:cubicBezTo>
                  <a:cubicBezTo>
                    <a:pt x="8162" y="157"/>
                    <a:pt x="7783" y="1"/>
                    <a:pt x="7398" y="1"/>
                  </a:cubicBezTo>
                  <a:close/>
                </a:path>
              </a:pathLst>
            </a:custGeom>
            <a:solidFill>
              <a:schemeClr val="accent1"/>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6"/>
            <p:cNvSpPr/>
            <p:nvPr/>
          </p:nvSpPr>
          <p:spPr>
            <a:xfrm>
              <a:off x="-2219625" y="2825725"/>
              <a:ext cx="136325" cy="171925"/>
            </a:xfrm>
            <a:custGeom>
              <a:rect b="b" l="l" r="r" t="t"/>
              <a:pathLst>
                <a:path extrusionOk="0" h="6877" w="5453">
                  <a:moveTo>
                    <a:pt x="670" y="0"/>
                  </a:moveTo>
                  <a:lnTo>
                    <a:pt x="341" y="3359"/>
                  </a:lnTo>
                  <a:lnTo>
                    <a:pt x="85" y="5404"/>
                  </a:lnTo>
                  <a:lnTo>
                    <a:pt x="0" y="6110"/>
                  </a:lnTo>
                  <a:lnTo>
                    <a:pt x="3651" y="6876"/>
                  </a:lnTo>
                  <a:lnTo>
                    <a:pt x="3858" y="5209"/>
                  </a:lnTo>
                  <a:lnTo>
                    <a:pt x="3968" y="4260"/>
                  </a:lnTo>
                  <a:lnTo>
                    <a:pt x="5452" y="986"/>
                  </a:lnTo>
                  <a:lnTo>
                    <a:pt x="670" y="0"/>
                  </a:ln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6"/>
            <p:cNvSpPr/>
            <p:nvPr/>
          </p:nvSpPr>
          <p:spPr>
            <a:xfrm>
              <a:off x="-2219625" y="2955675"/>
              <a:ext cx="96475" cy="41975"/>
            </a:xfrm>
            <a:custGeom>
              <a:rect b="b" l="l" r="r" t="t"/>
              <a:pathLst>
                <a:path extrusionOk="0" h="1679" w="3859">
                  <a:moveTo>
                    <a:pt x="3155" y="1"/>
                  </a:moveTo>
                  <a:cubicBezTo>
                    <a:pt x="2128" y="1"/>
                    <a:pt x="1107" y="67"/>
                    <a:pt x="85" y="206"/>
                  </a:cubicBezTo>
                  <a:lnTo>
                    <a:pt x="0" y="912"/>
                  </a:lnTo>
                  <a:lnTo>
                    <a:pt x="3651" y="1678"/>
                  </a:lnTo>
                  <a:lnTo>
                    <a:pt x="3858" y="11"/>
                  </a:lnTo>
                  <a:cubicBezTo>
                    <a:pt x="3623" y="4"/>
                    <a:pt x="3389" y="1"/>
                    <a:pt x="3155"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76"/>
            <p:cNvSpPr/>
            <p:nvPr/>
          </p:nvSpPr>
          <p:spPr>
            <a:xfrm>
              <a:off x="-2478250" y="2770475"/>
              <a:ext cx="128425" cy="125850"/>
            </a:xfrm>
            <a:custGeom>
              <a:rect b="b" l="l" r="r" t="t"/>
              <a:pathLst>
                <a:path extrusionOk="0" h="5034" w="5137">
                  <a:moveTo>
                    <a:pt x="2389" y="1"/>
                  </a:moveTo>
                  <a:cubicBezTo>
                    <a:pt x="1791" y="1"/>
                    <a:pt x="421" y="237"/>
                    <a:pt x="232" y="2368"/>
                  </a:cubicBezTo>
                  <a:cubicBezTo>
                    <a:pt x="1" y="4985"/>
                    <a:pt x="2118" y="5034"/>
                    <a:pt x="2118" y="5034"/>
                  </a:cubicBezTo>
                  <a:lnTo>
                    <a:pt x="4893" y="4802"/>
                  </a:lnTo>
                  <a:lnTo>
                    <a:pt x="5136" y="665"/>
                  </a:lnTo>
                  <a:lnTo>
                    <a:pt x="2666" y="20"/>
                  </a:lnTo>
                  <a:cubicBezTo>
                    <a:pt x="2666" y="20"/>
                    <a:pt x="2559" y="1"/>
                    <a:pt x="2389" y="1"/>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6"/>
            <p:cNvSpPr/>
            <p:nvPr/>
          </p:nvSpPr>
          <p:spPr>
            <a:xfrm>
              <a:off x="-2480025" y="2800925"/>
              <a:ext cx="127450" cy="95400"/>
            </a:xfrm>
            <a:custGeom>
              <a:rect b="b" l="l" r="r" t="t"/>
              <a:pathLst>
                <a:path extrusionOk="0" h="3816" w="5098">
                  <a:moveTo>
                    <a:pt x="2155" y="0"/>
                  </a:moveTo>
                  <a:cubicBezTo>
                    <a:pt x="800" y="0"/>
                    <a:pt x="1" y="3756"/>
                    <a:pt x="2189" y="3816"/>
                  </a:cubicBezTo>
                  <a:lnTo>
                    <a:pt x="4964" y="3584"/>
                  </a:lnTo>
                  <a:lnTo>
                    <a:pt x="5098" y="445"/>
                  </a:lnTo>
                  <a:cubicBezTo>
                    <a:pt x="5098" y="445"/>
                    <a:pt x="2968" y="92"/>
                    <a:pt x="2250" y="6"/>
                  </a:cubicBezTo>
                  <a:cubicBezTo>
                    <a:pt x="2218" y="2"/>
                    <a:pt x="2186" y="0"/>
                    <a:pt x="2155"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6"/>
            <p:cNvSpPr/>
            <p:nvPr/>
          </p:nvSpPr>
          <p:spPr>
            <a:xfrm>
              <a:off x="-2447975" y="2832100"/>
              <a:ext cx="53725" cy="39975"/>
            </a:xfrm>
            <a:custGeom>
              <a:rect b="b" l="l" r="r" t="t"/>
              <a:pathLst>
                <a:path extrusionOk="0" h="1599" w="2149">
                  <a:moveTo>
                    <a:pt x="591" y="1"/>
                  </a:moveTo>
                  <a:cubicBezTo>
                    <a:pt x="591" y="1"/>
                    <a:pt x="1" y="1598"/>
                    <a:pt x="1168" y="1598"/>
                  </a:cubicBezTo>
                  <a:cubicBezTo>
                    <a:pt x="1198" y="1598"/>
                    <a:pt x="1228" y="1597"/>
                    <a:pt x="1260" y="1595"/>
                  </a:cubicBezTo>
                  <a:cubicBezTo>
                    <a:pt x="1260" y="1595"/>
                    <a:pt x="2112" y="1327"/>
                    <a:pt x="2149" y="135"/>
                  </a:cubicBezTo>
                  <a:lnTo>
                    <a:pt x="591" y="1"/>
                  </a:ln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6"/>
            <p:cNvSpPr/>
            <p:nvPr/>
          </p:nvSpPr>
          <p:spPr>
            <a:xfrm>
              <a:off x="-2423775" y="2801075"/>
              <a:ext cx="71200" cy="71825"/>
            </a:xfrm>
            <a:custGeom>
              <a:rect b="b" l="l" r="r" t="t"/>
              <a:pathLst>
                <a:path extrusionOk="0" h="2873" w="2848">
                  <a:moveTo>
                    <a:pt x="0" y="0"/>
                  </a:moveTo>
                  <a:lnTo>
                    <a:pt x="0" y="0"/>
                  </a:lnTo>
                  <a:cubicBezTo>
                    <a:pt x="1546" y="317"/>
                    <a:pt x="1375" y="2556"/>
                    <a:pt x="292" y="2836"/>
                  </a:cubicBezTo>
                  <a:lnTo>
                    <a:pt x="2605" y="2873"/>
                  </a:lnTo>
                  <a:lnTo>
                    <a:pt x="2848" y="439"/>
                  </a:lnTo>
                  <a:cubicBezTo>
                    <a:pt x="2848" y="439"/>
                    <a:pt x="1193" y="25"/>
                    <a:pt x="0"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6"/>
            <p:cNvSpPr/>
            <p:nvPr/>
          </p:nvSpPr>
          <p:spPr>
            <a:xfrm>
              <a:off x="-2425300" y="2770950"/>
              <a:ext cx="531600" cy="180750"/>
            </a:xfrm>
            <a:custGeom>
              <a:rect b="b" l="l" r="r" t="t"/>
              <a:pathLst>
                <a:path extrusionOk="0" h="7230" w="21264">
                  <a:moveTo>
                    <a:pt x="548" y="1"/>
                  </a:moveTo>
                  <a:cubicBezTo>
                    <a:pt x="548" y="1"/>
                    <a:pt x="2179" y="1011"/>
                    <a:pt x="2094" y="2751"/>
                  </a:cubicBezTo>
                  <a:cubicBezTo>
                    <a:pt x="1996" y="4503"/>
                    <a:pt x="0" y="5015"/>
                    <a:pt x="0" y="5015"/>
                  </a:cubicBezTo>
                  <a:lnTo>
                    <a:pt x="8738" y="4856"/>
                  </a:lnTo>
                  <a:lnTo>
                    <a:pt x="9688" y="4832"/>
                  </a:lnTo>
                  <a:lnTo>
                    <a:pt x="12341" y="5501"/>
                  </a:lnTo>
                  <a:cubicBezTo>
                    <a:pt x="12341" y="5501"/>
                    <a:pt x="17306" y="6804"/>
                    <a:pt x="19131" y="7205"/>
                  </a:cubicBezTo>
                  <a:cubicBezTo>
                    <a:pt x="19195" y="7222"/>
                    <a:pt x="19257" y="7230"/>
                    <a:pt x="19318" y="7230"/>
                  </a:cubicBezTo>
                  <a:cubicBezTo>
                    <a:pt x="20728" y="7230"/>
                    <a:pt x="21264" y="2933"/>
                    <a:pt x="19338" y="2641"/>
                  </a:cubicBezTo>
                  <a:lnTo>
                    <a:pt x="13984" y="2435"/>
                  </a:lnTo>
                  <a:lnTo>
                    <a:pt x="11379" y="2325"/>
                  </a:lnTo>
                  <a:lnTo>
                    <a:pt x="8909" y="1802"/>
                  </a:lnTo>
                  <a:lnTo>
                    <a:pt x="548" y="1"/>
                  </a:lnTo>
                  <a:close/>
                </a:path>
              </a:pathLst>
            </a:custGeom>
            <a:solidFill>
              <a:schemeClr val="accen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6"/>
            <p:cNvSpPr/>
            <p:nvPr/>
          </p:nvSpPr>
          <p:spPr>
            <a:xfrm>
              <a:off x="-2207150" y="2815975"/>
              <a:ext cx="131450" cy="78725"/>
            </a:xfrm>
            <a:custGeom>
              <a:rect b="b" l="l" r="r" t="t"/>
              <a:pathLst>
                <a:path extrusionOk="0" h="3149" w="5258">
                  <a:moveTo>
                    <a:pt x="171" y="1"/>
                  </a:moveTo>
                  <a:lnTo>
                    <a:pt x="0" y="3055"/>
                  </a:lnTo>
                  <a:lnTo>
                    <a:pt x="0" y="3055"/>
                  </a:lnTo>
                  <a:lnTo>
                    <a:pt x="949" y="3043"/>
                  </a:lnTo>
                  <a:cubicBezTo>
                    <a:pt x="1233" y="3114"/>
                    <a:pt x="1518" y="3148"/>
                    <a:pt x="1801" y="3148"/>
                  </a:cubicBezTo>
                  <a:cubicBezTo>
                    <a:pt x="3072" y="3148"/>
                    <a:pt x="4277" y="2456"/>
                    <a:pt x="4905" y="1291"/>
                  </a:cubicBezTo>
                  <a:lnTo>
                    <a:pt x="5258" y="634"/>
                  </a:lnTo>
                  <a:lnTo>
                    <a:pt x="2653" y="536"/>
                  </a:lnTo>
                  <a:lnTo>
                    <a:pt x="17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6"/>
            <p:cNvSpPr/>
            <p:nvPr/>
          </p:nvSpPr>
          <p:spPr>
            <a:xfrm>
              <a:off x="-2115875" y="2810400"/>
              <a:ext cx="49600" cy="76750"/>
            </a:xfrm>
            <a:custGeom>
              <a:rect b="b" l="l" r="r" t="t"/>
              <a:pathLst>
                <a:path extrusionOk="0" h="3070" w="1984">
                  <a:moveTo>
                    <a:pt x="1209" y="1"/>
                  </a:moveTo>
                  <a:cubicBezTo>
                    <a:pt x="869" y="1"/>
                    <a:pt x="575" y="239"/>
                    <a:pt x="511" y="589"/>
                  </a:cubicBezTo>
                  <a:lnTo>
                    <a:pt x="256" y="2001"/>
                  </a:lnTo>
                  <a:lnTo>
                    <a:pt x="122" y="2341"/>
                  </a:lnTo>
                  <a:cubicBezTo>
                    <a:pt x="0" y="2658"/>
                    <a:pt x="195" y="2999"/>
                    <a:pt x="511" y="3059"/>
                  </a:cubicBezTo>
                  <a:cubicBezTo>
                    <a:pt x="547" y="3066"/>
                    <a:pt x="582" y="3070"/>
                    <a:pt x="617" y="3070"/>
                  </a:cubicBezTo>
                  <a:cubicBezTo>
                    <a:pt x="763" y="3070"/>
                    <a:pt x="902" y="3011"/>
                    <a:pt x="1010" y="2913"/>
                  </a:cubicBezTo>
                  <a:lnTo>
                    <a:pt x="1497" y="2402"/>
                  </a:lnTo>
                  <a:cubicBezTo>
                    <a:pt x="1570" y="2329"/>
                    <a:pt x="1619" y="2244"/>
                    <a:pt x="1643" y="2147"/>
                  </a:cubicBezTo>
                  <a:lnTo>
                    <a:pt x="1911" y="869"/>
                  </a:lnTo>
                  <a:cubicBezTo>
                    <a:pt x="1984" y="479"/>
                    <a:pt x="1740" y="102"/>
                    <a:pt x="1363" y="17"/>
                  </a:cubicBezTo>
                  <a:cubicBezTo>
                    <a:pt x="1311" y="6"/>
                    <a:pt x="1259" y="1"/>
                    <a:pt x="1209"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6"/>
            <p:cNvSpPr/>
            <p:nvPr/>
          </p:nvSpPr>
          <p:spPr>
            <a:xfrm>
              <a:off x="-2136275" y="2801575"/>
              <a:ext cx="49325" cy="76650"/>
            </a:xfrm>
            <a:custGeom>
              <a:rect b="b" l="l" r="r" t="t"/>
              <a:pathLst>
                <a:path extrusionOk="0" h="3066" w="1973">
                  <a:moveTo>
                    <a:pt x="1197" y="1"/>
                  </a:moveTo>
                  <a:cubicBezTo>
                    <a:pt x="857" y="1"/>
                    <a:pt x="563" y="239"/>
                    <a:pt x="500" y="589"/>
                  </a:cubicBezTo>
                  <a:lnTo>
                    <a:pt x="232" y="1988"/>
                  </a:lnTo>
                  <a:lnTo>
                    <a:pt x="110" y="2341"/>
                  </a:lnTo>
                  <a:cubicBezTo>
                    <a:pt x="1" y="2646"/>
                    <a:pt x="183" y="2986"/>
                    <a:pt x="500" y="3059"/>
                  </a:cubicBezTo>
                  <a:cubicBezTo>
                    <a:pt x="530" y="3063"/>
                    <a:pt x="560" y="3065"/>
                    <a:pt x="589" y="3065"/>
                  </a:cubicBezTo>
                  <a:cubicBezTo>
                    <a:pt x="741" y="3065"/>
                    <a:pt x="885" y="3013"/>
                    <a:pt x="987" y="2901"/>
                  </a:cubicBezTo>
                  <a:lnTo>
                    <a:pt x="1485" y="2402"/>
                  </a:lnTo>
                  <a:cubicBezTo>
                    <a:pt x="1558" y="2329"/>
                    <a:pt x="1607" y="2232"/>
                    <a:pt x="1632" y="2135"/>
                  </a:cubicBezTo>
                  <a:lnTo>
                    <a:pt x="1899" y="857"/>
                  </a:lnTo>
                  <a:cubicBezTo>
                    <a:pt x="1972" y="479"/>
                    <a:pt x="1729" y="102"/>
                    <a:pt x="1352" y="17"/>
                  </a:cubicBezTo>
                  <a:cubicBezTo>
                    <a:pt x="1299" y="6"/>
                    <a:pt x="1248" y="1"/>
                    <a:pt x="1197"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6"/>
            <p:cNvSpPr/>
            <p:nvPr/>
          </p:nvSpPr>
          <p:spPr>
            <a:xfrm>
              <a:off x="-2167600" y="2791775"/>
              <a:ext cx="53250" cy="82300"/>
            </a:xfrm>
            <a:custGeom>
              <a:rect b="b" l="l" r="r" t="t"/>
              <a:pathLst>
                <a:path extrusionOk="0" h="3292" w="2130">
                  <a:moveTo>
                    <a:pt x="1282" y="0"/>
                  </a:moveTo>
                  <a:cubicBezTo>
                    <a:pt x="929" y="0"/>
                    <a:pt x="609" y="259"/>
                    <a:pt x="536" y="628"/>
                  </a:cubicBezTo>
                  <a:lnTo>
                    <a:pt x="268" y="2149"/>
                  </a:lnTo>
                  <a:lnTo>
                    <a:pt x="122" y="2527"/>
                  </a:lnTo>
                  <a:cubicBezTo>
                    <a:pt x="0" y="2855"/>
                    <a:pt x="207" y="3208"/>
                    <a:pt x="548" y="3281"/>
                  </a:cubicBezTo>
                  <a:cubicBezTo>
                    <a:pt x="585" y="3288"/>
                    <a:pt x="623" y="3291"/>
                    <a:pt x="660" y="3291"/>
                  </a:cubicBezTo>
                  <a:cubicBezTo>
                    <a:pt x="815" y="3291"/>
                    <a:pt x="963" y="3231"/>
                    <a:pt x="1071" y="3123"/>
                  </a:cubicBezTo>
                  <a:lnTo>
                    <a:pt x="1594" y="2587"/>
                  </a:lnTo>
                  <a:cubicBezTo>
                    <a:pt x="1668" y="2502"/>
                    <a:pt x="1728" y="2405"/>
                    <a:pt x="1753" y="2295"/>
                  </a:cubicBezTo>
                  <a:lnTo>
                    <a:pt x="2033" y="932"/>
                  </a:lnTo>
                  <a:cubicBezTo>
                    <a:pt x="2130" y="518"/>
                    <a:pt x="1862" y="105"/>
                    <a:pt x="1448" y="20"/>
                  </a:cubicBezTo>
                  <a:cubicBezTo>
                    <a:pt x="1393" y="6"/>
                    <a:pt x="1337" y="0"/>
                    <a:pt x="1282"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76"/>
            <p:cNvSpPr/>
            <p:nvPr/>
          </p:nvSpPr>
          <p:spPr>
            <a:xfrm>
              <a:off x="-2193775" y="2787200"/>
              <a:ext cx="49000" cy="90675"/>
            </a:xfrm>
            <a:custGeom>
              <a:rect b="b" l="l" r="r" t="t"/>
              <a:pathLst>
                <a:path extrusionOk="0" h="3627" w="1960">
                  <a:moveTo>
                    <a:pt x="1110" y="1"/>
                  </a:moveTo>
                  <a:cubicBezTo>
                    <a:pt x="691" y="1"/>
                    <a:pt x="325" y="324"/>
                    <a:pt x="281" y="750"/>
                  </a:cubicBezTo>
                  <a:lnTo>
                    <a:pt x="183" y="1821"/>
                  </a:lnTo>
                  <a:lnTo>
                    <a:pt x="134" y="2417"/>
                  </a:lnTo>
                  <a:lnTo>
                    <a:pt x="25" y="2831"/>
                  </a:lnTo>
                  <a:cubicBezTo>
                    <a:pt x="13" y="2880"/>
                    <a:pt x="1" y="2941"/>
                    <a:pt x="1" y="3002"/>
                  </a:cubicBezTo>
                  <a:cubicBezTo>
                    <a:pt x="1" y="3318"/>
                    <a:pt x="244" y="3586"/>
                    <a:pt x="560" y="3622"/>
                  </a:cubicBezTo>
                  <a:cubicBezTo>
                    <a:pt x="585" y="3625"/>
                    <a:pt x="610" y="3626"/>
                    <a:pt x="634" y="3626"/>
                  </a:cubicBezTo>
                  <a:cubicBezTo>
                    <a:pt x="825" y="3626"/>
                    <a:pt x="1001" y="3542"/>
                    <a:pt x="1120" y="3391"/>
                  </a:cubicBezTo>
                  <a:lnTo>
                    <a:pt x="1644" y="2758"/>
                  </a:lnTo>
                  <a:cubicBezTo>
                    <a:pt x="1717" y="2661"/>
                    <a:pt x="1765" y="2551"/>
                    <a:pt x="1777" y="2442"/>
                  </a:cubicBezTo>
                  <a:lnTo>
                    <a:pt x="1887" y="1456"/>
                  </a:lnTo>
                  <a:lnTo>
                    <a:pt x="1960" y="921"/>
                  </a:lnTo>
                  <a:lnTo>
                    <a:pt x="1960" y="823"/>
                  </a:lnTo>
                  <a:cubicBezTo>
                    <a:pt x="1948" y="409"/>
                    <a:pt x="1631" y="56"/>
                    <a:pt x="1218" y="8"/>
                  </a:cubicBezTo>
                  <a:cubicBezTo>
                    <a:pt x="1182" y="3"/>
                    <a:pt x="1146" y="1"/>
                    <a:pt x="1110"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76"/>
            <p:cNvSpPr/>
            <p:nvPr/>
          </p:nvSpPr>
          <p:spPr>
            <a:xfrm>
              <a:off x="-2193775" y="2823600"/>
              <a:ext cx="47175" cy="54275"/>
            </a:xfrm>
            <a:custGeom>
              <a:rect b="b" l="l" r="r" t="t"/>
              <a:pathLst>
                <a:path extrusionOk="0" h="2171" w="1887">
                  <a:moveTo>
                    <a:pt x="1887" y="0"/>
                  </a:moveTo>
                  <a:lnTo>
                    <a:pt x="183" y="365"/>
                  </a:lnTo>
                  <a:lnTo>
                    <a:pt x="134" y="961"/>
                  </a:lnTo>
                  <a:lnTo>
                    <a:pt x="25" y="1375"/>
                  </a:lnTo>
                  <a:cubicBezTo>
                    <a:pt x="13" y="1424"/>
                    <a:pt x="1" y="1485"/>
                    <a:pt x="1" y="1546"/>
                  </a:cubicBezTo>
                  <a:cubicBezTo>
                    <a:pt x="1" y="1862"/>
                    <a:pt x="244" y="2130"/>
                    <a:pt x="560" y="2166"/>
                  </a:cubicBezTo>
                  <a:cubicBezTo>
                    <a:pt x="584" y="2169"/>
                    <a:pt x="607" y="2170"/>
                    <a:pt x="630" y="2170"/>
                  </a:cubicBezTo>
                  <a:cubicBezTo>
                    <a:pt x="813" y="2170"/>
                    <a:pt x="989" y="2086"/>
                    <a:pt x="1108" y="1935"/>
                  </a:cubicBezTo>
                  <a:lnTo>
                    <a:pt x="1631" y="1302"/>
                  </a:lnTo>
                  <a:cubicBezTo>
                    <a:pt x="1704" y="1217"/>
                    <a:pt x="1753" y="1095"/>
                    <a:pt x="1765" y="986"/>
                  </a:cubicBezTo>
                  <a:lnTo>
                    <a:pt x="1887" y="0"/>
                  </a:lnTo>
                  <a:close/>
                </a:path>
              </a:pathLst>
            </a:custGeom>
            <a:solidFill>
              <a:schemeClr val="accent4"/>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76"/>
            <p:cNvSpPr/>
            <p:nvPr/>
          </p:nvSpPr>
          <p:spPr>
            <a:xfrm>
              <a:off x="-2246400" y="2807400"/>
              <a:ext cx="98600" cy="123300"/>
            </a:xfrm>
            <a:custGeom>
              <a:rect b="b" l="l" r="r" t="t"/>
              <a:pathLst>
                <a:path extrusionOk="0" h="4932" w="3944">
                  <a:moveTo>
                    <a:pt x="1853" y="1"/>
                  </a:moveTo>
                  <a:cubicBezTo>
                    <a:pt x="1749" y="1"/>
                    <a:pt x="1655" y="37"/>
                    <a:pt x="1570" y="100"/>
                  </a:cubicBezTo>
                  <a:lnTo>
                    <a:pt x="390" y="1171"/>
                  </a:lnTo>
                  <a:cubicBezTo>
                    <a:pt x="85" y="1451"/>
                    <a:pt x="0" y="1889"/>
                    <a:pt x="183" y="2267"/>
                  </a:cubicBezTo>
                  <a:lnTo>
                    <a:pt x="1497" y="4932"/>
                  </a:lnTo>
                  <a:lnTo>
                    <a:pt x="3383" y="4348"/>
                  </a:lnTo>
                  <a:cubicBezTo>
                    <a:pt x="3469" y="3435"/>
                    <a:pt x="3043" y="2327"/>
                    <a:pt x="2519" y="1561"/>
                  </a:cubicBezTo>
                  <a:lnTo>
                    <a:pt x="2373" y="1342"/>
                  </a:lnTo>
                  <a:lnTo>
                    <a:pt x="3639" y="1050"/>
                  </a:lnTo>
                  <a:cubicBezTo>
                    <a:pt x="3822" y="1001"/>
                    <a:pt x="3943" y="843"/>
                    <a:pt x="3943" y="660"/>
                  </a:cubicBezTo>
                  <a:cubicBezTo>
                    <a:pt x="3943" y="453"/>
                    <a:pt x="3797" y="283"/>
                    <a:pt x="3603" y="259"/>
                  </a:cubicBezTo>
                  <a:lnTo>
                    <a:pt x="1899" y="3"/>
                  </a:lnTo>
                  <a:cubicBezTo>
                    <a:pt x="1883" y="1"/>
                    <a:pt x="1868" y="1"/>
                    <a:pt x="18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6"/>
            <p:cNvSpPr/>
            <p:nvPr/>
          </p:nvSpPr>
          <p:spPr>
            <a:xfrm>
              <a:off x="-2246400" y="2807150"/>
              <a:ext cx="98600" cy="123550"/>
            </a:xfrm>
            <a:custGeom>
              <a:rect b="b" l="l" r="r" t="t"/>
              <a:pathLst>
                <a:path extrusionOk="0" fill="none" h="4942" w="3944">
                  <a:moveTo>
                    <a:pt x="1497" y="4942"/>
                  </a:moveTo>
                  <a:lnTo>
                    <a:pt x="183" y="2277"/>
                  </a:lnTo>
                  <a:cubicBezTo>
                    <a:pt x="0" y="1899"/>
                    <a:pt x="85" y="1461"/>
                    <a:pt x="390" y="1181"/>
                  </a:cubicBezTo>
                  <a:lnTo>
                    <a:pt x="1570" y="110"/>
                  </a:lnTo>
                  <a:cubicBezTo>
                    <a:pt x="1668" y="37"/>
                    <a:pt x="1777" y="1"/>
                    <a:pt x="1899" y="13"/>
                  </a:cubicBezTo>
                  <a:lnTo>
                    <a:pt x="3603" y="269"/>
                  </a:lnTo>
                  <a:cubicBezTo>
                    <a:pt x="3797" y="293"/>
                    <a:pt x="3943" y="463"/>
                    <a:pt x="3943" y="670"/>
                  </a:cubicBezTo>
                  <a:lnTo>
                    <a:pt x="3943" y="670"/>
                  </a:lnTo>
                  <a:cubicBezTo>
                    <a:pt x="3943" y="853"/>
                    <a:pt x="3822" y="1011"/>
                    <a:pt x="3639" y="1060"/>
                  </a:cubicBezTo>
                  <a:lnTo>
                    <a:pt x="2373" y="1352"/>
                  </a:lnTo>
                  <a:lnTo>
                    <a:pt x="2519" y="1571"/>
                  </a:lnTo>
                  <a:cubicBezTo>
                    <a:pt x="3043" y="2337"/>
                    <a:pt x="3469" y="3445"/>
                    <a:pt x="3383" y="4358"/>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6"/>
            <p:cNvSpPr/>
            <p:nvPr/>
          </p:nvSpPr>
          <p:spPr>
            <a:xfrm>
              <a:off x="-2537275" y="2968725"/>
              <a:ext cx="441500" cy="352950"/>
            </a:xfrm>
            <a:custGeom>
              <a:rect b="b" l="l" r="r" t="t"/>
              <a:pathLst>
                <a:path extrusionOk="0" h="14118" w="17660">
                  <a:moveTo>
                    <a:pt x="12463" y="0"/>
                  </a:moveTo>
                  <a:lnTo>
                    <a:pt x="10430" y="7180"/>
                  </a:lnTo>
                  <a:lnTo>
                    <a:pt x="1" y="5732"/>
                  </a:lnTo>
                  <a:lnTo>
                    <a:pt x="1242" y="10040"/>
                  </a:lnTo>
                  <a:lnTo>
                    <a:pt x="2435" y="14117"/>
                  </a:lnTo>
                  <a:lnTo>
                    <a:pt x="13205" y="14117"/>
                  </a:lnTo>
                  <a:cubicBezTo>
                    <a:pt x="13214" y="14117"/>
                    <a:pt x="13223" y="14117"/>
                    <a:pt x="13231" y="14117"/>
                  </a:cubicBezTo>
                  <a:cubicBezTo>
                    <a:pt x="14352" y="14117"/>
                    <a:pt x="15325" y="13342"/>
                    <a:pt x="15590" y="12243"/>
                  </a:cubicBezTo>
                  <a:cubicBezTo>
                    <a:pt x="16649" y="7764"/>
                    <a:pt x="17659" y="949"/>
                    <a:pt x="17659" y="949"/>
                  </a:cubicBezTo>
                  <a:cubicBezTo>
                    <a:pt x="15627" y="243"/>
                    <a:pt x="12463" y="0"/>
                    <a:pt x="12463"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76"/>
            <p:cNvSpPr/>
            <p:nvPr/>
          </p:nvSpPr>
          <p:spPr>
            <a:xfrm>
              <a:off x="-2506225" y="3206264"/>
              <a:ext cx="180125" cy="111075"/>
            </a:xfrm>
            <a:custGeom>
              <a:rect b="b" l="l" r="r" t="t"/>
              <a:pathLst>
                <a:path extrusionOk="0" h="4443" w="7205">
                  <a:moveTo>
                    <a:pt x="609" y="0"/>
                  </a:moveTo>
                  <a:lnTo>
                    <a:pt x="0" y="365"/>
                  </a:lnTo>
                  <a:lnTo>
                    <a:pt x="1193" y="4442"/>
                  </a:lnTo>
                  <a:lnTo>
                    <a:pt x="7205" y="4442"/>
                  </a:lnTo>
                  <a:lnTo>
                    <a:pt x="6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76"/>
            <p:cNvSpPr/>
            <p:nvPr/>
          </p:nvSpPr>
          <p:spPr>
            <a:xfrm>
              <a:off x="-2321850" y="3145377"/>
              <a:ext cx="45350" cy="52575"/>
            </a:xfrm>
            <a:custGeom>
              <a:rect b="b" l="l" r="r" t="t"/>
              <a:pathLst>
                <a:path extrusionOk="0" h="2103" w="1814">
                  <a:moveTo>
                    <a:pt x="0" y="1"/>
                  </a:moveTo>
                  <a:lnTo>
                    <a:pt x="1035" y="1997"/>
                  </a:lnTo>
                  <a:cubicBezTo>
                    <a:pt x="1068" y="2069"/>
                    <a:pt x="1136" y="2103"/>
                    <a:pt x="1204" y="2103"/>
                  </a:cubicBezTo>
                  <a:cubicBezTo>
                    <a:pt x="1286" y="2103"/>
                    <a:pt x="1368" y="2053"/>
                    <a:pt x="1387" y="1960"/>
                  </a:cubicBezTo>
                  <a:lnTo>
                    <a:pt x="1813" y="244"/>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6"/>
            <p:cNvSpPr/>
            <p:nvPr/>
          </p:nvSpPr>
          <p:spPr>
            <a:xfrm>
              <a:off x="-2225725" y="3008875"/>
              <a:ext cx="115950" cy="22850"/>
            </a:xfrm>
            <a:custGeom>
              <a:rect b="b" l="l" r="r" t="t"/>
              <a:pathLst>
                <a:path extrusionOk="0" fill="none" h="914" w="4638">
                  <a:moveTo>
                    <a:pt x="1" y="0"/>
                  </a:moveTo>
                  <a:cubicBezTo>
                    <a:pt x="609" y="61"/>
                    <a:pt x="2897" y="353"/>
                    <a:pt x="4638" y="91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6"/>
            <p:cNvSpPr/>
            <p:nvPr/>
          </p:nvSpPr>
          <p:spPr>
            <a:xfrm>
              <a:off x="-2881675" y="3132100"/>
              <a:ext cx="591475" cy="1051500"/>
            </a:xfrm>
            <a:custGeom>
              <a:rect b="b" l="l" r="r" t="t"/>
              <a:pathLst>
                <a:path extrusionOk="0" h="42060" w="23659">
                  <a:moveTo>
                    <a:pt x="13643" y="0"/>
                  </a:moveTo>
                  <a:lnTo>
                    <a:pt x="5112" y="1242"/>
                  </a:lnTo>
                  <a:lnTo>
                    <a:pt x="0" y="42060"/>
                  </a:lnTo>
                  <a:lnTo>
                    <a:pt x="23087" y="41524"/>
                  </a:lnTo>
                  <a:lnTo>
                    <a:pt x="23659" y="38810"/>
                  </a:lnTo>
                  <a:lnTo>
                    <a:pt x="13643" y="0"/>
                  </a:lnTo>
                  <a:close/>
                </a:path>
              </a:pathLst>
            </a:cu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6"/>
            <p:cNvSpPr/>
            <p:nvPr/>
          </p:nvSpPr>
          <p:spPr>
            <a:xfrm>
              <a:off x="-2463025" y="4785675"/>
              <a:ext cx="256800" cy="323450"/>
            </a:xfrm>
            <a:custGeom>
              <a:rect b="b" l="l" r="r" t="t"/>
              <a:pathLst>
                <a:path extrusionOk="0" h="12938" w="10272">
                  <a:moveTo>
                    <a:pt x="4661" y="1"/>
                  </a:moveTo>
                  <a:lnTo>
                    <a:pt x="0" y="1790"/>
                  </a:lnTo>
                  <a:lnTo>
                    <a:pt x="998" y="4394"/>
                  </a:lnTo>
                  <a:lnTo>
                    <a:pt x="2763" y="9043"/>
                  </a:lnTo>
                  <a:lnTo>
                    <a:pt x="3152" y="11051"/>
                  </a:lnTo>
                  <a:lnTo>
                    <a:pt x="3530" y="12937"/>
                  </a:lnTo>
                  <a:lnTo>
                    <a:pt x="10272" y="6487"/>
                  </a:lnTo>
                  <a:lnTo>
                    <a:pt x="10272" y="6487"/>
                  </a:lnTo>
                  <a:cubicBezTo>
                    <a:pt x="8945" y="6816"/>
                    <a:pt x="7485" y="7108"/>
                    <a:pt x="6499" y="7303"/>
                  </a:cubicBezTo>
                  <a:lnTo>
                    <a:pt x="6475" y="7303"/>
                  </a:lnTo>
                  <a:cubicBezTo>
                    <a:pt x="6406" y="7317"/>
                    <a:pt x="6337" y="7324"/>
                    <a:pt x="6270" y="7324"/>
                  </a:cubicBezTo>
                  <a:cubicBezTo>
                    <a:pt x="5756" y="7324"/>
                    <a:pt x="5311" y="6928"/>
                    <a:pt x="5258" y="6390"/>
                  </a:cubicBezTo>
                  <a:lnTo>
                    <a:pt x="4856" y="2131"/>
                  </a:lnTo>
                  <a:lnTo>
                    <a:pt x="4661" y="1"/>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6"/>
            <p:cNvSpPr/>
            <p:nvPr/>
          </p:nvSpPr>
          <p:spPr>
            <a:xfrm>
              <a:off x="-2463025" y="4785675"/>
              <a:ext cx="256800" cy="323450"/>
            </a:xfrm>
            <a:custGeom>
              <a:rect b="b" l="l" r="r" t="t"/>
              <a:pathLst>
                <a:path extrusionOk="0" fill="none" h="12938" w="10272">
                  <a:moveTo>
                    <a:pt x="3530" y="12937"/>
                  </a:moveTo>
                  <a:lnTo>
                    <a:pt x="3152" y="11051"/>
                  </a:lnTo>
                  <a:lnTo>
                    <a:pt x="2763" y="9043"/>
                  </a:lnTo>
                  <a:lnTo>
                    <a:pt x="998" y="4394"/>
                  </a:lnTo>
                  <a:lnTo>
                    <a:pt x="0" y="1790"/>
                  </a:lnTo>
                  <a:lnTo>
                    <a:pt x="4661" y="1"/>
                  </a:lnTo>
                  <a:lnTo>
                    <a:pt x="4856" y="2131"/>
                  </a:lnTo>
                  <a:lnTo>
                    <a:pt x="5258" y="6390"/>
                  </a:lnTo>
                  <a:cubicBezTo>
                    <a:pt x="5318" y="6998"/>
                    <a:pt x="5878" y="7424"/>
                    <a:pt x="6475" y="7303"/>
                  </a:cubicBezTo>
                  <a:lnTo>
                    <a:pt x="6499" y="7303"/>
                  </a:lnTo>
                  <a:cubicBezTo>
                    <a:pt x="7485" y="7108"/>
                    <a:pt x="8945" y="6816"/>
                    <a:pt x="10272" y="648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6"/>
            <p:cNvSpPr/>
            <p:nvPr/>
          </p:nvSpPr>
          <p:spPr>
            <a:xfrm>
              <a:off x="-2457567" y="4786765"/>
              <a:ext cx="107753" cy="97492"/>
            </a:xfrm>
            <a:custGeom>
              <a:rect b="b" l="l" r="r" t="t"/>
              <a:pathLst>
                <a:path extrusionOk="0" h="4395" w="4857">
                  <a:moveTo>
                    <a:pt x="4661" y="1"/>
                  </a:moveTo>
                  <a:lnTo>
                    <a:pt x="0" y="1790"/>
                  </a:lnTo>
                  <a:lnTo>
                    <a:pt x="998" y="4394"/>
                  </a:lnTo>
                  <a:lnTo>
                    <a:pt x="4856" y="2131"/>
                  </a:lnTo>
                  <a:lnTo>
                    <a:pt x="46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6"/>
            <p:cNvSpPr/>
            <p:nvPr/>
          </p:nvSpPr>
          <p:spPr>
            <a:xfrm>
              <a:off x="-2384225" y="4926000"/>
              <a:ext cx="281000" cy="203200"/>
            </a:xfrm>
            <a:custGeom>
              <a:rect b="b" l="l" r="r" t="t"/>
              <a:pathLst>
                <a:path extrusionOk="0" h="8128" w="11240">
                  <a:moveTo>
                    <a:pt x="10282" y="1"/>
                  </a:moveTo>
                  <a:cubicBezTo>
                    <a:pt x="10096" y="1"/>
                    <a:pt x="9842" y="58"/>
                    <a:pt x="9517" y="181"/>
                  </a:cubicBezTo>
                  <a:cubicBezTo>
                    <a:pt x="8093" y="716"/>
                    <a:pt x="5026" y="1361"/>
                    <a:pt x="3347" y="1690"/>
                  </a:cubicBezTo>
                  <a:cubicBezTo>
                    <a:pt x="2836" y="2712"/>
                    <a:pt x="1789" y="4404"/>
                    <a:pt x="0" y="5438"/>
                  </a:cubicBezTo>
                  <a:lnTo>
                    <a:pt x="536" y="8128"/>
                  </a:lnTo>
                  <a:cubicBezTo>
                    <a:pt x="536" y="8128"/>
                    <a:pt x="5842" y="5475"/>
                    <a:pt x="8324" y="3321"/>
                  </a:cubicBezTo>
                  <a:cubicBezTo>
                    <a:pt x="10413" y="1507"/>
                    <a:pt x="11239" y="1"/>
                    <a:pt x="10282" y="1"/>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6"/>
            <p:cNvSpPr/>
            <p:nvPr/>
          </p:nvSpPr>
          <p:spPr>
            <a:xfrm>
              <a:off x="-2745675" y="3615550"/>
              <a:ext cx="419575" cy="1256500"/>
            </a:xfrm>
            <a:custGeom>
              <a:rect b="b" l="l" r="r" t="t"/>
              <a:pathLst>
                <a:path extrusionOk="0" h="50260" w="16783">
                  <a:moveTo>
                    <a:pt x="9955" y="0"/>
                  </a:moveTo>
                  <a:lnTo>
                    <a:pt x="1850" y="2994"/>
                  </a:lnTo>
                  <a:lnTo>
                    <a:pt x="0" y="3676"/>
                  </a:lnTo>
                  <a:lnTo>
                    <a:pt x="365" y="8032"/>
                  </a:lnTo>
                  <a:lnTo>
                    <a:pt x="1412" y="20969"/>
                  </a:lnTo>
                  <a:lnTo>
                    <a:pt x="2300" y="31837"/>
                  </a:lnTo>
                  <a:lnTo>
                    <a:pt x="3079" y="41402"/>
                  </a:lnTo>
                  <a:lnTo>
                    <a:pt x="3797" y="50104"/>
                  </a:lnTo>
                  <a:cubicBezTo>
                    <a:pt x="4799" y="50212"/>
                    <a:pt x="5753" y="50259"/>
                    <a:pt x="6656" y="50259"/>
                  </a:cubicBezTo>
                  <a:cubicBezTo>
                    <a:pt x="12964" y="50259"/>
                    <a:pt x="16783" y="47950"/>
                    <a:pt x="16783" y="47950"/>
                  </a:cubicBezTo>
                  <a:cubicBezTo>
                    <a:pt x="16624" y="30656"/>
                    <a:pt x="12998" y="12827"/>
                    <a:pt x="11099" y="4637"/>
                  </a:cubicBezTo>
                  <a:cubicBezTo>
                    <a:pt x="10418" y="1704"/>
                    <a:pt x="9955" y="0"/>
                    <a:pt x="9955"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6"/>
            <p:cNvSpPr/>
            <p:nvPr/>
          </p:nvSpPr>
          <p:spPr>
            <a:xfrm>
              <a:off x="-2708207" y="4114825"/>
              <a:ext cx="83075" cy="535800"/>
            </a:xfrm>
            <a:custGeom>
              <a:rect b="b" l="l" r="r" t="t"/>
              <a:pathLst>
                <a:path extrusionOk="0" h="21432" w="3323">
                  <a:moveTo>
                    <a:pt x="3322" y="0"/>
                  </a:moveTo>
                  <a:lnTo>
                    <a:pt x="0" y="998"/>
                  </a:lnTo>
                  <a:lnTo>
                    <a:pt x="1667" y="21431"/>
                  </a:lnTo>
                  <a:lnTo>
                    <a:pt x="332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6"/>
            <p:cNvSpPr/>
            <p:nvPr/>
          </p:nvSpPr>
          <p:spPr>
            <a:xfrm>
              <a:off x="-2745675" y="3707425"/>
              <a:ext cx="419575" cy="1179600"/>
            </a:xfrm>
            <a:custGeom>
              <a:rect b="b" l="l" r="r" t="t"/>
              <a:pathLst>
                <a:path extrusionOk="0" fill="none" h="47184" w="16783">
                  <a:moveTo>
                    <a:pt x="16783" y="44275"/>
                  </a:moveTo>
                  <a:cubicBezTo>
                    <a:pt x="15639" y="44883"/>
                    <a:pt x="10698" y="47183"/>
                    <a:pt x="3785" y="46429"/>
                  </a:cubicBezTo>
                  <a:lnTo>
                    <a:pt x="0" y="1"/>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6"/>
            <p:cNvSpPr/>
            <p:nvPr/>
          </p:nvSpPr>
          <p:spPr>
            <a:xfrm>
              <a:off x="-2655625" y="4761350"/>
              <a:ext cx="305200" cy="55400"/>
            </a:xfrm>
            <a:custGeom>
              <a:rect b="b" l="l" r="r" t="t"/>
              <a:pathLst>
                <a:path extrusionOk="0" fill="none" h="2216" w="12208">
                  <a:moveTo>
                    <a:pt x="1" y="1947"/>
                  </a:moveTo>
                  <a:cubicBezTo>
                    <a:pt x="1" y="1947"/>
                    <a:pt x="7497" y="2215"/>
                    <a:pt x="12207"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6"/>
            <p:cNvSpPr/>
            <p:nvPr/>
          </p:nvSpPr>
          <p:spPr>
            <a:xfrm>
              <a:off x="-3246475" y="4772600"/>
              <a:ext cx="265950" cy="344125"/>
            </a:xfrm>
            <a:custGeom>
              <a:rect b="b" l="l" r="r" t="t"/>
              <a:pathLst>
                <a:path extrusionOk="0" h="13765" w="10638">
                  <a:moveTo>
                    <a:pt x="6183" y="0"/>
                  </a:moveTo>
                  <a:lnTo>
                    <a:pt x="5806" y="1875"/>
                  </a:lnTo>
                  <a:lnTo>
                    <a:pt x="4929" y="6280"/>
                  </a:lnTo>
                  <a:cubicBezTo>
                    <a:pt x="4829" y="6772"/>
                    <a:pt x="4398" y="7106"/>
                    <a:pt x="3922" y="7106"/>
                  </a:cubicBezTo>
                  <a:cubicBezTo>
                    <a:pt x="3821" y="7106"/>
                    <a:pt x="3718" y="7091"/>
                    <a:pt x="3615" y="7059"/>
                  </a:cubicBezTo>
                  <a:lnTo>
                    <a:pt x="3591" y="7059"/>
                  </a:lnTo>
                  <a:cubicBezTo>
                    <a:pt x="2654" y="6779"/>
                    <a:pt x="1266" y="6341"/>
                    <a:pt x="1" y="5879"/>
                  </a:cubicBezTo>
                  <a:lnTo>
                    <a:pt x="1" y="5879"/>
                  </a:lnTo>
                  <a:lnTo>
                    <a:pt x="5721" y="13765"/>
                  </a:lnTo>
                  <a:lnTo>
                    <a:pt x="6536" y="11148"/>
                  </a:lnTo>
                  <a:lnTo>
                    <a:pt x="7132" y="9177"/>
                  </a:lnTo>
                  <a:lnTo>
                    <a:pt x="9372" y="4747"/>
                  </a:lnTo>
                  <a:lnTo>
                    <a:pt x="10637" y="2264"/>
                  </a:lnTo>
                  <a:lnTo>
                    <a:pt x="6183" y="0"/>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6"/>
            <p:cNvSpPr/>
            <p:nvPr/>
          </p:nvSpPr>
          <p:spPr>
            <a:xfrm>
              <a:off x="-3246475" y="4772600"/>
              <a:ext cx="265950" cy="344125"/>
            </a:xfrm>
            <a:custGeom>
              <a:rect b="b" l="l" r="r" t="t"/>
              <a:pathLst>
                <a:path extrusionOk="0" fill="none" h="13765" w="10638">
                  <a:moveTo>
                    <a:pt x="1" y="5879"/>
                  </a:moveTo>
                  <a:cubicBezTo>
                    <a:pt x="1266" y="6341"/>
                    <a:pt x="2654" y="6779"/>
                    <a:pt x="3591" y="7059"/>
                  </a:cubicBezTo>
                  <a:lnTo>
                    <a:pt x="3615" y="7059"/>
                  </a:lnTo>
                  <a:cubicBezTo>
                    <a:pt x="4199" y="7242"/>
                    <a:pt x="4808" y="6876"/>
                    <a:pt x="4929" y="6280"/>
                  </a:cubicBezTo>
                  <a:lnTo>
                    <a:pt x="5806" y="1875"/>
                  </a:lnTo>
                  <a:lnTo>
                    <a:pt x="6183" y="0"/>
                  </a:lnTo>
                  <a:lnTo>
                    <a:pt x="10637" y="2264"/>
                  </a:lnTo>
                  <a:lnTo>
                    <a:pt x="9372" y="4747"/>
                  </a:lnTo>
                  <a:lnTo>
                    <a:pt x="7132" y="9177"/>
                  </a:lnTo>
                  <a:lnTo>
                    <a:pt x="6536" y="11148"/>
                  </a:lnTo>
                  <a:lnTo>
                    <a:pt x="5721" y="13765"/>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6"/>
            <p:cNvSpPr/>
            <p:nvPr/>
          </p:nvSpPr>
          <p:spPr>
            <a:xfrm>
              <a:off x="-3089881" y="4768258"/>
              <a:ext cx="107749" cy="106095"/>
            </a:xfrm>
            <a:custGeom>
              <a:rect b="b" l="l" r="r" t="t"/>
              <a:pathLst>
                <a:path extrusionOk="0" h="4747" w="4821">
                  <a:moveTo>
                    <a:pt x="378" y="0"/>
                  </a:moveTo>
                  <a:lnTo>
                    <a:pt x="1" y="1875"/>
                  </a:lnTo>
                  <a:cubicBezTo>
                    <a:pt x="1133" y="2897"/>
                    <a:pt x="2325" y="3858"/>
                    <a:pt x="3567" y="4747"/>
                  </a:cubicBezTo>
                  <a:lnTo>
                    <a:pt x="4820" y="2252"/>
                  </a:lnTo>
                  <a:lnTo>
                    <a:pt x="3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6"/>
            <p:cNvSpPr/>
            <p:nvPr/>
          </p:nvSpPr>
          <p:spPr>
            <a:xfrm>
              <a:off x="-3347450" y="4888925"/>
              <a:ext cx="264075" cy="227800"/>
            </a:xfrm>
            <a:custGeom>
              <a:rect b="b" l="l" r="r" t="t"/>
              <a:pathLst>
                <a:path extrusionOk="0" h="9112" w="10563">
                  <a:moveTo>
                    <a:pt x="831" y="0"/>
                  </a:moveTo>
                  <a:cubicBezTo>
                    <a:pt x="1" y="0"/>
                    <a:pt x="687" y="1556"/>
                    <a:pt x="2506" y="3513"/>
                  </a:cubicBezTo>
                  <a:cubicBezTo>
                    <a:pt x="4758" y="5923"/>
                    <a:pt x="9760" y="9112"/>
                    <a:pt x="9760" y="9112"/>
                  </a:cubicBezTo>
                  <a:lnTo>
                    <a:pt x="10563" y="6483"/>
                  </a:lnTo>
                  <a:cubicBezTo>
                    <a:pt x="8908" y="5266"/>
                    <a:pt x="8031" y="3477"/>
                    <a:pt x="7630" y="2406"/>
                  </a:cubicBezTo>
                  <a:cubicBezTo>
                    <a:pt x="5999" y="1907"/>
                    <a:pt x="3005" y="946"/>
                    <a:pt x="1654" y="264"/>
                  </a:cubicBezTo>
                  <a:cubicBezTo>
                    <a:pt x="1296" y="84"/>
                    <a:pt x="1023" y="0"/>
                    <a:pt x="831"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6"/>
            <p:cNvSpPr/>
            <p:nvPr/>
          </p:nvSpPr>
          <p:spPr>
            <a:xfrm>
              <a:off x="-2627925" y="3666350"/>
              <a:ext cx="49300" cy="320400"/>
            </a:xfrm>
            <a:custGeom>
              <a:rect b="b" l="l" r="r" t="t"/>
              <a:pathLst>
                <a:path extrusionOk="0" fill="none" h="12816" w="1972">
                  <a:moveTo>
                    <a:pt x="1217" y="1"/>
                  </a:moveTo>
                  <a:lnTo>
                    <a:pt x="1886" y="9578"/>
                  </a:lnTo>
                  <a:cubicBezTo>
                    <a:pt x="1972" y="10820"/>
                    <a:pt x="1363" y="12012"/>
                    <a:pt x="292" y="12657"/>
                  </a:cubicBezTo>
                  <a:lnTo>
                    <a:pt x="0" y="12816"/>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6"/>
            <p:cNvSpPr/>
            <p:nvPr/>
          </p:nvSpPr>
          <p:spPr>
            <a:xfrm>
              <a:off x="-3139075" y="3688575"/>
              <a:ext cx="519375" cy="1183550"/>
            </a:xfrm>
            <a:custGeom>
              <a:rect b="b" l="l" r="r" t="t"/>
              <a:pathLst>
                <a:path extrusionOk="0" h="47342" w="20775">
                  <a:moveTo>
                    <a:pt x="19972" y="0"/>
                  </a:moveTo>
                  <a:lnTo>
                    <a:pt x="17598" y="73"/>
                  </a:lnTo>
                  <a:lnTo>
                    <a:pt x="10637" y="280"/>
                  </a:lnTo>
                  <a:cubicBezTo>
                    <a:pt x="10333" y="1862"/>
                    <a:pt x="9846" y="4065"/>
                    <a:pt x="9262" y="6633"/>
                  </a:cubicBezTo>
                  <a:cubicBezTo>
                    <a:pt x="6171" y="20105"/>
                    <a:pt x="1" y="43885"/>
                    <a:pt x="1" y="43885"/>
                  </a:cubicBezTo>
                  <a:cubicBezTo>
                    <a:pt x="6037" y="46550"/>
                    <a:pt x="12816" y="47341"/>
                    <a:pt x="12816" y="47341"/>
                  </a:cubicBezTo>
                  <a:cubicBezTo>
                    <a:pt x="12816" y="47341"/>
                    <a:pt x="15797" y="37617"/>
                    <a:pt x="18036" y="28916"/>
                  </a:cubicBezTo>
                  <a:cubicBezTo>
                    <a:pt x="19266" y="24182"/>
                    <a:pt x="20264" y="19728"/>
                    <a:pt x="20446" y="17330"/>
                  </a:cubicBezTo>
                  <a:cubicBezTo>
                    <a:pt x="20775" y="13107"/>
                    <a:pt x="20507" y="7472"/>
                    <a:pt x="20276" y="3797"/>
                  </a:cubicBezTo>
                  <a:cubicBezTo>
                    <a:pt x="20118" y="1521"/>
                    <a:pt x="19972" y="0"/>
                    <a:pt x="19972"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6"/>
            <p:cNvSpPr/>
            <p:nvPr/>
          </p:nvSpPr>
          <p:spPr>
            <a:xfrm>
              <a:off x="-3139375" y="3688575"/>
              <a:ext cx="524550" cy="1183550"/>
            </a:xfrm>
            <a:custGeom>
              <a:rect b="b" l="l" r="r" t="t"/>
              <a:pathLst>
                <a:path extrusionOk="0" fill="none" h="47342" w="20982">
                  <a:moveTo>
                    <a:pt x="19971" y="0"/>
                  </a:moveTo>
                  <a:cubicBezTo>
                    <a:pt x="19971" y="0"/>
                    <a:pt x="20981" y="10515"/>
                    <a:pt x="20458" y="17330"/>
                  </a:cubicBezTo>
                  <a:cubicBezTo>
                    <a:pt x="19935" y="24145"/>
                    <a:pt x="12828" y="47341"/>
                    <a:pt x="12828" y="47341"/>
                  </a:cubicBezTo>
                  <a:cubicBezTo>
                    <a:pt x="12828" y="47341"/>
                    <a:pt x="5952" y="46416"/>
                    <a:pt x="0" y="43885"/>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6"/>
            <p:cNvSpPr/>
            <p:nvPr/>
          </p:nvSpPr>
          <p:spPr>
            <a:xfrm>
              <a:off x="-3072450" y="4736700"/>
              <a:ext cx="273850" cy="67875"/>
            </a:xfrm>
            <a:custGeom>
              <a:rect b="b" l="l" r="r" t="t"/>
              <a:pathLst>
                <a:path extrusionOk="0" fill="none" h="2715" w="10954">
                  <a:moveTo>
                    <a:pt x="1" y="0"/>
                  </a:moveTo>
                  <a:cubicBezTo>
                    <a:pt x="3567" y="1217"/>
                    <a:pt x="7230" y="2130"/>
                    <a:pt x="10954" y="2714"/>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6"/>
            <p:cNvSpPr/>
            <p:nvPr/>
          </p:nvSpPr>
          <p:spPr>
            <a:xfrm>
              <a:off x="-2956525" y="3141525"/>
              <a:ext cx="531250" cy="591825"/>
            </a:xfrm>
            <a:custGeom>
              <a:rect b="b" l="l" r="r" t="t"/>
              <a:pathLst>
                <a:path extrusionOk="0" h="23673" w="21250">
                  <a:moveTo>
                    <a:pt x="15907" y="1"/>
                  </a:moveTo>
                  <a:lnTo>
                    <a:pt x="2921" y="1424"/>
                  </a:lnTo>
                  <a:lnTo>
                    <a:pt x="1" y="21480"/>
                  </a:lnTo>
                  <a:cubicBezTo>
                    <a:pt x="1" y="21480"/>
                    <a:pt x="3843" y="23673"/>
                    <a:pt x="7990" y="23673"/>
                  </a:cubicBezTo>
                  <a:cubicBezTo>
                    <a:pt x="8057" y="23673"/>
                    <a:pt x="8124" y="23672"/>
                    <a:pt x="8191" y="23671"/>
                  </a:cubicBezTo>
                  <a:cubicBezTo>
                    <a:pt x="12414" y="23586"/>
                    <a:pt x="13789" y="22856"/>
                    <a:pt x="13789" y="22856"/>
                  </a:cubicBezTo>
                  <a:cubicBezTo>
                    <a:pt x="13789" y="22856"/>
                    <a:pt x="14894" y="23150"/>
                    <a:pt x="16254" y="23150"/>
                  </a:cubicBezTo>
                  <a:cubicBezTo>
                    <a:pt x="18427" y="23150"/>
                    <a:pt x="21249" y="22399"/>
                    <a:pt x="21249" y="18499"/>
                  </a:cubicBezTo>
                  <a:cubicBezTo>
                    <a:pt x="21249" y="12170"/>
                    <a:pt x="15907" y="1"/>
                    <a:pt x="15907" y="1"/>
                  </a:cubicBezTo>
                  <a:close/>
                </a:path>
              </a:pathLst>
            </a:custGeom>
            <a:solidFill>
              <a:schemeClr val="accen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76"/>
            <p:cNvSpPr/>
            <p:nvPr/>
          </p:nvSpPr>
          <p:spPr>
            <a:xfrm>
              <a:off x="-3212400" y="3175000"/>
              <a:ext cx="566225" cy="1142775"/>
            </a:xfrm>
            <a:custGeom>
              <a:rect b="b" l="l" r="r" t="t"/>
              <a:pathLst>
                <a:path extrusionOk="0" h="45711" w="22649">
                  <a:moveTo>
                    <a:pt x="12499" y="0"/>
                  </a:moveTo>
                  <a:cubicBezTo>
                    <a:pt x="12499" y="0"/>
                    <a:pt x="8276" y="26957"/>
                    <a:pt x="1" y="41488"/>
                  </a:cubicBezTo>
                  <a:cubicBezTo>
                    <a:pt x="1" y="41488"/>
                    <a:pt x="6013" y="44579"/>
                    <a:pt x="12499" y="45710"/>
                  </a:cubicBezTo>
                  <a:cubicBezTo>
                    <a:pt x="12499" y="45710"/>
                    <a:pt x="22649" y="22904"/>
                    <a:pt x="19047" y="1716"/>
                  </a:cubicBezTo>
                  <a:lnTo>
                    <a:pt x="12499" y="0"/>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6"/>
            <p:cNvSpPr/>
            <p:nvPr/>
          </p:nvSpPr>
          <p:spPr>
            <a:xfrm>
              <a:off x="-3174675" y="4191800"/>
              <a:ext cx="290275" cy="88550"/>
            </a:xfrm>
            <a:custGeom>
              <a:rect b="b" l="l" r="r" t="t"/>
              <a:pathLst>
                <a:path extrusionOk="0" fill="none" h="3542" w="11611">
                  <a:moveTo>
                    <a:pt x="1" y="0"/>
                  </a:moveTo>
                  <a:cubicBezTo>
                    <a:pt x="1" y="0"/>
                    <a:pt x="7145" y="2726"/>
                    <a:pt x="11611" y="3542"/>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6"/>
            <p:cNvSpPr/>
            <p:nvPr/>
          </p:nvSpPr>
          <p:spPr>
            <a:xfrm>
              <a:off x="-2617900" y="3124500"/>
              <a:ext cx="424150" cy="1142475"/>
            </a:xfrm>
            <a:custGeom>
              <a:rect b="b" l="l" r="r" t="t"/>
              <a:pathLst>
                <a:path extrusionOk="0" h="45699" w="16966">
                  <a:moveTo>
                    <a:pt x="3579" y="0"/>
                  </a:moveTo>
                  <a:lnTo>
                    <a:pt x="1" y="2276"/>
                  </a:lnTo>
                  <a:cubicBezTo>
                    <a:pt x="1" y="2276"/>
                    <a:pt x="10394" y="19472"/>
                    <a:pt x="9019" y="45698"/>
                  </a:cubicBezTo>
                  <a:cubicBezTo>
                    <a:pt x="9019" y="45698"/>
                    <a:pt x="13558" y="44481"/>
                    <a:pt x="16966" y="41633"/>
                  </a:cubicBezTo>
                  <a:cubicBezTo>
                    <a:pt x="16966" y="41633"/>
                    <a:pt x="14373" y="12499"/>
                    <a:pt x="3579"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6"/>
            <p:cNvSpPr/>
            <p:nvPr/>
          </p:nvSpPr>
          <p:spPr>
            <a:xfrm>
              <a:off x="-2390925" y="4147075"/>
              <a:ext cx="168875" cy="81250"/>
            </a:xfrm>
            <a:custGeom>
              <a:rect b="b" l="l" r="r" t="t"/>
              <a:pathLst>
                <a:path extrusionOk="0" fill="none" h="3250" w="6755">
                  <a:moveTo>
                    <a:pt x="1" y="3250"/>
                  </a:moveTo>
                  <a:cubicBezTo>
                    <a:pt x="1" y="3250"/>
                    <a:pt x="4236" y="1899"/>
                    <a:pt x="6755"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6"/>
            <p:cNvSpPr/>
            <p:nvPr/>
          </p:nvSpPr>
          <p:spPr>
            <a:xfrm>
              <a:off x="-2875600" y="3308000"/>
              <a:ext cx="204475" cy="222675"/>
            </a:xfrm>
            <a:custGeom>
              <a:rect b="b" l="l" r="r" t="t"/>
              <a:pathLst>
                <a:path extrusionOk="0" h="8907" w="8179">
                  <a:moveTo>
                    <a:pt x="4122" y="1"/>
                  </a:moveTo>
                  <a:cubicBezTo>
                    <a:pt x="3977" y="1"/>
                    <a:pt x="3844" y="103"/>
                    <a:pt x="3798" y="327"/>
                  </a:cubicBezTo>
                  <a:cubicBezTo>
                    <a:pt x="3542" y="1544"/>
                    <a:pt x="2496" y="4270"/>
                    <a:pt x="2496" y="4270"/>
                  </a:cubicBezTo>
                  <a:lnTo>
                    <a:pt x="548" y="5548"/>
                  </a:lnTo>
                  <a:lnTo>
                    <a:pt x="1" y="5913"/>
                  </a:lnTo>
                  <a:lnTo>
                    <a:pt x="2058" y="8907"/>
                  </a:lnTo>
                  <a:lnTo>
                    <a:pt x="3348" y="7909"/>
                  </a:lnTo>
                  <a:lnTo>
                    <a:pt x="3421" y="7860"/>
                  </a:lnTo>
                  <a:cubicBezTo>
                    <a:pt x="3664" y="7666"/>
                    <a:pt x="3968" y="7556"/>
                    <a:pt x="4272" y="7556"/>
                  </a:cubicBezTo>
                  <a:cubicBezTo>
                    <a:pt x="4516" y="7556"/>
                    <a:pt x="4759" y="7495"/>
                    <a:pt x="4990" y="7386"/>
                  </a:cubicBezTo>
                  <a:lnTo>
                    <a:pt x="7814" y="5925"/>
                  </a:lnTo>
                  <a:cubicBezTo>
                    <a:pt x="7936" y="5864"/>
                    <a:pt x="8021" y="5755"/>
                    <a:pt x="8045" y="5633"/>
                  </a:cubicBezTo>
                  <a:lnTo>
                    <a:pt x="8142" y="5280"/>
                  </a:lnTo>
                  <a:cubicBezTo>
                    <a:pt x="8179" y="5134"/>
                    <a:pt x="8155" y="4988"/>
                    <a:pt x="8069" y="4879"/>
                  </a:cubicBezTo>
                  <a:lnTo>
                    <a:pt x="7972" y="4757"/>
                  </a:lnTo>
                  <a:cubicBezTo>
                    <a:pt x="7887" y="4647"/>
                    <a:pt x="7850" y="4514"/>
                    <a:pt x="7887" y="4380"/>
                  </a:cubicBezTo>
                  <a:lnTo>
                    <a:pt x="7948" y="4027"/>
                  </a:lnTo>
                  <a:cubicBezTo>
                    <a:pt x="7984" y="3881"/>
                    <a:pt x="7936" y="3710"/>
                    <a:pt x="7826" y="3601"/>
                  </a:cubicBezTo>
                  <a:lnTo>
                    <a:pt x="7631" y="3430"/>
                  </a:lnTo>
                  <a:cubicBezTo>
                    <a:pt x="7534" y="3321"/>
                    <a:pt x="7473" y="3175"/>
                    <a:pt x="7497" y="3029"/>
                  </a:cubicBezTo>
                  <a:lnTo>
                    <a:pt x="7546" y="2664"/>
                  </a:lnTo>
                  <a:cubicBezTo>
                    <a:pt x="7546" y="2639"/>
                    <a:pt x="7546" y="2627"/>
                    <a:pt x="7546" y="2603"/>
                  </a:cubicBezTo>
                  <a:cubicBezTo>
                    <a:pt x="7546" y="2433"/>
                    <a:pt x="7449" y="2274"/>
                    <a:pt x="7291" y="2189"/>
                  </a:cubicBezTo>
                  <a:cubicBezTo>
                    <a:pt x="7108" y="2116"/>
                    <a:pt x="6999" y="1921"/>
                    <a:pt x="7023" y="1727"/>
                  </a:cubicBezTo>
                  <a:lnTo>
                    <a:pt x="7047" y="1520"/>
                  </a:lnTo>
                  <a:cubicBezTo>
                    <a:pt x="7059" y="1325"/>
                    <a:pt x="6962" y="1142"/>
                    <a:pt x="6792" y="1057"/>
                  </a:cubicBezTo>
                  <a:lnTo>
                    <a:pt x="6743" y="1033"/>
                  </a:lnTo>
                  <a:cubicBezTo>
                    <a:pt x="6681" y="1004"/>
                    <a:pt x="6614" y="991"/>
                    <a:pt x="6549" y="991"/>
                  </a:cubicBezTo>
                  <a:cubicBezTo>
                    <a:pt x="6448" y="991"/>
                    <a:pt x="6349" y="1023"/>
                    <a:pt x="6268" y="1082"/>
                  </a:cubicBezTo>
                  <a:lnTo>
                    <a:pt x="4990" y="2007"/>
                  </a:lnTo>
                  <a:cubicBezTo>
                    <a:pt x="4939" y="2045"/>
                    <a:pt x="4881" y="2063"/>
                    <a:pt x="4825" y="2063"/>
                  </a:cubicBezTo>
                  <a:cubicBezTo>
                    <a:pt x="4669" y="2063"/>
                    <a:pt x="4522" y="1930"/>
                    <a:pt x="4540" y="1751"/>
                  </a:cubicBezTo>
                  <a:cubicBezTo>
                    <a:pt x="4565" y="1435"/>
                    <a:pt x="4601" y="1045"/>
                    <a:pt x="4613" y="717"/>
                  </a:cubicBezTo>
                  <a:cubicBezTo>
                    <a:pt x="4621" y="266"/>
                    <a:pt x="4355" y="1"/>
                    <a:pt x="4122"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6"/>
            <p:cNvSpPr/>
            <p:nvPr/>
          </p:nvSpPr>
          <p:spPr>
            <a:xfrm>
              <a:off x="-2875600" y="3446700"/>
              <a:ext cx="83700" cy="83975"/>
            </a:xfrm>
            <a:custGeom>
              <a:rect b="b" l="l" r="r" t="t"/>
              <a:pathLst>
                <a:path extrusionOk="0" h="3359" w="3348">
                  <a:moveTo>
                    <a:pt x="548" y="0"/>
                  </a:moveTo>
                  <a:lnTo>
                    <a:pt x="1" y="365"/>
                  </a:lnTo>
                  <a:lnTo>
                    <a:pt x="2058" y="3359"/>
                  </a:lnTo>
                  <a:lnTo>
                    <a:pt x="3348" y="2361"/>
                  </a:lnTo>
                  <a:cubicBezTo>
                    <a:pt x="2471" y="1107"/>
                    <a:pt x="1169" y="329"/>
                    <a:pt x="548"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6"/>
            <p:cNvSpPr/>
            <p:nvPr/>
          </p:nvSpPr>
          <p:spPr>
            <a:xfrm>
              <a:off x="-3141475" y="3175000"/>
              <a:ext cx="355975" cy="545500"/>
            </a:xfrm>
            <a:custGeom>
              <a:rect b="b" l="l" r="r" t="t"/>
              <a:pathLst>
                <a:path extrusionOk="0" h="21820" w="14239">
                  <a:moveTo>
                    <a:pt x="9662" y="0"/>
                  </a:moveTo>
                  <a:cubicBezTo>
                    <a:pt x="9662" y="1"/>
                    <a:pt x="1168" y="9992"/>
                    <a:pt x="413" y="16101"/>
                  </a:cubicBezTo>
                  <a:cubicBezTo>
                    <a:pt x="1" y="19445"/>
                    <a:pt x="1492" y="21819"/>
                    <a:pt x="4390" y="21819"/>
                  </a:cubicBezTo>
                  <a:cubicBezTo>
                    <a:pt x="6797" y="21819"/>
                    <a:pt x="10174" y="20182"/>
                    <a:pt x="14238" y="16101"/>
                  </a:cubicBezTo>
                  <a:cubicBezTo>
                    <a:pt x="13374" y="13984"/>
                    <a:pt x="12060" y="12073"/>
                    <a:pt x="10392" y="10503"/>
                  </a:cubicBezTo>
                  <a:lnTo>
                    <a:pt x="8129" y="11586"/>
                  </a:lnTo>
                  <a:cubicBezTo>
                    <a:pt x="8129" y="11586"/>
                    <a:pt x="8287" y="10746"/>
                    <a:pt x="8518" y="9481"/>
                  </a:cubicBezTo>
                  <a:cubicBezTo>
                    <a:pt x="8993" y="6876"/>
                    <a:pt x="9699" y="2483"/>
                    <a:pt x="9662"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6"/>
            <p:cNvSpPr/>
            <p:nvPr/>
          </p:nvSpPr>
          <p:spPr>
            <a:xfrm>
              <a:off x="-2905100" y="3088600"/>
              <a:ext cx="399800" cy="158225"/>
            </a:xfrm>
            <a:custGeom>
              <a:rect b="b" l="l" r="r" t="t"/>
              <a:pathLst>
                <a:path extrusionOk="0" h="6329" w="15992">
                  <a:moveTo>
                    <a:pt x="7558" y="0"/>
                  </a:moveTo>
                  <a:lnTo>
                    <a:pt x="1643" y="2641"/>
                  </a:lnTo>
                  <a:lnTo>
                    <a:pt x="110" y="3322"/>
                  </a:lnTo>
                  <a:cubicBezTo>
                    <a:pt x="0" y="3383"/>
                    <a:pt x="0" y="3529"/>
                    <a:pt x="110" y="3590"/>
                  </a:cubicBezTo>
                  <a:cubicBezTo>
                    <a:pt x="1290" y="4113"/>
                    <a:pt x="5769" y="5939"/>
                    <a:pt x="10053" y="6328"/>
                  </a:cubicBezTo>
                  <a:cubicBezTo>
                    <a:pt x="10053" y="6328"/>
                    <a:pt x="13813" y="3541"/>
                    <a:pt x="15943" y="937"/>
                  </a:cubicBezTo>
                  <a:cubicBezTo>
                    <a:pt x="15992" y="864"/>
                    <a:pt x="15943" y="767"/>
                    <a:pt x="15858" y="767"/>
                  </a:cubicBezTo>
                  <a:lnTo>
                    <a:pt x="14288" y="621"/>
                  </a:lnTo>
                  <a:lnTo>
                    <a:pt x="7558"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6"/>
            <p:cNvSpPr/>
            <p:nvPr/>
          </p:nvSpPr>
          <p:spPr>
            <a:xfrm>
              <a:off x="-2864025" y="3088600"/>
              <a:ext cx="316125" cy="115325"/>
            </a:xfrm>
            <a:custGeom>
              <a:rect b="b" l="l" r="r" t="t"/>
              <a:pathLst>
                <a:path extrusionOk="0" h="4613" w="12645">
                  <a:moveTo>
                    <a:pt x="5915" y="0"/>
                  </a:moveTo>
                  <a:lnTo>
                    <a:pt x="0" y="2641"/>
                  </a:lnTo>
                  <a:cubicBezTo>
                    <a:pt x="2020" y="3383"/>
                    <a:pt x="5075" y="4333"/>
                    <a:pt x="8032" y="4612"/>
                  </a:cubicBezTo>
                  <a:cubicBezTo>
                    <a:pt x="9651" y="3383"/>
                    <a:pt x="11197" y="2045"/>
                    <a:pt x="12645" y="621"/>
                  </a:cubicBezTo>
                  <a:lnTo>
                    <a:pt x="5915" y="0"/>
                  </a:lnTo>
                  <a:close/>
                </a:path>
              </a:pathLst>
            </a:custGeom>
            <a:solidFill>
              <a:schemeClr val="accent3"/>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6"/>
            <p:cNvSpPr/>
            <p:nvPr/>
          </p:nvSpPr>
          <p:spPr>
            <a:xfrm>
              <a:off x="-2775800" y="3018925"/>
              <a:ext cx="139075" cy="133875"/>
            </a:xfrm>
            <a:custGeom>
              <a:rect b="b" l="l" r="r" t="t"/>
              <a:pathLst>
                <a:path extrusionOk="0" h="5355" w="5563">
                  <a:moveTo>
                    <a:pt x="1449" y="0"/>
                  </a:moveTo>
                  <a:lnTo>
                    <a:pt x="1388" y="499"/>
                  </a:lnTo>
                  <a:lnTo>
                    <a:pt x="974" y="3566"/>
                  </a:lnTo>
                  <a:cubicBezTo>
                    <a:pt x="913" y="4041"/>
                    <a:pt x="719" y="4491"/>
                    <a:pt x="414" y="4856"/>
                  </a:cubicBezTo>
                  <a:cubicBezTo>
                    <a:pt x="195" y="5111"/>
                    <a:pt x="1" y="5355"/>
                    <a:pt x="13" y="5355"/>
                  </a:cubicBezTo>
                  <a:lnTo>
                    <a:pt x="5562" y="5355"/>
                  </a:lnTo>
                  <a:cubicBezTo>
                    <a:pt x="5562" y="5355"/>
                    <a:pt x="5282" y="4929"/>
                    <a:pt x="5063" y="4600"/>
                  </a:cubicBezTo>
                  <a:cubicBezTo>
                    <a:pt x="4917" y="4369"/>
                    <a:pt x="4844" y="4101"/>
                    <a:pt x="4869" y="3834"/>
                  </a:cubicBezTo>
                  <a:lnTo>
                    <a:pt x="4917" y="3189"/>
                  </a:lnTo>
                  <a:lnTo>
                    <a:pt x="5124" y="0"/>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6"/>
            <p:cNvSpPr/>
            <p:nvPr/>
          </p:nvSpPr>
          <p:spPr>
            <a:xfrm>
              <a:off x="-2775800" y="3018925"/>
              <a:ext cx="139075" cy="133875"/>
            </a:xfrm>
            <a:custGeom>
              <a:rect b="b" l="l" r="r" t="t"/>
              <a:pathLst>
                <a:path extrusionOk="0" fill="none" h="5355" w="5563">
                  <a:moveTo>
                    <a:pt x="13" y="5355"/>
                  </a:moveTo>
                  <a:cubicBezTo>
                    <a:pt x="1" y="5355"/>
                    <a:pt x="195" y="5111"/>
                    <a:pt x="414" y="4856"/>
                  </a:cubicBezTo>
                  <a:cubicBezTo>
                    <a:pt x="719" y="4491"/>
                    <a:pt x="913" y="4041"/>
                    <a:pt x="974" y="3566"/>
                  </a:cubicBezTo>
                  <a:lnTo>
                    <a:pt x="1388" y="499"/>
                  </a:lnTo>
                  <a:lnTo>
                    <a:pt x="1449" y="0"/>
                  </a:lnTo>
                  <a:lnTo>
                    <a:pt x="5124" y="0"/>
                  </a:lnTo>
                  <a:lnTo>
                    <a:pt x="4917" y="3189"/>
                  </a:lnTo>
                  <a:lnTo>
                    <a:pt x="4869" y="3834"/>
                  </a:lnTo>
                  <a:cubicBezTo>
                    <a:pt x="4844" y="4101"/>
                    <a:pt x="4917" y="4369"/>
                    <a:pt x="5063" y="4600"/>
                  </a:cubicBezTo>
                  <a:cubicBezTo>
                    <a:pt x="5282" y="4929"/>
                    <a:pt x="5562" y="5355"/>
                    <a:pt x="5562" y="5355"/>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6"/>
            <p:cNvSpPr/>
            <p:nvPr/>
          </p:nvSpPr>
          <p:spPr>
            <a:xfrm>
              <a:off x="-2864025" y="3096500"/>
              <a:ext cx="316125" cy="107125"/>
            </a:xfrm>
            <a:custGeom>
              <a:rect b="b" l="l" r="r" t="t"/>
              <a:pathLst>
                <a:path extrusionOk="0" h="4285" w="12645">
                  <a:moveTo>
                    <a:pt x="9274" y="0"/>
                  </a:moveTo>
                  <a:lnTo>
                    <a:pt x="9140" y="767"/>
                  </a:lnTo>
                  <a:cubicBezTo>
                    <a:pt x="8896" y="913"/>
                    <a:pt x="8641" y="1047"/>
                    <a:pt x="8361" y="1132"/>
                  </a:cubicBezTo>
                  <a:cubicBezTo>
                    <a:pt x="7743" y="1349"/>
                    <a:pt x="7075" y="1426"/>
                    <a:pt x="6438" y="1426"/>
                  </a:cubicBezTo>
                  <a:cubicBezTo>
                    <a:pt x="5682" y="1426"/>
                    <a:pt x="4971" y="1318"/>
                    <a:pt x="4442" y="1205"/>
                  </a:cubicBezTo>
                  <a:cubicBezTo>
                    <a:pt x="4138" y="1144"/>
                    <a:pt x="3834" y="1071"/>
                    <a:pt x="3542" y="986"/>
                  </a:cubicBezTo>
                  <a:lnTo>
                    <a:pt x="3359" y="816"/>
                  </a:lnTo>
                  <a:lnTo>
                    <a:pt x="0" y="2325"/>
                  </a:lnTo>
                  <a:cubicBezTo>
                    <a:pt x="2020" y="3067"/>
                    <a:pt x="5075" y="4017"/>
                    <a:pt x="8045" y="4284"/>
                  </a:cubicBezTo>
                  <a:cubicBezTo>
                    <a:pt x="9663" y="3067"/>
                    <a:pt x="11197" y="1729"/>
                    <a:pt x="12645" y="305"/>
                  </a:cubicBezTo>
                  <a:lnTo>
                    <a:pt x="9274" y="0"/>
                  </a:ln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6"/>
            <p:cNvSpPr/>
            <p:nvPr/>
          </p:nvSpPr>
          <p:spPr>
            <a:xfrm>
              <a:off x="-2998886" y="3415252"/>
              <a:ext cx="66350" cy="84925"/>
            </a:xfrm>
            <a:custGeom>
              <a:rect b="b" l="l" r="r" t="t"/>
              <a:pathLst>
                <a:path extrusionOk="0" h="3397" w="2654">
                  <a:moveTo>
                    <a:pt x="2653" y="1"/>
                  </a:moveTo>
                  <a:lnTo>
                    <a:pt x="0" y="3396"/>
                  </a:lnTo>
                  <a:cubicBezTo>
                    <a:pt x="706" y="2897"/>
                    <a:pt x="1461" y="2471"/>
                    <a:pt x="2252" y="2106"/>
                  </a:cubicBezTo>
                  <a:cubicBezTo>
                    <a:pt x="2252" y="2106"/>
                    <a:pt x="2422" y="1266"/>
                    <a:pt x="26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6"/>
            <p:cNvSpPr/>
            <p:nvPr/>
          </p:nvSpPr>
          <p:spPr>
            <a:xfrm>
              <a:off x="-3022250" y="3437550"/>
              <a:ext cx="236750" cy="281775"/>
            </a:xfrm>
            <a:custGeom>
              <a:rect b="b" l="l" r="r" t="t"/>
              <a:pathLst>
                <a:path extrusionOk="0" fill="none" h="11271" w="9470">
                  <a:moveTo>
                    <a:pt x="1" y="11270"/>
                  </a:moveTo>
                  <a:cubicBezTo>
                    <a:pt x="2301" y="10869"/>
                    <a:pt x="5964" y="9116"/>
                    <a:pt x="9469" y="5599"/>
                  </a:cubicBezTo>
                  <a:cubicBezTo>
                    <a:pt x="8605" y="3482"/>
                    <a:pt x="7291" y="1571"/>
                    <a:pt x="5623" y="1"/>
                  </a:cubicBezTo>
                  <a:lnTo>
                    <a:pt x="3360" y="1084"/>
                  </a:lnTo>
                </a:path>
              </a:pathLst>
            </a:custGeom>
            <a:noFill/>
            <a:ln cap="rnd" cmpd="sng" w="39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6"/>
            <p:cNvSpPr/>
            <p:nvPr/>
          </p:nvSpPr>
          <p:spPr>
            <a:xfrm>
              <a:off x="-3043850" y="3464650"/>
              <a:ext cx="194750" cy="139350"/>
            </a:xfrm>
            <a:custGeom>
              <a:rect b="b" l="l" r="r" t="t"/>
              <a:pathLst>
                <a:path extrusionOk="0" fill="none" h="5574" w="7790">
                  <a:moveTo>
                    <a:pt x="7790" y="5574"/>
                  </a:moveTo>
                  <a:cubicBezTo>
                    <a:pt x="6901" y="2848"/>
                    <a:pt x="4224" y="0"/>
                    <a:pt x="4224" y="0"/>
                  </a:cubicBezTo>
                  <a:cubicBezTo>
                    <a:pt x="3433" y="365"/>
                    <a:pt x="2678" y="791"/>
                    <a:pt x="1960" y="1290"/>
                  </a:cubicBezTo>
                  <a:cubicBezTo>
                    <a:pt x="1242" y="1752"/>
                    <a:pt x="597" y="2300"/>
                    <a:pt x="1" y="2921"/>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6"/>
            <p:cNvSpPr/>
            <p:nvPr/>
          </p:nvSpPr>
          <p:spPr>
            <a:xfrm>
              <a:off x="-2785525" y="2847925"/>
              <a:ext cx="185300" cy="215825"/>
            </a:xfrm>
            <a:custGeom>
              <a:rect b="b" l="l" r="r" t="t"/>
              <a:pathLst>
                <a:path extrusionOk="0" h="8633" w="7412">
                  <a:moveTo>
                    <a:pt x="4929" y="1"/>
                  </a:moveTo>
                  <a:lnTo>
                    <a:pt x="438" y="1729"/>
                  </a:lnTo>
                  <a:lnTo>
                    <a:pt x="0" y="3944"/>
                  </a:lnTo>
                  <a:cubicBezTo>
                    <a:pt x="0" y="3944"/>
                    <a:pt x="1132" y="7412"/>
                    <a:pt x="3140" y="8361"/>
                  </a:cubicBezTo>
                  <a:cubicBezTo>
                    <a:pt x="3539" y="8547"/>
                    <a:pt x="3950" y="8633"/>
                    <a:pt x="4351" y="8633"/>
                  </a:cubicBezTo>
                  <a:cubicBezTo>
                    <a:pt x="5968" y="8633"/>
                    <a:pt x="7412" y="7245"/>
                    <a:pt x="7168" y="5489"/>
                  </a:cubicBezTo>
                  <a:cubicBezTo>
                    <a:pt x="6876" y="3299"/>
                    <a:pt x="4929" y="1"/>
                    <a:pt x="4929"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6"/>
            <p:cNvSpPr/>
            <p:nvPr/>
          </p:nvSpPr>
          <p:spPr>
            <a:xfrm>
              <a:off x="-2818700" y="2814775"/>
              <a:ext cx="191400" cy="186525"/>
            </a:xfrm>
            <a:custGeom>
              <a:rect b="b" l="l" r="r" t="t"/>
              <a:pathLst>
                <a:path extrusionOk="0" h="7461" w="7656">
                  <a:moveTo>
                    <a:pt x="7120" y="0"/>
                  </a:moveTo>
                  <a:lnTo>
                    <a:pt x="1" y="3030"/>
                  </a:lnTo>
                  <a:lnTo>
                    <a:pt x="195" y="6000"/>
                  </a:lnTo>
                  <a:lnTo>
                    <a:pt x="1996" y="7460"/>
                  </a:lnTo>
                  <a:cubicBezTo>
                    <a:pt x="1996" y="7460"/>
                    <a:pt x="2994" y="6888"/>
                    <a:pt x="2629" y="5720"/>
                  </a:cubicBezTo>
                  <a:cubicBezTo>
                    <a:pt x="2532" y="5464"/>
                    <a:pt x="2641" y="5172"/>
                    <a:pt x="2885" y="5026"/>
                  </a:cubicBezTo>
                  <a:cubicBezTo>
                    <a:pt x="3189" y="4844"/>
                    <a:pt x="3542" y="4479"/>
                    <a:pt x="3627" y="3688"/>
                  </a:cubicBezTo>
                  <a:cubicBezTo>
                    <a:pt x="3652" y="3444"/>
                    <a:pt x="3846" y="3262"/>
                    <a:pt x="4090" y="3237"/>
                  </a:cubicBezTo>
                  <a:cubicBezTo>
                    <a:pt x="4528" y="3213"/>
                    <a:pt x="5185" y="3103"/>
                    <a:pt x="5562" y="2702"/>
                  </a:cubicBezTo>
                  <a:cubicBezTo>
                    <a:pt x="5647" y="2604"/>
                    <a:pt x="5769" y="2552"/>
                    <a:pt x="5893" y="2552"/>
                  </a:cubicBezTo>
                  <a:cubicBezTo>
                    <a:pt x="6001" y="2552"/>
                    <a:pt x="6110" y="2592"/>
                    <a:pt x="6195" y="2677"/>
                  </a:cubicBezTo>
                  <a:cubicBezTo>
                    <a:pt x="6572" y="3079"/>
                    <a:pt x="7108" y="3310"/>
                    <a:pt x="7655" y="3322"/>
                  </a:cubicBezTo>
                  <a:lnTo>
                    <a:pt x="71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6"/>
            <p:cNvSpPr/>
            <p:nvPr/>
          </p:nvSpPr>
          <p:spPr>
            <a:xfrm>
              <a:off x="-2803182" y="2985300"/>
              <a:ext cx="73700" cy="56800"/>
            </a:xfrm>
            <a:custGeom>
              <a:rect b="b" l="l" r="r" t="t"/>
              <a:pathLst>
                <a:path extrusionOk="0" h="2272" w="2948">
                  <a:moveTo>
                    <a:pt x="1306" y="0"/>
                  </a:moveTo>
                  <a:cubicBezTo>
                    <a:pt x="1046" y="0"/>
                    <a:pt x="742" y="77"/>
                    <a:pt x="477" y="347"/>
                  </a:cubicBezTo>
                  <a:cubicBezTo>
                    <a:pt x="0" y="843"/>
                    <a:pt x="673" y="2271"/>
                    <a:pt x="1858" y="2271"/>
                  </a:cubicBezTo>
                  <a:cubicBezTo>
                    <a:pt x="2187" y="2271"/>
                    <a:pt x="2554" y="2162"/>
                    <a:pt x="2947" y="1893"/>
                  </a:cubicBezTo>
                  <a:lnTo>
                    <a:pt x="1901" y="128"/>
                  </a:lnTo>
                  <a:cubicBezTo>
                    <a:pt x="1901" y="128"/>
                    <a:pt x="1641" y="0"/>
                    <a:pt x="1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6"/>
            <p:cNvSpPr/>
            <p:nvPr/>
          </p:nvSpPr>
          <p:spPr>
            <a:xfrm>
              <a:off x="-2808650" y="2978450"/>
              <a:ext cx="77000" cy="85225"/>
            </a:xfrm>
            <a:custGeom>
              <a:rect b="b" l="l" r="r" t="t"/>
              <a:pathLst>
                <a:path extrusionOk="0" fill="none" h="3409" w="3080">
                  <a:moveTo>
                    <a:pt x="2033" y="402"/>
                  </a:moveTo>
                  <a:cubicBezTo>
                    <a:pt x="2033" y="402"/>
                    <a:pt x="1217" y="1"/>
                    <a:pt x="609" y="621"/>
                  </a:cubicBezTo>
                  <a:cubicBezTo>
                    <a:pt x="0" y="1254"/>
                    <a:pt x="1266" y="3408"/>
                    <a:pt x="3079" y="216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9" name="Google Shape;1359;p76"/>
          <p:cNvGrpSpPr/>
          <p:nvPr/>
        </p:nvGrpSpPr>
        <p:grpSpPr>
          <a:xfrm flipH="1" rot="-5267276">
            <a:off x="6221078" y="-831672"/>
            <a:ext cx="1385993" cy="2705376"/>
            <a:chOff x="409722" y="228600"/>
            <a:chExt cx="1385931" cy="2705253"/>
          </a:xfrm>
        </p:grpSpPr>
        <p:grpSp>
          <p:nvGrpSpPr>
            <p:cNvPr id="1360" name="Google Shape;1360;p76"/>
            <p:cNvGrpSpPr/>
            <p:nvPr/>
          </p:nvGrpSpPr>
          <p:grpSpPr>
            <a:xfrm flipH="1" rot="-617154">
              <a:off x="575967" y="402323"/>
              <a:ext cx="1053440" cy="2450002"/>
              <a:chOff x="3817855" y="1437512"/>
              <a:chExt cx="541146" cy="1128254"/>
            </a:xfrm>
          </p:grpSpPr>
          <p:sp>
            <p:nvSpPr>
              <p:cNvPr id="1361" name="Google Shape;1361;p7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7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3" name="Google Shape;1363;p7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4" name="Google Shape;1364;p76"/>
          <p:cNvGrpSpPr/>
          <p:nvPr/>
        </p:nvGrpSpPr>
        <p:grpSpPr>
          <a:xfrm flipH="1" rot="5400000">
            <a:off x="1487092" y="3169067"/>
            <a:ext cx="1385931" cy="2705253"/>
            <a:chOff x="409722" y="228600"/>
            <a:chExt cx="1385931" cy="2705253"/>
          </a:xfrm>
        </p:grpSpPr>
        <p:grpSp>
          <p:nvGrpSpPr>
            <p:cNvPr id="1365" name="Google Shape;1365;p76"/>
            <p:cNvGrpSpPr/>
            <p:nvPr/>
          </p:nvGrpSpPr>
          <p:grpSpPr>
            <a:xfrm flipH="1" rot="-617154">
              <a:off x="575967" y="402323"/>
              <a:ext cx="1053440" cy="2450002"/>
              <a:chOff x="3817855" y="1437512"/>
              <a:chExt cx="541146" cy="1128254"/>
            </a:xfrm>
          </p:grpSpPr>
          <p:sp>
            <p:nvSpPr>
              <p:cNvPr id="1366" name="Google Shape;1366;p7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8" name="Google Shape;1368;p7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76"/>
          <p:cNvGrpSpPr/>
          <p:nvPr/>
        </p:nvGrpSpPr>
        <p:grpSpPr>
          <a:xfrm>
            <a:off x="6500220" y="1069536"/>
            <a:ext cx="1990641" cy="3004428"/>
            <a:chOff x="6500220" y="1069536"/>
            <a:chExt cx="1990641" cy="3004428"/>
          </a:xfrm>
        </p:grpSpPr>
        <p:grpSp>
          <p:nvGrpSpPr>
            <p:cNvPr id="1370" name="Google Shape;1370;p76"/>
            <p:cNvGrpSpPr/>
            <p:nvPr/>
          </p:nvGrpSpPr>
          <p:grpSpPr>
            <a:xfrm>
              <a:off x="6500220" y="1069536"/>
              <a:ext cx="1990641" cy="3004428"/>
              <a:chOff x="8254750" y="2356513"/>
              <a:chExt cx="1637175" cy="2470950"/>
            </a:xfrm>
          </p:grpSpPr>
          <p:sp>
            <p:nvSpPr>
              <p:cNvPr id="1371" name="Google Shape;1371;p76"/>
              <p:cNvSpPr/>
              <p:nvPr/>
            </p:nvSpPr>
            <p:spPr>
              <a:xfrm>
                <a:off x="9093250" y="2514563"/>
                <a:ext cx="540675" cy="645050"/>
              </a:xfrm>
              <a:custGeom>
                <a:rect b="b" l="l" r="r" t="t"/>
                <a:pathLst>
                  <a:path extrusionOk="0" h="25802" w="21627">
                    <a:moveTo>
                      <a:pt x="5307" y="0"/>
                    </a:moveTo>
                    <a:cubicBezTo>
                      <a:pt x="1205" y="0"/>
                      <a:pt x="1" y="5513"/>
                      <a:pt x="2934" y="8336"/>
                    </a:cubicBezTo>
                    <a:cubicBezTo>
                      <a:pt x="3165" y="8568"/>
                      <a:pt x="3360" y="8823"/>
                      <a:pt x="3518" y="9115"/>
                    </a:cubicBezTo>
                    <a:cubicBezTo>
                      <a:pt x="5830" y="13168"/>
                      <a:pt x="5903" y="25703"/>
                      <a:pt x="14045" y="25800"/>
                    </a:cubicBezTo>
                    <a:cubicBezTo>
                      <a:pt x="14090" y="25801"/>
                      <a:pt x="14135" y="25801"/>
                      <a:pt x="14179" y="25801"/>
                    </a:cubicBezTo>
                    <a:cubicBezTo>
                      <a:pt x="20212" y="25801"/>
                      <a:pt x="21626" y="20924"/>
                      <a:pt x="19911" y="16515"/>
                    </a:cubicBezTo>
                    <a:cubicBezTo>
                      <a:pt x="19132" y="14531"/>
                      <a:pt x="17817" y="12803"/>
                      <a:pt x="16114" y="11537"/>
                    </a:cubicBezTo>
                    <a:cubicBezTo>
                      <a:pt x="10211" y="7168"/>
                      <a:pt x="11939" y="0"/>
                      <a:pt x="5307"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76"/>
              <p:cNvSpPr/>
              <p:nvPr/>
            </p:nvSpPr>
            <p:spPr>
              <a:xfrm>
                <a:off x="9181175" y="2669713"/>
                <a:ext cx="452750" cy="489900"/>
              </a:xfrm>
              <a:custGeom>
                <a:rect b="b" l="l" r="r" t="t"/>
                <a:pathLst>
                  <a:path extrusionOk="0" h="19596" w="18110">
                    <a:moveTo>
                      <a:pt x="1790" y="1"/>
                    </a:moveTo>
                    <a:cubicBezTo>
                      <a:pt x="1120" y="926"/>
                      <a:pt x="524" y="1899"/>
                      <a:pt x="1" y="2909"/>
                    </a:cubicBezTo>
                    <a:cubicBezTo>
                      <a:pt x="2313" y="6962"/>
                      <a:pt x="2386" y="19497"/>
                      <a:pt x="10528" y="19594"/>
                    </a:cubicBezTo>
                    <a:cubicBezTo>
                      <a:pt x="10573" y="19595"/>
                      <a:pt x="10618" y="19595"/>
                      <a:pt x="10662" y="19595"/>
                    </a:cubicBezTo>
                    <a:cubicBezTo>
                      <a:pt x="16695" y="19595"/>
                      <a:pt x="18109" y="14718"/>
                      <a:pt x="16394" y="10309"/>
                    </a:cubicBezTo>
                    <a:lnTo>
                      <a:pt x="16394" y="10309"/>
                    </a:lnTo>
                    <a:cubicBezTo>
                      <a:pt x="16151" y="10317"/>
                      <a:pt x="15914" y="10321"/>
                      <a:pt x="15680" y="10321"/>
                    </a:cubicBezTo>
                    <a:cubicBezTo>
                      <a:pt x="9064" y="10321"/>
                      <a:pt x="5954" y="7052"/>
                      <a:pt x="4978" y="4078"/>
                    </a:cubicBezTo>
                    <a:cubicBezTo>
                      <a:pt x="3737" y="305"/>
                      <a:pt x="1790" y="1"/>
                      <a:pt x="17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6"/>
              <p:cNvSpPr/>
              <p:nvPr/>
            </p:nvSpPr>
            <p:spPr>
              <a:xfrm>
                <a:off x="9210075" y="4356463"/>
                <a:ext cx="219400" cy="396150"/>
              </a:xfrm>
              <a:custGeom>
                <a:rect b="b" l="l" r="r" t="t"/>
                <a:pathLst>
                  <a:path extrusionOk="0" h="15846" w="8776">
                    <a:moveTo>
                      <a:pt x="1" y="1"/>
                    </a:moveTo>
                    <a:cubicBezTo>
                      <a:pt x="1" y="1"/>
                      <a:pt x="768" y="1668"/>
                      <a:pt x="1619" y="3640"/>
                    </a:cubicBezTo>
                    <a:cubicBezTo>
                      <a:pt x="2593" y="5891"/>
                      <a:pt x="3701" y="8544"/>
                      <a:pt x="3932" y="9542"/>
                    </a:cubicBezTo>
                    <a:cubicBezTo>
                      <a:pt x="4053" y="10077"/>
                      <a:pt x="4078" y="11027"/>
                      <a:pt x="4053" y="12110"/>
                    </a:cubicBezTo>
                    <a:cubicBezTo>
                      <a:pt x="4017" y="13302"/>
                      <a:pt x="3920" y="14666"/>
                      <a:pt x="3834" y="15846"/>
                    </a:cubicBezTo>
                    <a:lnTo>
                      <a:pt x="8775" y="8568"/>
                    </a:lnTo>
                    <a:cubicBezTo>
                      <a:pt x="8495" y="8228"/>
                      <a:pt x="8009" y="7948"/>
                      <a:pt x="7291" y="7765"/>
                    </a:cubicBezTo>
                    <a:cubicBezTo>
                      <a:pt x="7291" y="7765"/>
                      <a:pt x="6938" y="5842"/>
                      <a:pt x="6378" y="3494"/>
                    </a:cubicBezTo>
                    <a:cubicBezTo>
                      <a:pt x="6110" y="2374"/>
                      <a:pt x="5794" y="1145"/>
                      <a:pt x="5441" y="1"/>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6"/>
              <p:cNvSpPr/>
              <p:nvPr/>
            </p:nvSpPr>
            <p:spPr>
              <a:xfrm>
                <a:off x="9210075" y="4356463"/>
                <a:ext cx="219400" cy="396150"/>
              </a:xfrm>
              <a:custGeom>
                <a:rect b="b" l="l" r="r" t="t"/>
                <a:pathLst>
                  <a:path extrusionOk="0" fill="none" h="15846" w="8776">
                    <a:moveTo>
                      <a:pt x="3834" y="15846"/>
                    </a:moveTo>
                    <a:cubicBezTo>
                      <a:pt x="3920" y="14666"/>
                      <a:pt x="4017" y="13302"/>
                      <a:pt x="4053" y="12110"/>
                    </a:cubicBezTo>
                    <a:cubicBezTo>
                      <a:pt x="4078" y="11027"/>
                      <a:pt x="4053" y="10077"/>
                      <a:pt x="3932" y="9542"/>
                    </a:cubicBezTo>
                    <a:cubicBezTo>
                      <a:pt x="3701" y="8544"/>
                      <a:pt x="2593" y="5891"/>
                      <a:pt x="1619" y="3640"/>
                    </a:cubicBezTo>
                    <a:cubicBezTo>
                      <a:pt x="768" y="1668"/>
                      <a:pt x="1" y="1"/>
                      <a:pt x="1" y="1"/>
                    </a:cubicBezTo>
                    <a:lnTo>
                      <a:pt x="5441" y="1"/>
                    </a:lnTo>
                    <a:cubicBezTo>
                      <a:pt x="5794" y="1145"/>
                      <a:pt x="6110" y="2374"/>
                      <a:pt x="6378" y="3494"/>
                    </a:cubicBezTo>
                    <a:cubicBezTo>
                      <a:pt x="6938" y="5842"/>
                      <a:pt x="7291" y="7765"/>
                      <a:pt x="7291" y="7765"/>
                    </a:cubicBezTo>
                    <a:cubicBezTo>
                      <a:pt x="8009" y="7948"/>
                      <a:pt x="8495" y="8228"/>
                      <a:pt x="8775" y="8568"/>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6"/>
              <p:cNvSpPr/>
              <p:nvPr/>
            </p:nvSpPr>
            <p:spPr>
              <a:xfrm>
                <a:off x="9206158" y="4356463"/>
                <a:ext cx="159450" cy="87350"/>
              </a:xfrm>
              <a:custGeom>
                <a:rect b="b" l="l" r="r" t="t"/>
                <a:pathLst>
                  <a:path extrusionOk="0" h="3494" w="6378">
                    <a:moveTo>
                      <a:pt x="1" y="1"/>
                    </a:moveTo>
                    <a:cubicBezTo>
                      <a:pt x="1" y="1"/>
                      <a:pt x="378" y="3481"/>
                      <a:pt x="6378" y="3494"/>
                    </a:cubicBezTo>
                    <a:cubicBezTo>
                      <a:pt x="6110" y="2362"/>
                      <a:pt x="5794" y="1145"/>
                      <a:pt x="54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6"/>
              <p:cNvSpPr/>
              <p:nvPr/>
            </p:nvSpPr>
            <p:spPr>
              <a:xfrm>
                <a:off x="9300150" y="4550588"/>
                <a:ext cx="146350" cy="276875"/>
              </a:xfrm>
              <a:custGeom>
                <a:rect b="b" l="l" r="r" t="t"/>
                <a:pathLst>
                  <a:path extrusionOk="0" h="11075" w="5854">
                    <a:moveTo>
                      <a:pt x="3688" y="0"/>
                    </a:moveTo>
                    <a:cubicBezTo>
                      <a:pt x="2824" y="2702"/>
                      <a:pt x="1375" y="3858"/>
                      <a:pt x="450" y="4345"/>
                    </a:cubicBezTo>
                    <a:cubicBezTo>
                      <a:pt x="377" y="6937"/>
                      <a:pt x="0" y="10332"/>
                      <a:pt x="73" y="10917"/>
                    </a:cubicBezTo>
                    <a:cubicBezTo>
                      <a:pt x="85" y="11025"/>
                      <a:pt x="144" y="11075"/>
                      <a:pt x="240" y="11075"/>
                    </a:cubicBezTo>
                    <a:cubicBezTo>
                      <a:pt x="865" y="11075"/>
                      <a:pt x="3054" y="8957"/>
                      <a:pt x="3688" y="7205"/>
                    </a:cubicBezTo>
                    <a:cubicBezTo>
                      <a:pt x="4430" y="5185"/>
                      <a:pt x="4211" y="5087"/>
                      <a:pt x="5026" y="3456"/>
                    </a:cubicBezTo>
                    <a:cubicBezTo>
                      <a:pt x="5854" y="1813"/>
                      <a:pt x="5769" y="523"/>
                      <a:pt x="3688"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6"/>
              <p:cNvSpPr/>
              <p:nvPr/>
            </p:nvSpPr>
            <p:spPr>
              <a:xfrm>
                <a:off x="9556325" y="4252163"/>
                <a:ext cx="317050" cy="390625"/>
              </a:xfrm>
              <a:custGeom>
                <a:rect b="b" l="l" r="r" t="t"/>
                <a:pathLst>
                  <a:path extrusionOk="0" h="15625" w="12682">
                    <a:moveTo>
                      <a:pt x="4604" y="0"/>
                    </a:moveTo>
                    <a:cubicBezTo>
                      <a:pt x="2833" y="0"/>
                      <a:pt x="0" y="2019"/>
                      <a:pt x="0" y="2019"/>
                    </a:cubicBezTo>
                    <a:cubicBezTo>
                      <a:pt x="0" y="2019"/>
                      <a:pt x="1156" y="3418"/>
                      <a:pt x="2532" y="5159"/>
                    </a:cubicBezTo>
                    <a:cubicBezTo>
                      <a:pt x="4223" y="7313"/>
                      <a:pt x="6231" y="9990"/>
                      <a:pt x="6779" y="11207"/>
                    </a:cubicBezTo>
                    <a:cubicBezTo>
                      <a:pt x="7010" y="11730"/>
                      <a:pt x="7229" y="12290"/>
                      <a:pt x="7424" y="12850"/>
                    </a:cubicBezTo>
                    <a:cubicBezTo>
                      <a:pt x="7765" y="13823"/>
                      <a:pt x="8057" y="14797"/>
                      <a:pt x="8349" y="15625"/>
                    </a:cubicBezTo>
                    <a:lnTo>
                      <a:pt x="12681" y="13738"/>
                    </a:lnTo>
                    <a:cubicBezTo>
                      <a:pt x="12292" y="12996"/>
                      <a:pt x="11330" y="11767"/>
                      <a:pt x="10539" y="10805"/>
                    </a:cubicBezTo>
                    <a:cubicBezTo>
                      <a:pt x="9870" y="9978"/>
                      <a:pt x="9322" y="9345"/>
                      <a:pt x="9322" y="9345"/>
                    </a:cubicBezTo>
                    <a:cubicBezTo>
                      <a:pt x="9322" y="9345"/>
                      <a:pt x="8105" y="5889"/>
                      <a:pt x="6986" y="3211"/>
                    </a:cubicBezTo>
                    <a:cubicBezTo>
                      <a:pt x="6523" y="2080"/>
                      <a:pt x="6073" y="1082"/>
                      <a:pt x="5744" y="546"/>
                    </a:cubicBezTo>
                    <a:cubicBezTo>
                      <a:pt x="5500" y="154"/>
                      <a:pt x="5092" y="0"/>
                      <a:pt x="4604" y="0"/>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6"/>
              <p:cNvSpPr/>
              <p:nvPr/>
            </p:nvSpPr>
            <p:spPr>
              <a:xfrm>
                <a:off x="9556325" y="4220463"/>
                <a:ext cx="317050" cy="422325"/>
              </a:xfrm>
              <a:custGeom>
                <a:rect b="b" l="l" r="r" t="t"/>
                <a:pathLst>
                  <a:path extrusionOk="0" fill="none" h="16893" w="12682">
                    <a:moveTo>
                      <a:pt x="8349" y="16893"/>
                    </a:moveTo>
                    <a:cubicBezTo>
                      <a:pt x="8057" y="16065"/>
                      <a:pt x="7765" y="15091"/>
                      <a:pt x="7424" y="14118"/>
                    </a:cubicBezTo>
                    <a:cubicBezTo>
                      <a:pt x="7229" y="13558"/>
                      <a:pt x="7010" y="12998"/>
                      <a:pt x="6779" y="12475"/>
                    </a:cubicBezTo>
                    <a:cubicBezTo>
                      <a:pt x="6231" y="11258"/>
                      <a:pt x="4223" y="8581"/>
                      <a:pt x="2532" y="6427"/>
                    </a:cubicBezTo>
                    <a:cubicBezTo>
                      <a:pt x="1156" y="4686"/>
                      <a:pt x="0" y="3287"/>
                      <a:pt x="0" y="3287"/>
                    </a:cubicBezTo>
                    <a:cubicBezTo>
                      <a:pt x="0" y="3287"/>
                      <a:pt x="4613" y="1"/>
                      <a:pt x="5744" y="1814"/>
                    </a:cubicBezTo>
                    <a:cubicBezTo>
                      <a:pt x="6073" y="2350"/>
                      <a:pt x="6523" y="3348"/>
                      <a:pt x="6986" y="4479"/>
                    </a:cubicBezTo>
                    <a:cubicBezTo>
                      <a:pt x="8105" y="7157"/>
                      <a:pt x="9322" y="10613"/>
                      <a:pt x="9322" y="10613"/>
                    </a:cubicBezTo>
                    <a:cubicBezTo>
                      <a:pt x="9322" y="10613"/>
                      <a:pt x="9870" y="11246"/>
                      <a:pt x="10539" y="12073"/>
                    </a:cubicBezTo>
                    <a:cubicBezTo>
                      <a:pt x="11330" y="13035"/>
                      <a:pt x="12292" y="14264"/>
                      <a:pt x="12681" y="15006"/>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6"/>
              <p:cNvSpPr/>
              <p:nvPr/>
            </p:nvSpPr>
            <p:spPr>
              <a:xfrm>
                <a:off x="9546533" y="4252113"/>
                <a:ext cx="174950" cy="103750"/>
              </a:xfrm>
              <a:custGeom>
                <a:rect b="b" l="l" r="r" t="t"/>
                <a:pathLst>
                  <a:path extrusionOk="0" h="4150" w="6998">
                    <a:moveTo>
                      <a:pt x="4599" y="1"/>
                    </a:moveTo>
                    <a:cubicBezTo>
                      <a:pt x="2829" y="1"/>
                      <a:pt x="0" y="2009"/>
                      <a:pt x="0" y="2009"/>
                    </a:cubicBezTo>
                    <a:cubicBezTo>
                      <a:pt x="0" y="2009"/>
                      <a:pt x="1145" y="4150"/>
                      <a:pt x="3760" y="4150"/>
                    </a:cubicBezTo>
                    <a:cubicBezTo>
                      <a:pt x="4661" y="4150"/>
                      <a:pt x="5735" y="3896"/>
                      <a:pt x="6998" y="3213"/>
                    </a:cubicBezTo>
                    <a:cubicBezTo>
                      <a:pt x="6523" y="2082"/>
                      <a:pt x="6073" y="1096"/>
                      <a:pt x="5744" y="548"/>
                    </a:cubicBezTo>
                    <a:cubicBezTo>
                      <a:pt x="5499" y="155"/>
                      <a:pt x="5090" y="1"/>
                      <a:pt x="45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6"/>
              <p:cNvSpPr/>
              <p:nvPr/>
            </p:nvSpPr>
            <p:spPr>
              <a:xfrm>
                <a:off x="9742225" y="4522288"/>
                <a:ext cx="149700" cy="201200"/>
              </a:xfrm>
              <a:custGeom>
                <a:rect b="b" l="l" r="r" t="t"/>
                <a:pathLst>
                  <a:path extrusionOk="0" h="8048" w="5988">
                    <a:moveTo>
                      <a:pt x="3116" y="0"/>
                    </a:moveTo>
                    <a:cubicBezTo>
                      <a:pt x="2276" y="1741"/>
                      <a:pt x="888" y="2045"/>
                      <a:pt x="0" y="2045"/>
                    </a:cubicBezTo>
                    <a:cubicBezTo>
                      <a:pt x="621" y="3822"/>
                      <a:pt x="1083" y="5623"/>
                      <a:pt x="1667" y="6438"/>
                    </a:cubicBezTo>
                    <a:cubicBezTo>
                      <a:pt x="2341" y="7375"/>
                      <a:pt x="4142" y="8047"/>
                      <a:pt x="4948" y="8047"/>
                    </a:cubicBezTo>
                    <a:cubicBezTo>
                      <a:pt x="5074" y="8047"/>
                      <a:pt x="5176" y="8031"/>
                      <a:pt x="5245" y="7996"/>
                    </a:cubicBezTo>
                    <a:cubicBezTo>
                      <a:pt x="5769" y="7728"/>
                      <a:pt x="5988" y="4321"/>
                      <a:pt x="5257" y="2945"/>
                    </a:cubicBezTo>
                    <a:cubicBezTo>
                      <a:pt x="4856" y="2203"/>
                      <a:pt x="3907" y="974"/>
                      <a:pt x="3116"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6"/>
              <p:cNvSpPr/>
              <p:nvPr/>
            </p:nvSpPr>
            <p:spPr>
              <a:xfrm>
                <a:off x="9015050" y="3669163"/>
                <a:ext cx="754875" cy="739100"/>
              </a:xfrm>
              <a:custGeom>
                <a:rect b="b" l="l" r="r" t="t"/>
                <a:pathLst>
                  <a:path extrusionOk="0" h="29564" w="30195">
                    <a:moveTo>
                      <a:pt x="19923" y="1"/>
                    </a:moveTo>
                    <a:lnTo>
                      <a:pt x="1" y="3141"/>
                    </a:lnTo>
                    <a:cubicBezTo>
                      <a:pt x="1" y="3141"/>
                      <a:pt x="1169" y="10224"/>
                      <a:pt x="2690" y="17416"/>
                    </a:cubicBezTo>
                    <a:cubicBezTo>
                      <a:pt x="3652" y="21931"/>
                      <a:pt x="4747" y="26483"/>
                      <a:pt x="5782" y="29343"/>
                    </a:cubicBezTo>
                    <a:cubicBezTo>
                      <a:pt x="5782" y="29343"/>
                      <a:pt x="7138" y="29563"/>
                      <a:pt x="9416" y="29563"/>
                    </a:cubicBezTo>
                    <a:cubicBezTo>
                      <a:pt x="10919" y="29563"/>
                      <a:pt x="12824" y="29467"/>
                      <a:pt x="15006" y="29148"/>
                    </a:cubicBezTo>
                    <a:cubicBezTo>
                      <a:pt x="15749" y="29051"/>
                      <a:pt x="16516" y="28904"/>
                      <a:pt x="17319" y="28746"/>
                    </a:cubicBezTo>
                    <a:cubicBezTo>
                      <a:pt x="21858" y="27821"/>
                      <a:pt x="26215" y="26130"/>
                      <a:pt x="30195" y="23744"/>
                    </a:cubicBezTo>
                    <a:cubicBezTo>
                      <a:pt x="30195" y="23744"/>
                      <a:pt x="25935" y="14057"/>
                      <a:pt x="22783" y="6731"/>
                    </a:cubicBezTo>
                    <a:cubicBezTo>
                      <a:pt x="21554" y="3895"/>
                      <a:pt x="20495" y="1425"/>
                      <a:pt x="19923" y="1"/>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6"/>
              <p:cNvSpPr/>
              <p:nvPr/>
            </p:nvSpPr>
            <p:spPr>
              <a:xfrm>
                <a:off x="9308350" y="4003838"/>
                <a:ext cx="139675" cy="394025"/>
              </a:xfrm>
              <a:custGeom>
                <a:rect b="b" l="l" r="r" t="t"/>
                <a:pathLst>
                  <a:path extrusionOk="0" fill="none" h="15761" w="5587">
                    <a:moveTo>
                      <a:pt x="3274" y="15761"/>
                    </a:moveTo>
                    <a:lnTo>
                      <a:pt x="1" y="1"/>
                    </a:lnTo>
                    <a:lnTo>
                      <a:pt x="5587" y="15347"/>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6"/>
              <p:cNvSpPr/>
              <p:nvPr/>
            </p:nvSpPr>
            <p:spPr>
              <a:xfrm>
                <a:off x="8254750" y="2871438"/>
                <a:ext cx="272025" cy="181100"/>
              </a:xfrm>
              <a:custGeom>
                <a:rect b="b" l="l" r="r" t="t"/>
                <a:pathLst>
                  <a:path extrusionOk="0" h="7244" w="10881">
                    <a:moveTo>
                      <a:pt x="10880" y="0"/>
                    </a:moveTo>
                    <a:lnTo>
                      <a:pt x="10430" y="61"/>
                    </a:lnTo>
                    <a:lnTo>
                      <a:pt x="6134" y="548"/>
                    </a:lnTo>
                    <a:cubicBezTo>
                      <a:pt x="6134" y="548"/>
                      <a:pt x="4601" y="658"/>
                      <a:pt x="4150" y="670"/>
                    </a:cubicBezTo>
                    <a:cubicBezTo>
                      <a:pt x="3797" y="682"/>
                      <a:pt x="2313" y="925"/>
                      <a:pt x="1753" y="1023"/>
                    </a:cubicBezTo>
                    <a:cubicBezTo>
                      <a:pt x="1619" y="1047"/>
                      <a:pt x="1534" y="1157"/>
                      <a:pt x="1546" y="1278"/>
                    </a:cubicBezTo>
                    <a:cubicBezTo>
                      <a:pt x="1558" y="1400"/>
                      <a:pt x="1643" y="1497"/>
                      <a:pt x="1765" y="1509"/>
                    </a:cubicBezTo>
                    <a:lnTo>
                      <a:pt x="3870" y="1741"/>
                    </a:lnTo>
                    <a:lnTo>
                      <a:pt x="183" y="3262"/>
                    </a:lnTo>
                    <a:cubicBezTo>
                      <a:pt x="49" y="3311"/>
                      <a:pt x="0" y="3481"/>
                      <a:pt x="73" y="3615"/>
                    </a:cubicBezTo>
                    <a:lnTo>
                      <a:pt x="98" y="3664"/>
                    </a:lnTo>
                    <a:cubicBezTo>
                      <a:pt x="145" y="3739"/>
                      <a:pt x="221" y="3785"/>
                      <a:pt x="304" y="3785"/>
                    </a:cubicBezTo>
                    <a:cubicBezTo>
                      <a:pt x="328" y="3785"/>
                      <a:pt x="353" y="3781"/>
                      <a:pt x="378" y="3773"/>
                    </a:cubicBezTo>
                    <a:lnTo>
                      <a:pt x="3152" y="2982"/>
                    </a:lnTo>
                    <a:lnTo>
                      <a:pt x="3286" y="3213"/>
                    </a:lnTo>
                    <a:lnTo>
                      <a:pt x="1035" y="5100"/>
                    </a:lnTo>
                    <a:cubicBezTo>
                      <a:pt x="937" y="5185"/>
                      <a:pt x="913" y="5331"/>
                      <a:pt x="998" y="5440"/>
                    </a:cubicBezTo>
                    <a:lnTo>
                      <a:pt x="1035" y="5489"/>
                    </a:lnTo>
                    <a:cubicBezTo>
                      <a:pt x="1081" y="5551"/>
                      <a:pt x="1152" y="5583"/>
                      <a:pt x="1225" y="5583"/>
                    </a:cubicBezTo>
                    <a:cubicBezTo>
                      <a:pt x="1268" y="5583"/>
                      <a:pt x="1311" y="5572"/>
                      <a:pt x="1351" y="5550"/>
                    </a:cubicBezTo>
                    <a:lnTo>
                      <a:pt x="3846" y="4199"/>
                    </a:lnTo>
                    <a:lnTo>
                      <a:pt x="4065" y="4455"/>
                    </a:lnTo>
                    <a:lnTo>
                      <a:pt x="2592" y="6231"/>
                    </a:lnTo>
                    <a:cubicBezTo>
                      <a:pt x="2495" y="6353"/>
                      <a:pt x="2532" y="6511"/>
                      <a:pt x="2653" y="6597"/>
                    </a:cubicBezTo>
                    <a:lnTo>
                      <a:pt x="2702" y="6621"/>
                    </a:lnTo>
                    <a:cubicBezTo>
                      <a:pt x="2744" y="6647"/>
                      <a:pt x="2793" y="6660"/>
                      <a:pt x="2841" y="6660"/>
                    </a:cubicBezTo>
                    <a:cubicBezTo>
                      <a:pt x="2904" y="6660"/>
                      <a:pt x="2965" y="6638"/>
                      <a:pt x="3006" y="6597"/>
                    </a:cubicBezTo>
                    <a:lnTo>
                      <a:pt x="4515" y="5112"/>
                    </a:lnTo>
                    <a:lnTo>
                      <a:pt x="4807" y="5380"/>
                    </a:lnTo>
                    <a:lnTo>
                      <a:pt x="4138" y="6901"/>
                    </a:lnTo>
                    <a:cubicBezTo>
                      <a:pt x="4065" y="7047"/>
                      <a:pt x="4162" y="7217"/>
                      <a:pt x="4321" y="7242"/>
                    </a:cubicBezTo>
                    <a:lnTo>
                      <a:pt x="4369" y="7242"/>
                    </a:lnTo>
                    <a:cubicBezTo>
                      <a:pt x="4379" y="7243"/>
                      <a:pt x="4389" y="7243"/>
                      <a:pt x="4399" y="7243"/>
                    </a:cubicBezTo>
                    <a:cubicBezTo>
                      <a:pt x="4486" y="7243"/>
                      <a:pt x="4569" y="7197"/>
                      <a:pt x="4613" y="7132"/>
                    </a:cubicBezTo>
                    <a:lnTo>
                      <a:pt x="6730" y="3822"/>
                    </a:lnTo>
                    <a:cubicBezTo>
                      <a:pt x="6901" y="3554"/>
                      <a:pt x="7047" y="3262"/>
                      <a:pt x="7144" y="2958"/>
                    </a:cubicBezTo>
                    <a:lnTo>
                      <a:pt x="7241" y="2678"/>
                    </a:lnTo>
                    <a:lnTo>
                      <a:pt x="8994" y="2848"/>
                    </a:lnTo>
                    <a:lnTo>
                      <a:pt x="10880" y="3043"/>
                    </a:lnTo>
                    <a:lnTo>
                      <a:pt x="10880" y="0"/>
                    </a:ln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6"/>
              <p:cNvSpPr/>
              <p:nvPr/>
            </p:nvSpPr>
            <p:spPr>
              <a:xfrm>
                <a:off x="8351800" y="2914338"/>
                <a:ext cx="42325" cy="23450"/>
              </a:xfrm>
              <a:custGeom>
                <a:rect b="b" l="l" r="r" t="t"/>
                <a:pathLst>
                  <a:path extrusionOk="0" h="938" w="1693">
                    <a:moveTo>
                      <a:pt x="0" y="0"/>
                    </a:moveTo>
                    <a:lnTo>
                      <a:pt x="0" y="0"/>
                    </a:lnTo>
                    <a:cubicBezTo>
                      <a:pt x="1" y="1"/>
                      <a:pt x="594" y="938"/>
                      <a:pt x="1652" y="938"/>
                    </a:cubicBezTo>
                    <a:cubicBezTo>
                      <a:pt x="1665" y="938"/>
                      <a:pt x="1679" y="938"/>
                      <a:pt x="1692" y="937"/>
                    </a:cubicBezTo>
                    <a:lnTo>
                      <a:pt x="0" y="0"/>
                    </a:ln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6"/>
              <p:cNvSpPr/>
              <p:nvPr/>
            </p:nvSpPr>
            <p:spPr>
              <a:xfrm>
                <a:off x="8351800" y="2914338"/>
                <a:ext cx="42325" cy="24050"/>
              </a:xfrm>
              <a:custGeom>
                <a:rect b="b" l="l" r="r" t="t"/>
                <a:pathLst>
                  <a:path extrusionOk="0" fill="none" h="962" w="1693">
                    <a:moveTo>
                      <a:pt x="0" y="0"/>
                    </a:moveTo>
                    <a:cubicBezTo>
                      <a:pt x="0" y="0"/>
                      <a:pt x="609" y="962"/>
                      <a:pt x="1692" y="93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6"/>
              <p:cNvSpPr/>
              <p:nvPr/>
            </p:nvSpPr>
            <p:spPr>
              <a:xfrm>
                <a:off x="8514575" y="2827613"/>
                <a:ext cx="514500" cy="227000"/>
              </a:xfrm>
              <a:custGeom>
                <a:rect b="b" l="l" r="r" t="t"/>
                <a:pathLst>
                  <a:path extrusionOk="0" h="9080" w="20580">
                    <a:moveTo>
                      <a:pt x="20580" y="1"/>
                    </a:moveTo>
                    <a:lnTo>
                      <a:pt x="0" y="1376"/>
                    </a:lnTo>
                    <a:lnTo>
                      <a:pt x="0" y="8556"/>
                    </a:lnTo>
                    <a:lnTo>
                      <a:pt x="10369" y="8836"/>
                    </a:lnTo>
                    <a:lnTo>
                      <a:pt x="15809" y="8982"/>
                    </a:lnTo>
                    <a:lnTo>
                      <a:pt x="19667" y="9080"/>
                    </a:lnTo>
                    <a:lnTo>
                      <a:pt x="20178" y="4054"/>
                    </a:lnTo>
                    <a:lnTo>
                      <a:pt x="20349" y="2301"/>
                    </a:lnTo>
                    <a:lnTo>
                      <a:pt x="20580" y="1"/>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6"/>
              <p:cNvSpPr/>
              <p:nvPr/>
            </p:nvSpPr>
            <p:spPr>
              <a:xfrm>
                <a:off x="8773800" y="2877304"/>
                <a:ext cx="249500" cy="169475"/>
              </a:xfrm>
              <a:custGeom>
                <a:rect b="b" l="l" r="r" t="t"/>
                <a:pathLst>
                  <a:path extrusionOk="0" h="6779" w="9980">
                    <a:moveTo>
                      <a:pt x="9980" y="0"/>
                    </a:moveTo>
                    <a:cubicBezTo>
                      <a:pt x="7339" y="1728"/>
                      <a:pt x="2288" y="5038"/>
                      <a:pt x="0" y="6523"/>
                    </a:cubicBezTo>
                    <a:lnTo>
                      <a:pt x="5428" y="6681"/>
                    </a:lnTo>
                    <a:lnTo>
                      <a:pt x="9298" y="6779"/>
                    </a:lnTo>
                    <a:lnTo>
                      <a:pt x="9797" y="1753"/>
                    </a:lnTo>
                    <a:lnTo>
                      <a:pt x="998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76"/>
              <p:cNvSpPr/>
              <p:nvPr/>
            </p:nvSpPr>
            <p:spPr>
              <a:xfrm>
                <a:off x="8909800" y="2928938"/>
                <a:ext cx="109250" cy="125675"/>
              </a:xfrm>
              <a:custGeom>
                <a:rect b="b" l="l" r="r" t="t"/>
                <a:pathLst>
                  <a:path extrusionOk="0" h="5027" w="4370">
                    <a:moveTo>
                      <a:pt x="4369" y="1"/>
                    </a:moveTo>
                    <a:lnTo>
                      <a:pt x="0" y="4929"/>
                    </a:lnTo>
                    <a:lnTo>
                      <a:pt x="3858" y="5027"/>
                    </a:lnTo>
                    <a:lnTo>
                      <a:pt x="4369" y="1"/>
                    </a:lnTo>
                    <a:close/>
                  </a:path>
                </a:pathLst>
              </a:custGeom>
              <a:solidFill>
                <a:srgbClr val="231F20"/>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6"/>
              <p:cNvSpPr/>
              <p:nvPr/>
            </p:nvSpPr>
            <p:spPr>
              <a:xfrm>
                <a:off x="8567825" y="2880563"/>
                <a:ext cx="325" cy="137250"/>
              </a:xfrm>
              <a:custGeom>
                <a:rect b="b" l="l" r="r" t="t"/>
                <a:pathLst>
                  <a:path extrusionOk="0" h="5490" w="13">
                    <a:moveTo>
                      <a:pt x="0" y="1"/>
                    </a:moveTo>
                    <a:lnTo>
                      <a:pt x="12" y="5489"/>
                    </a:lnTo>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76"/>
              <p:cNvSpPr/>
              <p:nvPr/>
            </p:nvSpPr>
            <p:spPr>
              <a:xfrm>
                <a:off x="8567825" y="2880563"/>
                <a:ext cx="325" cy="137250"/>
              </a:xfrm>
              <a:custGeom>
                <a:rect b="b" l="l" r="r" t="t"/>
                <a:pathLst>
                  <a:path extrusionOk="0" fill="none" h="5490" w="13">
                    <a:moveTo>
                      <a:pt x="0" y="1"/>
                    </a:moveTo>
                    <a:lnTo>
                      <a:pt x="12" y="5489"/>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6"/>
              <p:cNvSpPr/>
              <p:nvPr/>
            </p:nvSpPr>
            <p:spPr>
              <a:xfrm>
                <a:off x="9635725" y="2466863"/>
                <a:ext cx="192625" cy="269500"/>
              </a:xfrm>
              <a:custGeom>
                <a:rect b="b" l="l" r="r" t="t"/>
                <a:pathLst>
                  <a:path extrusionOk="0" h="10780" w="7705">
                    <a:moveTo>
                      <a:pt x="4249" y="0"/>
                    </a:moveTo>
                    <a:cubicBezTo>
                      <a:pt x="4161" y="0"/>
                      <a:pt x="4075" y="46"/>
                      <a:pt x="4029" y="131"/>
                    </a:cubicBezTo>
                    <a:lnTo>
                      <a:pt x="2240" y="3697"/>
                    </a:lnTo>
                    <a:lnTo>
                      <a:pt x="2155" y="1567"/>
                    </a:lnTo>
                    <a:cubicBezTo>
                      <a:pt x="2155" y="1458"/>
                      <a:pt x="2069" y="1360"/>
                      <a:pt x="1948" y="1336"/>
                    </a:cubicBezTo>
                    <a:cubicBezTo>
                      <a:pt x="1939" y="1335"/>
                      <a:pt x="1930" y="1335"/>
                      <a:pt x="1921" y="1335"/>
                    </a:cubicBezTo>
                    <a:cubicBezTo>
                      <a:pt x="1809" y="1335"/>
                      <a:pt x="1703" y="1406"/>
                      <a:pt x="1680" y="1519"/>
                    </a:cubicBezTo>
                    <a:cubicBezTo>
                      <a:pt x="1546" y="2078"/>
                      <a:pt x="1193" y="3539"/>
                      <a:pt x="1157" y="3892"/>
                    </a:cubicBezTo>
                    <a:cubicBezTo>
                      <a:pt x="1108" y="4342"/>
                      <a:pt x="877" y="5875"/>
                      <a:pt x="877" y="5875"/>
                    </a:cubicBezTo>
                    <a:lnTo>
                      <a:pt x="658" y="7032"/>
                    </a:lnTo>
                    <a:lnTo>
                      <a:pt x="1" y="10549"/>
                    </a:lnTo>
                    <a:lnTo>
                      <a:pt x="3031" y="10780"/>
                    </a:lnTo>
                    <a:lnTo>
                      <a:pt x="2946" y="7117"/>
                    </a:lnTo>
                    <a:lnTo>
                      <a:pt x="3226" y="7044"/>
                    </a:lnTo>
                    <a:cubicBezTo>
                      <a:pt x="3542" y="6959"/>
                      <a:pt x="3834" y="6849"/>
                      <a:pt x="4114" y="6691"/>
                    </a:cubicBezTo>
                    <a:lnTo>
                      <a:pt x="7570" y="4829"/>
                    </a:lnTo>
                    <a:cubicBezTo>
                      <a:pt x="7655" y="4780"/>
                      <a:pt x="7704" y="4695"/>
                      <a:pt x="7704" y="4598"/>
                    </a:cubicBezTo>
                    <a:lnTo>
                      <a:pt x="7692" y="4549"/>
                    </a:lnTo>
                    <a:cubicBezTo>
                      <a:pt x="7682" y="4421"/>
                      <a:pt x="7577" y="4325"/>
                      <a:pt x="7453" y="4325"/>
                    </a:cubicBezTo>
                    <a:cubicBezTo>
                      <a:pt x="7424" y="4325"/>
                      <a:pt x="7394" y="4330"/>
                      <a:pt x="7363" y="4342"/>
                    </a:cubicBezTo>
                    <a:lnTo>
                      <a:pt x="5806" y="4902"/>
                    </a:lnTo>
                    <a:lnTo>
                      <a:pt x="5562" y="4598"/>
                    </a:lnTo>
                    <a:lnTo>
                      <a:pt x="7157" y="3198"/>
                    </a:lnTo>
                    <a:cubicBezTo>
                      <a:pt x="7242" y="3125"/>
                      <a:pt x="7266" y="3003"/>
                      <a:pt x="7205" y="2894"/>
                    </a:cubicBezTo>
                    <a:lnTo>
                      <a:pt x="7181" y="2845"/>
                    </a:lnTo>
                    <a:cubicBezTo>
                      <a:pt x="7133" y="2757"/>
                      <a:pt x="7047" y="2711"/>
                      <a:pt x="6960" y="2711"/>
                    </a:cubicBezTo>
                    <a:cubicBezTo>
                      <a:pt x="6915" y="2711"/>
                      <a:pt x="6869" y="2723"/>
                      <a:pt x="6828" y="2748"/>
                    </a:cubicBezTo>
                    <a:lnTo>
                      <a:pt x="4929" y="4087"/>
                    </a:lnTo>
                    <a:lnTo>
                      <a:pt x="4698" y="3855"/>
                    </a:lnTo>
                    <a:lnTo>
                      <a:pt x="6232" y="1458"/>
                    </a:lnTo>
                    <a:cubicBezTo>
                      <a:pt x="6305" y="1348"/>
                      <a:pt x="6280" y="1214"/>
                      <a:pt x="6183" y="1141"/>
                    </a:cubicBezTo>
                    <a:lnTo>
                      <a:pt x="6134" y="1093"/>
                    </a:lnTo>
                    <a:cubicBezTo>
                      <a:pt x="6095" y="1053"/>
                      <a:pt x="6039" y="1035"/>
                      <a:pt x="5983" y="1035"/>
                    </a:cubicBezTo>
                    <a:cubicBezTo>
                      <a:pt x="5918" y="1035"/>
                      <a:pt x="5851" y="1059"/>
                      <a:pt x="5806" y="1105"/>
                    </a:cubicBezTo>
                    <a:lnTo>
                      <a:pt x="3761" y="3222"/>
                    </a:lnTo>
                    <a:lnTo>
                      <a:pt x="3542" y="3064"/>
                    </a:lnTo>
                    <a:lnTo>
                      <a:pt x="4528" y="363"/>
                    </a:lnTo>
                    <a:cubicBezTo>
                      <a:pt x="4564" y="265"/>
                      <a:pt x="4528" y="143"/>
                      <a:pt x="4443" y="83"/>
                    </a:cubicBezTo>
                    <a:lnTo>
                      <a:pt x="4394" y="46"/>
                    </a:lnTo>
                    <a:cubicBezTo>
                      <a:pt x="4350" y="15"/>
                      <a:pt x="4299" y="0"/>
                      <a:pt x="4249"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6"/>
              <p:cNvSpPr/>
              <p:nvPr/>
            </p:nvSpPr>
            <p:spPr>
              <a:xfrm>
                <a:off x="9691700" y="2559588"/>
                <a:ext cx="22850" cy="43825"/>
              </a:xfrm>
              <a:custGeom>
                <a:rect b="b" l="l" r="r" t="t"/>
                <a:pathLst>
                  <a:path extrusionOk="0" h="1753" w="914">
                    <a:moveTo>
                      <a:pt x="1" y="0"/>
                    </a:moveTo>
                    <a:lnTo>
                      <a:pt x="804" y="1753"/>
                    </a:lnTo>
                    <a:cubicBezTo>
                      <a:pt x="914" y="670"/>
                      <a:pt x="1" y="0"/>
                      <a:pt x="1" y="0"/>
                    </a:cubicBez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76"/>
              <p:cNvSpPr/>
              <p:nvPr/>
            </p:nvSpPr>
            <p:spPr>
              <a:xfrm>
                <a:off x="9691700" y="2559588"/>
                <a:ext cx="22850" cy="43825"/>
              </a:xfrm>
              <a:custGeom>
                <a:rect b="b" l="l" r="r" t="t"/>
                <a:pathLst>
                  <a:path extrusionOk="0" fill="none" h="1753" w="914">
                    <a:moveTo>
                      <a:pt x="1" y="0"/>
                    </a:moveTo>
                    <a:cubicBezTo>
                      <a:pt x="1" y="0"/>
                      <a:pt x="914" y="670"/>
                      <a:pt x="804" y="175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76"/>
              <p:cNvSpPr/>
              <p:nvPr/>
            </p:nvSpPr>
            <p:spPr>
              <a:xfrm>
                <a:off x="9406325" y="2655413"/>
                <a:ext cx="385200" cy="356925"/>
              </a:xfrm>
              <a:custGeom>
                <a:rect b="b" l="l" r="r" t="t"/>
                <a:pathLst>
                  <a:path extrusionOk="0" h="14277" w="15408">
                    <a:moveTo>
                      <a:pt x="8945" y="1"/>
                    </a:moveTo>
                    <a:lnTo>
                      <a:pt x="7911" y="6329"/>
                    </a:lnTo>
                    <a:lnTo>
                      <a:pt x="0" y="6280"/>
                    </a:lnTo>
                    <a:lnTo>
                      <a:pt x="329" y="10382"/>
                    </a:lnTo>
                    <a:lnTo>
                      <a:pt x="658" y="14276"/>
                    </a:lnTo>
                    <a:lnTo>
                      <a:pt x="3591" y="13607"/>
                    </a:lnTo>
                    <a:lnTo>
                      <a:pt x="12219" y="11623"/>
                    </a:lnTo>
                    <a:lnTo>
                      <a:pt x="15408" y="950"/>
                    </a:lnTo>
                    <a:cubicBezTo>
                      <a:pt x="12961" y="366"/>
                      <a:pt x="8945" y="1"/>
                      <a:pt x="8945"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76"/>
              <p:cNvSpPr/>
              <p:nvPr/>
            </p:nvSpPr>
            <p:spPr>
              <a:xfrm>
                <a:off x="9636025" y="2693138"/>
                <a:ext cx="119000" cy="17075"/>
              </a:xfrm>
              <a:custGeom>
                <a:rect b="b" l="l" r="r" t="t"/>
                <a:pathLst>
                  <a:path extrusionOk="0" h="683" w="4760">
                    <a:moveTo>
                      <a:pt x="1" y="1"/>
                    </a:moveTo>
                    <a:lnTo>
                      <a:pt x="4759" y="682"/>
                    </a:lnTo>
                    <a:cubicBezTo>
                      <a:pt x="3287" y="427"/>
                      <a:pt x="2" y="1"/>
                      <a:pt x="1" y="1"/>
                    </a:cubicBez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6"/>
              <p:cNvSpPr/>
              <p:nvPr/>
            </p:nvSpPr>
            <p:spPr>
              <a:xfrm>
                <a:off x="9636025" y="2693138"/>
                <a:ext cx="119000" cy="17075"/>
              </a:xfrm>
              <a:custGeom>
                <a:rect b="b" l="l" r="r" t="t"/>
                <a:pathLst>
                  <a:path extrusionOk="0" fill="none" h="683" w="4760">
                    <a:moveTo>
                      <a:pt x="1" y="1"/>
                    </a:moveTo>
                    <a:cubicBezTo>
                      <a:pt x="1" y="1"/>
                      <a:pt x="3287" y="427"/>
                      <a:pt x="4759" y="682"/>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76"/>
              <p:cNvSpPr/>
              <p:nvPr/>
            </p:nvSpPr>
            <p:spPr>
              <a:xfrm>
                <a:off x="9568175" y="2823430"/>
                <a:ext cx="35625" cy="43825"/>
              </a:xfrm>
              <a:custGeom>
                <a:rect b="b" l="l" r="r" t="t"/>
                <a:pathLst>
                  <a:path extrusionOk="0" h="1753" w="1425">
                    <a:moveTo>
                      <a:pt x="1" y="0"/>
                    </a:moveTo>
                    <a:lnTo>
                      <a:pt x="1145" y="1753"/>
                    </a:lnTo>
                    <a:lnTo>
                      <a:pt x="14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76"/>
              <p:cNvSpPr/>
              <p:nvPr/>
            </p:nvSpPr>
            <p:spPr>
              <a:xfrm>
                <a:off x="8916475" y="2812113"/>
                <a:ext cx="736925" cy="1121625"/>
              </a:xfrm>
              <a:custGeom>
                <a:rect b="b" l="l" r="r" t="t"/>
                <a:pathLst>
                  <a:path extrusionOk="0" h="44865" w="29477">
                    <a:moveTo>
                      <a:pt x="19582" y="0"/>
                    </a:moveTo>
                    <a:lnTo>
                      <a:pt x="4504" y="621"/>
                    </a:lnTo>
                    <a:cubicBezTo>
                      <a:pt x="1" y="11793"/>
                      <a:pt x="950" y="44214"/>
                      <a:pt x="950" y="44214"/>
                    </a:cubicBezTo>
                    <a:cubicBezTo>
                      <a:pt x="3521" y="44647"/>
                      <a:pt x="6117" y="44864"/>
                      <a:pt x="8716" y="44864"/>
                    </a:cubicBezTo>
                    <a:cubicBezTo>
                      <a:pt x="10200" y="44864"/>
                      <a:pt x="11686" y="44793"/>
                      <a:pt x="13169" y="44652"/>
                    </a:cubicBezTo>
                    <a:lnTo>
                      <a:pt x="13436" y="37910"/>
                    </a:lnTo>
                    <a:lnTo>
                      <a:pt x="17063" y="44104"/>
                    </a:lnTo>
                    <a:cubicBezTo>
                      <a:pt x="24876" y="42631"/>
                      <a:pt x="29476" y="39552"/>
                      <a:pt x="29476" y="39552"/>
                    </a:cubicBezTo>
                    <a:cubicBezTo>
                      <a:pt x="24645" y="31216"/>
                      <a:pt x="19582" y="0"/>
                      <a:pt x="19582"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76"/>
              <p:cNvSpPr/>
              <p:nvPr/>
            </p:nvSpPr>
            <p:spPr>
              <a:xfrm>
                <a:off x="8965475" y="3887013"/>
                <a:ext cx="250100" cy="17375"/>
              </a:xfrm>
              <a:custGeom>
                <a:rect b="b" l="l" r="r" t="t"/>
                <a:pathLst>
                  <a:path extrusionOk="0" fill="none" h="695" w="10004">
                    <a:moveTo>
                      <a:pt x="0" y="1"/>
                    </a:moveTo>
                    <a:cubicBezTo>
                      <a:pt x="0" y="1"/>
                      <a:pt x="5513" y="694"/>
                      <a:pt x="10004" y="18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76"/>
              <p:cNvSpPr/>
              <p:nvPr/>
            </p:nvSpPr>
            <p:spPr>
              <a:xfrm>
                <a:off x="9368600" y="3784788"/>
                <a:ext cx="241600" cy="90700"/>
              </a:xfrm>
              <a:custGeom>
                <a:rect b="b" l="l" r="r" t="t"/>
                <a:pathLst>
                  <a:path extrusionOk="0" fill="none" h="3628" w="9664">
                    <a:moveTo>
                      <a:pt x="0" y="3627"/>
                    </a:moveTo>
                    <a:cubicBezTo>
                      <a:pt x="0" y="3627"/>
                      <a:pt x="6000" y="2240"/>
                      <a:pt x="9663"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6"/>
              <p:cNvSpPr/>
              <p:nvPr/>
            </p:nvSpPr>
            <p:spPr>
              <a:xfrm>
                <a:off x="9213425" y="2964538"/>
                <a:ext cx="47200" cy="828175"/>
              </a:xfrm>
              <a:custGeom>
                <a:rect b="b" l="l" r="r" t="t"/>
                <a:pathLst>
                  <a:path extrusionOk="0" fill="none" h="33127" w="1888">
                    <a:moveTo>
                      <a:pt x="1" y="0"/>
                    </a:moveTo>
                    <a:cubicBezTo>
                      <a:pt x="1" y="0"/>
                      <a:pt x="25" y="20908"/>
                      <a:pt x="1887" y="3312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76"/>
              <p:cNvSpPr/>
              <p:nvPr/>
            </p:nvSpPr>
            <p:spPr>
              <a:xfrm>
                <a:off x="9007150" y="2813492"/>
                <a:ext cx="437225" cy="193525"/>
              </a:xfrm>
              <a:custGeom>
                <a:rect b="b" l="l" r="r" t="t"/>
                <a:pathLst>
                  <a:path extrusionOk="0" h="7741" w="17489">
                    <a:moveTo>
                      <a:pt x="17489" y="0"/>
                    </a:moveTo>
                    <a:lnTo>
                      <a:pt x="15164" y="61"/>
                    </a:lnTo>
                    <a:lnTo>
                      <a:pt x="2325" y="451"/>
                    </a:lnTo>
                    <a:lnTo>
                      <a:pt x="1" y="511"/>
                    </a:lnTo>
                    <a:cubicBezTo>
                      <a:pt x="1" y="511"/>
                      <a:pt x="4406" y="5282"/>
                      <a:pt x="8203" y="7740"/>
                    </a:cubicBezTo>
                    <a:cubicBezTo>
                      <a:pt x="8203" y="7740"/>
                      <a:pt x="14458" y="3408"/>
                      <a:pt x="17489" y="0"/>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76"/>
              <p:cNvSpPr/>
              <p:nvPr/>
            </p:nvSpPr>
            <p:spPr>
              <a:xfrm>
                <a:off x="9065250" y="2808163"/>
                <a:ext cx="321025" cy="141800"/>
              </a:xfrm>
              <a:custGeom>
                <a:rect b="b" l="l" r="r" t="t"/>
                <a:pathLst>
                  <a:path extrusionOk="0" h="5672" w="12841">
                    <a:moveTo>
                      <a:pt x="12840" y="0"/>
                    </a:moveTo>
                    <a:lnTo>
                      <a:pt x="1" y="377"/>
                    </a:lnTo>
                    <a:cubicBezTo>
                      <a:pt x="463" y="864"/>
                      <a:pt x="3433" y="3992"/>
                      <a:pt x="6025" y="5671"/>
                    </a:cubicBezTo>
                    <a:cubicBezTo>
                      <a:pt x="6025" y="5671"/>
                      <a:pt x="10577" y="2519"/>
                      <a:pt x="12840" y="0"/>
                    </a:cubicBezTo>
                    <a:close/>
                  </a:path>
                </a:pathLst>
              </a:custGeom>
              <a:solidFill>
                <a:srgbClr val="CB1C3E"/>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76"/>
              <p:cNvSpPr/>
              <p:nvPr/>
            </p:nvSpPr>
            <p:spPr>
              <a:xfrm>
                <a:off x="9144375" y="2710188"/>
                <a:ext cx="141500" cy="148800"/>
              </a:xfrm>
              <a:custGeom>
                <a:rect b="b" l="l" r="r" t="t"/>
                <a:pathLst>
                  <a:path extrusionOk="0" h="5952" w="5660">
                    <a:moveTo>
                      <a:pt x="4698" y="0"/>
                    </a:moveTo>
                    <a:lnTo>
                      <a:pt x="1168" y="1643"/>
                    </a:lnTo>
                    <a:lnTo>
                      <a:pt x="1071" y="3785"/>
                    </a:lnTo>
                    <a:cubicBezTo>
                      <a:pt x="1047" y="4296"/>
                      <a:pt x="876" y="4795"/>
                      <a:pt x="572" y="5197"/>
                    </a:cubicBezTo>
                    <a:lnTo>
                      <a:pt x="0" y="5951"/>
                    </a:lnTo>
                    <a:lnTo>
                      <a:pt x="5659" y="5891"/>
                    </a:lnTo>
                    <a:lnTo>
                      <a:pt x="5087" y="5112"/>
                    </a:lnTo>
                    <a:cubicBezTo>
                      <a:pt x="4844" y="4759"/>
                      <a:pt x="4698" y="4345"/>
                      <a:pt x="4698" y="3907"/>
                    </a:cubicBezTo>
                    <a:lnTo>
                      <a:pt x="4698" y="0"/>
                    </a:ln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6"/>
              <p:cNvSpPr/>
              <p:nvPr/>
            </p:nvSpPr>
            <p:spPr>
              <a:xfrm>
                <a:off x="9144375" y="2710188"/>
                <a:ext cx="141500" cy="148800"/>
              </a:xfrm>
              <a:custGeom>
                <a:rect b="b" l="l" r="r" t="t"/>
                <a:pathLst>
                  <a:path extrusionOk="0" fill="none" h="5952" w="5660">
                    <a:moveTo>
                      <a:pt x="5659" y="5891"/>
                    </a:moveTo>
                    <a:lnTo>
                      <a:pt x="5087" y="5112"/>
                    </a:lnTo>
                    <a:cubicBezTo>
                      <a:pt x="4844" y="4759"/>
                      <a:pt x="4698" y="4345"/>
                      <a:pt x="4698" y="3907"/>
                    </a:cubicBezTo>
                    <a:lnTo>
                      <a:pt x="4698" y="0"/>
                    </a:lnTo>
                    <a:lnTo>
                      <a:pt x="1168" y="1643"/>
                    </a:lnTo>
                    <a:lnTo>
                      <a:pt x="1071" y="3785"/>
                    </a:lnTo>
                    <a:cubicBezTo>
                      <a:pt x="1047" y="4296"/>
                      <a:pt x="876" y="4795"/>
                      <a:pt x="572" y="5197"/>
                    </a:cubicBezTo>
                    <a:lnTo>
                      <a:pt x="0" y="5951"/>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76"/>
              <p:cNvSpPr/>
              <p:nvPr/>
            </p:nvSpPr>
            <p:spPr>
              <a:xfrm>
                <a:off x="9065250" y="2809063"/>
                <a:ext cx="313100" cy="140900"/>
              </a:xfrm>
              <a:custGeom>
                <a:rect b="b" l="l" r="r" t="t"/>
                <a:pathLst>
                  <a:path extrusionOk="0" h="5636" w="12524">
                    <a:moveTo>
                      <a:pt x="11575" y="1"/>
                    </a:moveTo>
                    <a:lnTo>
                      <a:pt x="8739" y="86"/>
                    </a:lnTo>
                    <a:cubicBezTo>
                      <a:pt x="8295" y="689"/>
                      <a:pt x="7520" y="1410"/>
                      <a:pt x="6285" y="1410"/>
                    </a:cubicBezTo>
                    <a:cubicBezTo>
                      <a:pt x="6200" y="1410"/>
                      <a:pt x="6114" y="1407"/>
                      <a:pt x="6025" y="1400"/>
                    </a:cubicBezTo>
                    <a:cubicBezTo>
                      <a:pt x="3847" y="1242"/>
                      <a:pt x="3409" y="512"/>
                      <a:pt x="3409" y="512"/>
                    </a:cubicBezTo>
                    <a:lnTo>
                      <a:pt x="3214" y="244"/>
                    </a:lnTo>
                    <a:lnTo>
                      <a:pt x="1" y="341"/>
                    </a:lnTo>
                    <a:cubicBezTo>
                      <a:pt x="463" y="840"/>
                      <a:pt x="3433" y="3968"/>
                      <a:pt x="6025" y="5635"/>
                    </a:cubicBezTo>
                    <a:cubicBezTo>
                      <a:pt x="6025" y="5635"/>
                      <a:pt x="10187" y="2763"/>
                      <a:pt x="12524" y="305"/>
                    </a:cubicBezTo>
                    <a:lnTo>
                      <a:pt x="11575" y="1"/>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76"/>
              <p:cNvSpPr/>
              <p:nvPr/>
            </p:nvSpPr>
            <p:spPr>
              <a:xfrm>
                <a:off x="9126425" y="2601288"/>
                <a:ext cx="135400" cy="170375"/>
              </a:xfrm>
              <a:custGeom>
                <a:rect b="b" l="l" r="r" t="t"/>
                <a:pathLst>
                  <a:path extrusionOk="0" h="6815" w="5416">
                    <a:moveTo>
                      <a:pt x="2962" y="1"/>
                    </a:moveTo>
                    <a:cubicBezTo>
                      <a:pt x="2183" y="1"/>
                      <a:pt x="1321" y="185"/>
                      <a:pt x="913" y="900"/>
                    </a:cubicBezTo>
                    <a:cubicBezTo>
                      <a:pt x="73" y="2360"/>
                      <a:pt x="0" y="5865"/>
                      <a:pt x="913" y="6596"/>
                    </a:cubicBezTo>
                    <a:cubicBezTo>
                      <a:pt x="1106" y="6750"/>
                      <a:pt x="1375" y="6814"/>
                      <a:pt x="1685" y="6814"/>
                    </a:cubicBezTo>
                    <a:cubicBezTo>
                      <a:pt x="2844" y="6814"/>
                      <a:pt x="4567" y="5912"/>
                      <a:pt x="4941" y="5403"/>
                    </a:cubicBezTo>
                    <a:cubicBezTo>
                      <a:pt x="5416" y="4758"/>
                      <a:pt x="5416" y="3139"/>
                      <a:pt x="5416" y="3139"/>
                    </a:cubicBezTo>
                    <a:cubicBezTo>
                      <a:pt x="5416" y="3139"/>
                      <a:pt x="3700" y="2519"/>
                      <a:pt x="4515" y="206"/>
                    </a:cubicBezTo>
                    <a:cubicBezTo>
                      <a:pt x="4515" y="206"/>
                      <a:pt x="3785" y="1"/>
                      <a:pt x="2962"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76"/>
              <p:cNvSpPr/>
              <p:nvPr/>
            </p:nvSpPr>
            <p:spPr>
              <a:xfrm>
                <a:off x="9246900" y="2659263"/>
                <a:ext cx="71050" cy="63725"/>
              </a:xfrm>
              <a:custGeom>
                <a:rect b="b" l="l" r="r" t="t"/>
                <a:pathLst>
                  <a:path extrusionOk="0" h="2549" w="2842">
                    <a:moveTo>
                      <a:pt x="1761" y="0"/>
                    </a:moveTo>
                    <a:cubicBezTo>
                      <a:pt x="1116" y="0"/>
                      <a:pt x="597" y="820"/>
                      <a:pt x="597" y="820"/>
                    </a:cubicBezTo>
                    <a:lnTo>
                      <a:pt x="219" y="1283"/>
                    </a:lnTo>
                    <a:lnTo>
                      <a:pt x="0" y="2548"/>
                    </a:lnTo>
                    <a:cubicBezTo>
                      <a:pt x="16" y="2549"/>
                      <a:pt x="32" y="2549"/>
                      <a:pt x="48" y="2549"/>
                    </a:cubicBezTo>
                    <a:cubicBezTo>
                      <a:pt x="1927" y="2549"/>
                      <a:pt x="2842" y="404"/>
                      <a:pt x="2069" y="66"/>
                    </a:cubicBezTo>
                    <a:cubicBezTo>
                      <a:pt x="1964" y="20"/>
                      <a:pt x="1861" y="0"/>
                      <a:pt x="17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76"/>
              <p:cNvSpPr/>
              <p:nvPr/>
            </p:nvSpPr>
            <p:spPr>
              <a:xfrm>
                <a:off x="9246900" y="2652388"/>
                <a:ext cx="71225" cy="71500"/>
              </a:xfrm>
              <a:custGeom>
                <a:rect b="b" l="l" r="r" t="t"/>
                <a:pathLst>
                  <a:path extrusionOk="0" fill="none" h="2860" w="2849">
                    <a:moveTo>
                      <a:pt x="219" y="1558"/>
                    </a:moveTo>
                    <a:lnTo>
                      <a:pt x="597" y="1095"/>
                    </a:lnTo>
                    <a:cubicBezTo>
                      <a:pt x="597" y="1095"/>
                      <a:pt x="1290" y="0"/>
                      <a:pt x="2069" y="341"/>
                    </a:cubicBezTo>
                    <a:cubicBezTo>
                      <a:pt x="2848" y="682"/>
                      <a:pt x="1911" y="2860"/>
                      <a:pt x="0" y="2823"/>
                    </a:cubicBez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6"/>
              <p:cNvSpPr/>
              <p:nvPr/>
            </p:nvSpPr>
            <p:spPr>
              <a:xfrm>
                <a:off x="8753100" y="2807838"/>
                <a:ext cx="411975" cy="475575"/>
              </a:xfrm>
              <a:custGeom>
                <a:rect b="b" l="l" r="r" t="t"/>
                <a:pathLst>
                  <a:path extrusionOk="0" h="19023" w="16479">
                    <a:moveTo>
                      <a:pt x="13497" y="1"/>
                    </a:moveTo>
                    <a:cubicBezTo>
                      <a:pt x="13205" y="1"/>
                      <a:pt x="12925" y="62"/>
                      <a:pt x="12670" y="183"/>
                    </a:cubicBezTo>
                    <a:cubicBezTo>
                      <a:pt x="3299" y="4625"/>
                      <a:pt x="1" y="17574"/>
                      <a:pt x="1" y="17574"/>
                    </a:cubicBezTo>
                    <a:lnTo>
                      <a:pt x="5295" y="19022"/>
                    </a:lnTo>
                    <a:cubicBezTo>
                      <a:pt x="9262" y="6366"/>
                      <a:pt x="16479" y="281"/>
                      <a:pt x="16479" y="281"/>
                    </a:cubicBezTo>
                    <a:lnTo>
                      <a:pt x="13497" y="1"/>
                    </a:ln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76"/>
              <p:cNvSpPr/>
              <p:nvPr/>
            </p:nvSpPr>
            <p:spPr>
              <a:xfrm>
                <a:off x="8753100" y="3202663"/>
                <a:ext cx="132375" cy="80750"/>
              </a:xfrm>
              <a:custGeom>
                <a:rect b="b" l="l" r="r" t="t"/>
                <a:pathLst>
                  <a:path extrusionOk="0" h="3230" w="5295">
                    <a:moveTo>
                      <a:pt x="3398" y="1"/>
                    </a:moveTo>
                    <a:cubicBezTo>
                      <a:pt x="3257" y="1"/>
                      <a:pt x="3114" y="37"/>
                      <a:pt x="2982" y="114"/>
                    </a:cubicBezTo>
                    <a:lnTo>
                      <a:pt x="1" y="1781"/>
                    </a:lnTo>
                    <a:lnTo>
                      <a:pt x="5295" y="3229"/>
                    </a:lnTo>
                    <a:lnTo>
                      <a:pt x="5295" y="3229"/>
                    </a:lnTo>
                    <a:lnTo>
                      <a:pt x="4175" y="528"/>
                    </a:lnTo>
                    <a:cubicBezTo>
                      <a:pt x="4039" y="196"/>
                      <a:pt x="3724" y="1"/>
                      <a:pt x="3398"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76"/>
              <p:cNvSpPr/>
              <p:nvPr/>
            </p:nvSpPr>
            <p:spPr>
              <a:xfrm>
                <a:off x="9684100" y="3175688"/>
                <a:ext cx="107725" cy="45350"/>
              </a:xfrm>
              <a:custGeom>
                <a:rect b="b" l="l" r="r" t="t"/>
                <a:pathLst>
                  <a:path extrusionOk="0" h="1814" w="4309">
                    <a:moveTo>
                      <a:pt x="1" y="0"/>
                    </a:moveTo>
                    <a:cubicBezTo>
                      <a:pt x="1" y="1"/>
                      <a:pt x="2897" y="1643"/>
                      <a:pt x="4309" y="1814"/>
                    </a:cubicBezTo>
                    <a:lnTo>
                      <a:pt x="1" y="0"/>
                    </a:ln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76"/>
              <p:cNvSpPr/>
              <p:nvPr/>
            </p:nvSpPr>
            <p:spPr>
              <a:xfrm>
                <a:off x="9684100" y="3175688"/>
                <a:ext cx="107725" cy="45350"/>
              </a:xfrm>
              <a:custGeom>
                <a:rect b="b" l="l" r="r" t="t"/>
                <a:pathLst>
                  <a:path extrusionOk="0" fill="none" h="1814" w="4309">
                    <a:moveTo>
                      <a:pt x="1" y="0"/>
                    </a:moveTo>
                    <a:cubicBezTo>
                      <a:pt x="1" y="0"/>
                      <a:pt x="2897" y="1643"/>
                      <a:pt x="4309" y="1814"/>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76"/>
              <p:cNvSpPr/>
              <p:nvPr/>
            </p:nvSpPr>
            <p:spPr>
              <a:xfrm>
                <a:off x="9659450" y="3140088"/>
                <a:ext cx="210575" cy="144225"/>
              </a:xfrm>
              <a:custGeom>
                <a:rect b="b" l="l" r="r" t="t"/>
                <a:pathLst>
                  <a:path extrusionOk="0" h="5769" w="8423">
                    <a:moveTo>
                      <a:pt x="1559" y="0"/>
                    </a:moveTo>
                    <a:cubicBezTo>
                      <a:pt x="1559" y="0"/>
                      <a:pt x="1" y="2447"/>
                      <a:pt x="1765" y="3907"/>
                    </a:cubicBezTo>
                    <a:cubicBezTo>
                      <a:pt x="3530" y="5355"/>
                      <a:pt x="5988" y="5769"/>
                      <a:pt x="5988" y="5769"/>
                    </a:cubicBezTo>
                    <a:lnTo>
                      <a:pt x="8422" y="1899"/>
                    </a:lnTo>
                    <a:lnTo>
                      <a:pt x="8422" y="1899"/>
                    </a:lnTo>
                    <a:cubicBezTo>
                      <a:pt x="8226" y="1914"/>
                      <a:pt x="8030" y="1922"/>
                      <a:pt x="7834" y="1922"/>
                    </a:cubicBezTo>
                    <a:cubicBezTo>
                      <a:pt x="6649" y="1922"/>
                      <a:pt x="5486" y="1639"/>
                      <a:pt x="4431" y="1096"/>
                    </a:cubicBezTo>
                    <a:cubicBezTo>
                      <a:pt x="2447" y="25"/>
                      <a:pt x="1559" y="0"/>
                      <a:pt x="1559" y="0"/>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76"/>
              <p:cNvSpPr/>
              <p:nvPr/>
            </p:nvSpPr>
            <p:spPr>
              <a:xfrm>
                <a:off x="9792725" y="3187863"/>
                <a:ext cx="77000" cy="96450"/>
              </a:xfrm>
              <a:custGeom>
                <a:rect b="b" l="l" r="r" t="t"/>
                <a:pathLst>
                  <a:path extrusionOk="0" h="3858" w="3080">
                    <a:moveTo>
                      <a:pt x="3079" y="0"/>
                    </a:moveTo>
                    <a:lnTo>
                      <a:pt x="3079" y="0"/>
                    </a:lnTo>
                    <a:cubicBezTo>
                      <a:pt x="2252" y="463"/>
                      <a:pt x="1375" y="864"/>
                      <a:pt x="475" y="1181"/>
                    </a:cubicBezTo>
                    <a:cubicBezTo>
                      <a:pt x="183" y="1278"/>
                      <a:pt x="0" y="1570"/>
                      <a:pt x="49" y="1874"/>
                    </a:cubicBezTo>
                    <a:cubicBezTo>
                      <a:pt x="146" y="2446"/>
                      <a:pt x="329" y="3323"/>
                      <a:pt x="645" y="3858"/>
                    </a:cubicBezTo>
                    <a:lnTo>
                      <a:pt x="3079"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76"/>
              <p:cNvSpPr/>
              <p:nvPr/>
            </p:nvSpPr>
            <p:spPr>
              <a:xfrm>
                <a:off x="9610175" y="3140088"/>
                <a:ext cx="102250" cy="91300"/>
              </a:xfrm>
              <a:custGeom>
                <a:rect b="b" l="l" r="r" t="t"/>
                <a:pathLst>
                  <a:path extrusionOk="0" h="3652" w="4090">
                    <a:moveTo>
                      <a:pt x="3517" y="0"/>
                    </a:moveTo>
                    <a:lnTo>
                      <a:pt x="0" y="2215"/>
                    </a:lnTo>
                    <a:lnTo>
                      <a:pt x="4089" y="3651"/>
                    </a:lnTo>
                    <a:cubicBezTo>
                      <a:pt x="4089" y="3651"/>
                      <a:pt x="3444" y="1315"/>
                      <a:pt x="3517" y="0"/>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76"/>
              <p:cNvSpPr/>
              <p:nvPr/>
            </p:nvSpPr>
            <p:spPr>
              <a:xfrm>
                <a:off x="9266975" y="2798963"/>
                <a:ext cx="445450" cy="501475"/>
              </a:xfrm>
              <a:custGeom>
                <a:rect b="b" l="l" r="r" t="t"/>
                <a:pathLst>
                  <a:path extrusionOk="0" h="20059" w="17818">
                    <a:moveTo>
                      <a:pt x="3472" y="1"/>
                    </a:moveTo>
                    <a:cubicBezTo>
                      <a:pt x="3309" y="1"/>
                      <a:pt x="3145" y="14"/>
                      <a:pt x="2982" y="39"/>
                    </a:cubicBezTo>
                    <a:lnTo>
                      <a:pt x="1" y="514"/>
                    </a:lnTo>
                    <a:cubicBezTo>
                      <a:pt x="1" y="514"/>
                      <a:pt x="6256" y="2327"/>
                      <a:pt x="8325" y="8607"/>
                    </a:cubicBezTo>
                    <a:cubicBezTo>
                      <a:pt x="10394" y="14887"/>
                      <a:pt x="13789" y="20059"/>
                      <a:pt x="13789" y="20059"/>
                    </a:cubicBezTo>
                    <a:lnTo>
                      <a:pt x="17817" y="17296"/>
                    </a:lnTo>
                    <a:cubicBezTo>
                      <a:pt x="17817" y="17296"/>
                      <a:pt x="14653" y="15751"/>
                      <a:pt x="11830" y="8838"/>
                    </a:cubicBezTo>
                    <a:cubicBezTo>
                      <a:pt x="9858" y="3995"/>
                      <a:pt x="6840" y="1536"/>
                      <a:pt x="5209" y="502"/>
                    </a:cubicBezTo>
                    <a:cubicBezTo>
                      <a:pt x="4682" y="176"/>
                      <a:pt x="4079" y="1"/>
                      <a:pt x="3472" y="1"/>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76"/>
              <p:cNvSpPr/>
              <p:nvPr/>
            </p:nvSpPr>
            <p:spPr>
              <a:xfrm>
                <a:off x="8700475" y="2540713"/>
                <a:ext cx="58450" cy="73950"/>
              </a:xfrm>
              <a:custGeom>
                <a:rect b="b" l="l" r="r" t="t"/>
                <a:pathLst>
                  <a:path extrusionOk="0" h="2958" w="2338">
                    <a:moveTo>
                      <a:pt x="1108" y="1"/>
                    </a:moveTo>
                    <a:lnTo>
                      <a:pt x="438" y="135"/>
                    </a:lnTo>
                    <a:cubicBezTo>
                      <a:pt x="0" y="1133"/>
                      <a:pt x="657" y="2423"/>
                      <a:pt x="949" y="2909"/>
                    </a:cubicBezTo>
                    <a:cubicBezTo>
                      <a:pt x="971" y="2942"/>
                      <a:pt x="1004" y="2957"/>
                      <a:pt x="1036" y="2957"/>
                    </a:cubicBezTo>
                    <a:cubicBezTo>
                      <a:pt x="1076" y="2957"/>
                      <a:pt x="1113" y="2932"/>
                      <a:pt x="1120" y="2885"/>
                    </a:cubicBezTo>
                    <a:lnTo>
                      <a:pt x="1290" y="2070"/>
                    </a:lnTo>
                    <a:lnTo>
                      <a:pt x="2166" y="2325"/>
                    </a:lnTo>
                    <a:cubicBezTo>
                      <a:pt x="2182" y="2333"/>
                      <a:pt x="2197" y="2336"/>
                      <a:pt x="2211" y="2336"/>
                    </a:cubicBezTo>
                    <a:cubicBezTo>
                      <a:pt x="2287" y="2336"/>
                      <a:pt x="2337" y="2241"/>
                      <a:pt x="2276" y="2179"/>
                    </a:cubicBezTo>
                    <a:cubicBezTo>
                      <a:pt x="1753" y="1522"/>
                      <a:pt x="1363" y="792"/>
                      <a:pt x="1108"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76"/>
              <p:cNvSpPr/>
              <p:nvPr/>
            </p:nvSpPr>
            <p:spPr>
              <a:xfrm>
                <a:off x="8461025" y="2572963"/>
                <a:ext cx="136025" cy="117625"/>
              </a:xfrm>
              <a:custGeom>
                <a:rect b="b" l="l" r="r" t="t"/>
                <a:pathLst>
                  <a:path extrusionOk="0" h="4705" w="5441">
                    <a:moveTo>
                      <a:pt x="3554" y="1"/>
                    </a:moveTo>
                    <a:lnTo>
                      <a:pt x="1485" y="986"/>
                    </a:lnTo>
                    <a:cubicBezTo>
                      <a:pt x="1485" y="986"/>
                      <a:pt x="0" y="1899"/>
                      <a:pt x="1242" y="3664"/>
                    </a:cubicBezTo>
                    <a:cubicBezTo>
                      <a:pt x="1819" y="4477"/>
                      <a:pt x="2413" y="4704"/>
                      <a:pt x="2897" y="4704"/>
                    </a:cubicBezTo>
                    <a:cubicBezTo>
                      <a:pt x="3516" y="4704"/>
                      <a:pt x="3956" y="4333"/>
                      <a:pt x="3956" y="4333"/>
                    </a:cubicBezTo>
                    <a:lnTo>
                      <a:pt x="5440" y="2861"/>
                    </a:lnTo>
                    <a:lnTo>
                      <a:pt x="3554" y="1"/>
                    </a:lnTo>
                    <a:close/>
                  </a:path>
                </a:pathLst>
              </a:custGeom>
              <a:solidFill>
                <a:schemeClr val="accent4"/>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76"/>
              <p:cNvSpPr/>
              <p:nvPr/>
            </p:nvSpPr>
            <p:spPr>
              <a:xfrm>
                <a:off x="8463800" y="2572963"/>
                <a:ext cx="121075" cy="95175"/>
              </a:xfrm>
              <a:custGeom>
                <a:rect b="b" l="l" r="r" t="t"/>
                <a:pathLst>
                  <a:path extrusionOk="0" h="3807" w="4843">
                    <a:moveTo>
                      <a:pt x="3443" y="1"/>
                    </a:moveTo>
                    <a:lnTo>
                      <a:pt x="1374" y="986"/>
                    </a:lnTo>
                    <a:cubicBezTo>
                      <a:pt x="0" y="1828"/>
                      <a:pt x="1553" y="3806"/>
                      <a:pt x="2590" y="3806"/>
                    </a:cubicBezTo>
                    <a:cubicBezTo>
                      <a:pt x="2738" y="3806"/>
                      <a:pt x="2876" y="3766"/>
                      <a:pt x="2993" y="3676"/>
                    </a:cubicBezTo>
                    <a:cubicBezTo>
                      <a:pt x="3467" y="3323"/>
                      <a:pt x="4843" y="2179"/>
                      <a:pt x="4843" y="2179"/>
                    </a:cubicBezTo>
                    <a:lnTo>
                      <a:pt x="3443" y="1"/>
                    </a:lnTo>
                    <a:close/>
                  </a:path>
                </a:pathLst>
              </a:custGeom>
              <a:solidFill>
                <a:schemeClr val="accent4"/>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76"/>
              <p:cNvSpPr/>
              <p:nvPr/>
            </p:nvSpPr>
            <p:spPr>
              <a:xfrm>
                <a:off x="8490525" y="2611013"/>
                <a:ext cx="54800" cy="35600"/>
              </a:xfrm>
              <a:custGeom>
                <a:rect b="b" l="l" r="r" t="t"/>
                <a:pathLst>
                  <a:path extrusionOk="0" h="1424" w="2192">
                    <a:moveTo>
                      <a:pt x="1096" y="0"/>
                    </a:moveTo>
                    <a:cubicBezTo>
                      <a:pt x="1005" y="0"/>
                      <a:pt x="950" y="12"/>
                      <a:pt x="950" y="12"/>
                    </a:cubicBezTo>
                    <a:cubicBezTo>
                      <a:pt x="1" y="487"/>
                      <a:pt x="1145" y="1424"/>
                      <a:pt x="1145" y="1424"/>
                    </a:cubicBezTo>
                    <a:lnTo>
                      <a:pt x="2192" y="681"/>
                    </a:lnTo>
                    <a:cubicBezTo>
                      <a:pt x="1813" y="83"/>
                      <a:pt x="1333" y="0"/>
                      <a:pt x="1096"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76"/>
              <p:cNvSpPr/>
              <p:nvPr/>
            </p:nvSpPr>
            <p:spPr>
              <a:xfrm>
                <a:off x="8514275" y="2586663"/>
                <a:ext cx="70300" cy="78225"/>
              </a:xfrm>
              <a:custGeom>
                <a:rect b="b" l="l" r="r" t="t"/>
                <a:pathLst>
                  <a:path extrusionOk="0" h="3129" w="2812">
                    <a:moveTo>
                      <a:pt x="1631" y="0"/>
                    </a:moveTo>
                    <a:lnTo>
                      <a:pt x="0" y="986"/>
                    </a:lnTo>
                    <a:cubicBezTo>
                      <a:pt x="65" y="968"/>
                      <a:pt x="130" y="960"/>
                      <a:pt x="196" y="960"/>
                    </a:cubicBezTo>
                    <a:cubicBezTo>
                      <a:pt x="1032" y="960"/>
                      <a:pt x="1877" y="2327"/>
                      <a:pt x="974" y="3128"/>
                    </a:cubicBezTo>
                    <a:cubicBezTo>
                      <a:pt x="1814" y="2617"/>
                      <a:pt x="2811" y="1631"/>
                      <a:pt x="2811" y="1631"/>
                    </a:cubicBezTo>
                    <a:lnTo>
                      <a:pt x="1631" y="0"/>
                    </a:lnTo>
                    <a:close/>
                  </a:path>
                </a:pathLst>
              </a:custGeom>
              <a:solidFill>
                <a:srgbClr val="FFFFFF"/>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76"/>
              <p:cNvSpPr/>
              <p:nvPr/>
            </p:nvSpPr>
            <p:spPr>
              <a:xfrm>
                <a:off x="8497850" y="2356513"/>
                <a:ext cx="398000" cy="324800"/>
              </a:xfrm>
              <a:custGeom>
                <a:rect b="b" l="l" r="r" t="t"/>
                <a:pathLst>
                  <a:path extrusionOk="0" h="12992" w="15920">
                    <a:moveTo>
                      <a:pt x="13175" y="0"/>
                    </a:moveTo>
                    <a:cubicBezTo>
                      <a:pt x="13013" y="0"/>
                      <a:pt x="12865" y="54"/>
                      <a:pt x="12742" y="176"/>
                    </a:cubicBezTo>
                    <a:cubicBezTo>
                      <a:pt x="11610" y="1211"/>
                      <a:pt x="8604" y="4192"/>
                      <a:pt x="8604" y="4192"/>
                    </a:cubicBezTo>
                    <a:lnTo>
                      <a:pt x="6986" y="5762"/>
                    </a:lnTo>
                    <a:lnTo>
                      <a:pt x="6304" y="6140"/>
                    </a:lnTo>
                    <a:cubicBezTo>
                      <a:pt x="4187" y="6955"/>
                      <a:pt x="2093" y="8160"/>
                      <a:pt x="0" y="9644"/>
                    </a:cubicBezTo>
                    <a:cubicBezTo>
                      <a:pt x="0" y="9644"/>
                      <a:pt x="266" y="9569"/>
                      <a:pt x="638" y="9569"/>
                    </a:cubicBezTo>
                    <a:cubicBezTo>
                      <a:pt x="1148" y="9569"/>
                      <a:pt x="1856" y="9711"/>
                      <a:pt x="2349" y="10387"/>
                    </a:cubicBezTo>
                    <a:cubicBezTo>
                      <a:pt x="3201" y="11555"/>
                      <a:pt x="2483" y="12991"/>
                      <a:pt x="2483" y="12991"/>
                    </a:cubicBezTo>
                    <a:cubicBezTo>
                      <a:pt x="4564" y="11567"/>
                      <a:pt x="6304" y="9985"/>
                      <a:pt x="7691" y="8257"/>
                    </a:cubicBezTo>
                    <a:lnTo>
                      <a:pt x="9237" y="6845"/>
                    </a:lnTo>
                    <a:lnTo>
                      <a:pt x="11050" y="5701"/>
                    </a:lnTo>
                    <a:lnTo>
                      <a:pt x="14787" y="3340"/>
                    </a:lnTo>
                    <a:cubicBezTo>
                      <a:pt x="15919" y="2430"/>
                      <a:pt x="14252" y="0"/>
                      <a:pt x="13175"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76"/>
              <p:cNvSpPr/>
              <p:nvPr/>
            </p:nvSpPr>
            <p:spPr>
              <a:xfrm>
                <a:off x="8657575" y="2480088"/>
                <a:ext cx="116550" cy="100825"/>
              </a:xfrm>
              <a:custGeom>
                <a:rect b="b" l="l" r="r" t="t"/>
                <a:pathLst>
                  <a:path extrusionOk="0" h="4033" w="4662">
                    <a:moveTo>
                      <a:pt x="2616" y="0"/>
                    </a:moveTo>
                    <a:cubicBezTo>
                      <a:pt x="1880" y="0"/>
                      <a:pt x="1151" y="279"/>
                      <a:pt x="597" y="819"/>
                    </a:cubicBezTo>
                    <a:lnTo>
                      <a:pt x="0" y="1111"/>
                    </a:lnTo>
                    <a:cubicBezTo>
                      <a:pt x="986" y="1878"/>
                      <a:pt x="962" y="2937"/>
                      <a:pt x="548" y="4032"/>
                    </a:cubicBezTo>
                    <a:lnTo>
                      <a:pt x="2848" y="1902"/>
                    </a:lnTo>
                    <a:lnTo>
                      <a:pt x="4661" y="758"/>
                    </a:lnTo>
                    <a:lnTo>
                      <a:pt x="4138" y="430"/>
                    </a:lnTo>
                    <a:cubicBezTo>
                      <a:pt x="3667" y="141"/>
                      <a:pt x="3140" y="0"/>
                      <a:pt x="2616" y="0"/>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76"/>
              <p:cNvSpPr/>
              <p:nvPr/>
            </p:nvSpPr>
            <p:spPr>
              <a:xfrm>
                <a:off x="8717200" y="2523388"/>
                <a:ext cx="90400" cy="57925"/>
              </a:xfrm>
              <a:custGeom>
                <a:rect b="b" l="l" r="r" t="t"/>
                <a:pathLst>
                  <a:path extrusionOk="0" h="2317" w="3616">
                    <a:moveTo>
                      <a:pt x="852" y="0"/>
                    </a:moveTo>
                    <a:lnTo>
                      <a:pt x="1" y="694"/>
                    </a:lnTo>
                    <a:cubicBezTo>
                      <a:pt x="913" y="1521"/>
                      <a:pt x="2471" y="2118"/>
                      <a:pt x="3043" y="2312"/>
                    </a:cubicBezTo>
                    <a:cubicBezTo>
                      <a:pt x="3053" y="2315"/>
                      <a:pt x="3063" y="2317"/>
                      <a:pt x="3073" y="2317"/>
                    </a:cubicBezTo>
                    <a:cubicBezTo>
                      <a:pt x="3144" y="2317"/>
                      <a:pt x="3197" y="2243"/>
                      <a:pt x="3165" y="2178"/>
                    </a:cubicBezTo>
                    <a:lnTo>
                      <a:pt x="2727" y="1278"/>
                    </a:lnTo>
                    <a:lnTo>
                      <a:pt x="3530" y="815"/>
                    </a:lnTo>
                    <a:cubicBezTo>
                      <a:pt x="3615" y="767"/>
                      <a:pt x="3591" y="645"/>
                      <a:pt x="3493" y="633"/>
                    </a:cubicBezTo>
                    <a:cubicBezTo>
                      <a:pt x="2593" y="523"/>
                      <a:pt x="1704" y="304"/>
                      <a:pt x="852" y="0"/>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76"/>
              <p:cNvSpPr/>
              <p:nvPr/>
            </p:nvSpPr>
            <p:spPr>
              <a:xfrm>
                <a:off x="8651475" y="2471988"/>
                <a:ext cx="101350" cy="89675"/>
              </a:xfrm>
              <a:custGeom>
                <a:rect b="b" l="l" r="r" t="t"/>
                <a:pathLst>
                  <a:path extrusionOk="0" h="3587" w="4054">
                    <a:moveTo>
                      <a:pt x="2073" y="1"/>
                    </a:moveTo>
                    <a:cubicBezTo>
                      <a:pt x="1889" y="1"/>
                      <a:pt x="1778" y="48"/>
                      <a:pt x="1778" y="48"/>
                    </a:cubicBezTo>
                    <a:cubicBezTo>
                      <a:pt x="1120" y="279"/>
                      <a:pt x="1303" y="742"/>
                      <a:pt x="719" y="827"/>
                    </a:cubicBezTo>
                    <a:cubicBezTo>
                      <a:pt x="378" y="876"/>
                      <a:pt x="110" y="1107"/>
                      <a:pt x="1" y="1423"/>
                    </a:cubicBezTo>
                    <a:cubicBezTo>
                      <a:pt x="176" y="1349"/>
                      <a:pt x="342" y="1316"/>
                      <a:pt x="498" y="1316"/>
                    </a:cubicBezTo>
                    <a:cubicBezTo>
                      <a:pt x="1547" y="1316"/>
                      <a:pt x="2105" y="2829"/>
                      <a:pt x="1851" y="3529"/>
                    </a:cubicBezTo>
                    <a:cubicBezTo>
                      <a:pt x="1892" y="3566"/>
                      <a:pt x="1948" y="3586"/>
                      <a:pt x="2013" y="3586"/>
                    </a:cubicBezTo>
                    <a:cubicBezTo>
                      <a:pt x="2158" y="3586"/>
                      <a:pt x="2344" y="3484"/>
                      <a:pt x="2496" y="3249"/>
                    </a:cubicBezTo>
                    <a:cubicBezTo>
                      <a:pt x="2739" y="2871"/>
                      <a:pt x="3104" y="2592"/>
                      <a:pt x="3530" y="2445"/>
                    </a:cubicBezTo>
                    <a:cubicBezTo>
                      <a:pt x="3798" y="2336"/>
                      <a:pt x="4053" y="1569"/>
                      <a:pt x="3299" y="681"/>
                    </a:cubicBezTo>
                    <a:cubicBezTo>
                      <a:pt x="2812" y="113"/>
                      <a:pt x="2356" y="1"/>
                      <a:pt x="2073" y="1"/>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7" name="Google Shape;1427;p76"/>
            <p:cNvSpPr/>
            <p:nvPr/>
          </p:nvSpPr>
          <p:spPr>
            <a:xfrm>
              <a:off x="7706925" y="1438275"/>
              <a:ext cx="72850" cy="77425"/>
            </a:xfrm>
            <a:custGeom>
              <a:rect b="b" l="l" r="r" t="t"/>
              <a:pathLst>
                <a:path extrusionOk="0" h="3097" w="2914">
                  <a:moveTo>
                    <a:pt x="119" y="1500"/>
                  </a:moveTo>
                  <a:cubicBezTo>
                    <a:pt x="282" y="1341"/>
                    <a:pt x="853" y="770"/>
                    <a:pt x="1095" y="548"/>
                  </a:cubicBezTo>
                  <a:cubicBezTo>
                    <a:pt x="1337" y="326"/>
                    <a:pt x="1389" y="258"/>
                    <a:pt x="1571" y="167"/>
                  </a:cubicBezTo>
                  <a:cubicBezTo>
                    <a:pt x="1754" y="76"/>
                    <a:pt x="1988" y="0"/>
                    <a:pt x="2190" y="0"/>
                  </a:cubicBezTo>
                  <a:cubicBezTo>
                    <a:pt x="2393" y="0"/>
                    <a:pt x="2671" y="0"/>
                    <a:pt x="2786" y="167"/>
                  </a:cubicBezTo>
                  <a:cubicBezTo>
                    <a:pt x="2901" y="334"/>
                    <a:pt x="2953" y="695"/>
                    <a:pt x="2881" y="1000"/>
                  </a:cubicBezTo>
                  <a:cubicBezTo>
                    <a:pt x="2810" y="1306"/>
                    <a:pt x="2603" y="1710"/>
                    <a:pt x="2357" y="2000"/>
                  </a:cubicBezTo>
                  <a:cubicBezTo>
                    <a:pt x="2111" y="2290"/>
                    <a:pt x="1715" y="2559"/>
                    <a:pt x="1405" y="2738"/>
                  </a:cubicBezTo>
                  <a:cubicBezTo>
                    <a:pt x="1096" y="2917"/>
                    <a:pt x="734" y="3016"/>
                    <a:pt x="500" y="3072"/>
                  </a:cubicBezTo>
                  <a:cubicBezTo>
                    <a:pt x="266" y="3128"/>
                    <a:pt x="83" y="3072"/>
                    <a:pt x="0" y="3072"/>
                  </a:cubicBezTo>
                </a:path>
              </a:pathLst>
            </a:custGeom>
            <a:noFill/>
            <a:ln cap="flat" cmpd="sng" w="19050">
              <a:solidFill>
                <a:schemeClr val="accent5"/>
              </a:solidFill>
              <a:prstDash val="solid"/>
              <a:round/>
              <a:headEnd len="med" w="med" type="none"/>
              <a:tailEnd len="med" w="med" type="none"/>
            </a:ln>
          </p:spPr>
        </p:sp>
      </p:grpSp>
      <p:sp>
        <p:nvSpPr>
          <p:cNvPr id="1428" name="Google Shape;1428;p76">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76">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359"/>
                                        </p:tgtEl>
                                        <p:attrNameLst>
                                          <p:attrName>style.visibility</p:attrName>
                                        </p:attrNameLst>
                                      </p:cBhvr>
                                      <p:to>
                                        <p:strVal val="visible"/>
                                      </p:to>
                                    </p:set>
                                    <p:anim calcmode="lin" valueType="num">
                                      <p:cBhvr additive="base">
                                        <p:cTn dur="1000"/>
                                        <p:tgtEl>
                                          <p:spTgt spid="1359"/>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364"/>
                                        </p:tgtEl>
                                        <p:attrNameLst>
                                          <p:attrName>style.visibility</p:attrName>
                                        </p:attrNameLst>
                                      </p:cBhvr>
                                      <p:to>
                                        <p:strVal val="visible"/>
                                      </p:to>
                                    </p:set>
                                    <p:anim calcmode="lin" valueType="num">
                                      <p:cBhvr additive="base">
                                        <p:cTn dur="1000"/>
                                        <p:tgtEl>
                                          <p:spTgt spid="13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irtual Slides for Education Day by Slidesgo">
  <a:themeElements>
    <a:clrScheme name="Simple Light">
      <a:dk1>
        <a:srgbClr val="000000"/>
      </a:dk1>
      <a:lt1>
        <a:srgbClr val="FFFFFF"/>
      </a:lt1>
      <a:dk2>
        <a:srgbClr val="595959"/>
      </a:dk2>
      <a:lt2>
        <a:srgbClr val="E9F3FF"/>
      </a:lt2>
      <a:accent1>
        <a:srgbClr val="4C64D8"/>
      </a:accent1>
      <a:accent2>
        <a:srgbClr val="FFE599"/>
      </a:accent2>
      <a:accent3>
        <a:srgbClr val="FF952B"/>
      </a:accent3>
      <a:accent4>
        <a:srgbClr val="D5E6FC"/>
      </a:accent4>
      <a:accent5>
        <a:srgbClr val="00004D"/>
      </a:accent5>
      <a:accent6>
        <a:srgbClr val="A8CFFF"/>
      </a:accent6>
      <a:hlink>
        <a:srgbClr val="0000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