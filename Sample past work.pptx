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y="5143500" cx="9144000"/>
  <p:notesSz cx="6858000" cy="9144000"/>
  <p:embeddedFontLst>
    <p:embeddedFont>
      <p:font typeface="Aldrich"/>
      <p:regular r:id="rId23"/>
    </p:embeddedFont>
    <p:embeddedFont>
      <p:font typeface="Roboto"/>
      <p:regular r:id="rId24"/>
      <p:bold r:id="rId25"/>
      <p:italic r:id="rId26"/>
      <p:boldItalic r:id="rId27"/>
    </p:embeddedFont>
    <p:embeddedFont>
      <p:font typeface="Lato"/>
      <p:regular r:id="rId28"/>
      <p:bold r:id="rId29"/>
      <p:italic r:id="rId30"/>
      <p:boldItalic r:id="rId31"/>
    </p:embeddedFont>
    <p:embeddedFont>
      <p:font typeface="Didact Gothic"/>
      <p:regular r:id="rId32"/>
    </p:embeddedFont>
    <p:embeddedFont>
      <p:font typeface="PT Sans"/>
      <p:regular r:id="rId33"/>
      <p:bold r:id="rId34"/>
      <p:italic r:id="rId35"/>
      <p:boldItalic r:id="rId36"/>
    </p:embeddedFont>
    <p:embeddedFont>
      <p:font typeface="DM Sans"/>
      <p:regular r:id="rId37"/>
      <p:bold r:id="rId38"/>
      <p:italic r:id="rId39"/>
      <p:boldItalic r:id="rId40"/>
    </p:embeddedFont>
    <p:embeddedFont>
      <p:font typeface="Century Gothic"/>
      <p:regular r:id="rId41"/>
      <p:bold r:id="rId42"/>
      <p:italic r:id="rId43"/>
      <p:boldItalic r:id="rId4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2ED34A5-DC35-411B-8B7F-152AAF61CA45}">
  <a:tblStyle styleId="{82ED34A5-DC35-411B-8B7F-152AAF61CA45}"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font" Target="fonts/DMSans-boldItalic.fntdata"/><Relationship Id="rId42" Type="http://schemas.openxmlformats.org/officeDocument/2006/relationships/font" Target="fonts/CenturyGothic-bold.fntdata"/><Relationship Id="rId41" Type="http://schemas.openxmlformats.org/officeDocument/2006/relationships/font" Target="fonts/CenturyGothic-regular.fntdata"/><Relationship Id="rId44" Type="http://schemas.openxmlformats.org/officeDocument/2006/relationships/font" Target="fonts/CenturyGothic-boldItalic.fntdata"/><Relationship Id="rId43" Type="http://schemas.openxmlformats.org/officeDocument/2006/relationships/font" Target="fonts/CenturyGothic-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Lato-boldItalic.fntdata"/><Relationship Id="rId30" Type="http://schemas.openxmlformats.org/officeDocument/2006/relationships/font" Target="fonts/Lato-italic.fntdata"/><Relationship Id="rId33" Type="http://schemas.openxmlformats.org/officeDocument/2006/relationships/font" Target="fonts/PTSans-regular.fntdata"/><Relationship Id="rId32" Type="http://schemas.openxmlformats.org/officeDocument/2006/relationships/font" Target="fonts/DidactGothic-regular.fntdata"/><Relationship Id="rId35" Type="http://schemas.openxmlformats.org/officeDocument/2006/relationships/font" Target="fonts/PTSans-italic.fntdata"/><Relationship Id="rId34" Type="http://schemas.openxmlformats.org/officeDocument/2006/relationships/font" Target="fonts/PTSans-bold.fntdata"/><Relationship Id="rId37" Type="http://schemas.openxmlformats.org/officeDocument/2006/relationships/font" Target="fonts/DMSans-regular.fntdata"/><Relationship Id="rId36" Type="http://schemas.openxmlformats.org/officeDocument/2006/relationships/font" Target="fonts/PTSans-boldItalic.fntdata"/><Relationship Id="rId39" Type="http://schemas.openxmlformats.org/officeDocument/2006/relationships/font" Target="fonts/DMSans-italic.fntdata"/><Relationship Id="rId38" Type="http://schemas.openxmlformats.org/officeDocument/2006/relationships/font" Target="fonts/DMSans-bold.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Roboto-regular.fntdata"/><Relationship Id="rId23" Type="http://schemas.openxmlformats.org/officeDocument/2006/relationships/font" Target="fonts/Aldrich-regular.fntdata"/><Relationship Id="rId26" Type="http://schemas.openxmlformats.org/officeDocument/2006/relationships/font" Target="fonts/Roboto-italic.fntdata"/><Relationship Id="rId25" Type="http://schemas.openxmlformats.org/officeDocument/2006/relationships/font" Target="fonts/Roboto-bold.fntdata"/><Relationship Id="rId28" Type="http://schemas.openxmlformats.org/officeDocument/2006/relationships/font" Target="fonts/Lato-regular.fntdata"/><Relationship Id="rId27" Type="http://schemas.openxmlformats.org/officeDocument/2006/relationships/font" Target="fonts/Roboto-boldItalic.fntdata"/><Relationship Id="rId29" Type="http://schemas.openxmlformats.org/officeDocument/2006/relationships/font" Target="fonts/Lato-bold.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6" name="Shape 976"/>
        <p:cNvGrpSpPr/>
        <p:nvPr/>
      </p:nvGrpSpPr>
      <p:grpSpPr>
        <a:xfrm>
          <a:off x="0" y="0"/>
          <a:ext cx="0" cy="0"/>
          <a:chOff x="0" y="0"/>
          <a:chExt cx="0" cy="0"/>
        </a:xfrm>
      </p:grpSpPr>
      <p:sp>
        <p:nvSpPr>
          <p:cNvPr id="977" name="Google Shape;977;g53de5052a6_0_5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8" name="Google Shape;978;g53de5052a6_0_5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4" name="Shape 1024"/>
        <p:cNvGrpSpPr/>
        <p:nvPr/>
      </p:nvGrpSpPr>
      <p:grpSpPr>
        <a:xfrm>
          <a:off x="0" y="0"/>
          <a:ext cx="0" cy="0"/>
          <a:chOff x="0" y="0"/>
          <a:chExt cx="0" cy="0"/>
        </a:xfrm>
      </p:grpSpPr>
      <p:sp>
        <p:nvSpPr>
          <p:cNvPr id="1025" name="Google Shape;1025;g24045d35302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6" name="Google Shape;1026;g24045d35302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0" name="Shape 1030"/>
        <p:cNvGrpSpPr/>
        <p:nvPr/>
      </p:nvGrpSpPr>
      <p:grpSpPr>
        <a:xfrm>
          <a:off x="0" y="0"/>
          <a:ext cx="0" cy="0"/>
          <a:chOff x="0" y="0"/>
          <a:chExt cx="0" cy="0"/>
        </a:xfrm>
      </p:grpSpPr>
      <p:sp>
        <p:nvSpPr>
          <p:cNvPr id="1031" name="Google Shape;1031;ga71291a826_0_1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2" name="Google Shape;1032;ga71291a826_0_1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1" name="Shape 1041"/>
        <p:cNvGrpSpPr/>
        <p:nvPr/>
      </p:nvGrpSpPr>
      <p:grpSpPr>
        <a:xfrm>
          <a:off x="0" y="0"/>
          <a:ext cx="0" cy="0"/>
          <a:chOff x="0" y="0"/>
          <a:chExt cx="0" cy="0"/>
        </a:xfrm>
      </p:grpSpPr>
      <p:sp>
        <p:nvSpPr>
          <p:cNvPr id="1042" name="Google Shape;1042;g10cd8a10ccc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3" name="Google Shape;1043;g10cd8a10ccc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9" name="Shape 1059"/>
        <p:cNvGrpSpPr/>
        <p:nvPr/>
      </p:nvGrpSpPr>
      <p:grpSpPr>
        <a:xfrm>
          <a:off x="0" y="0"/>
          <a:ext cx="0" cy="0"/>
          <a:chOff x="0" y="0"/>
          <a:chExt cx="0" cy="0"/>
        </a:xfrm>
      </p:grpSpPr>
      <p:sp>
        <p:nvSpPr>
          <p:cNvPr id="1060" name="Google Shape;1060;g10cd8a10ccc_0_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1" name="Google Shape;1061;g10cd8a10ccc_0_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8" name="Shape 1078"/>
        <p:cNvGrpSpPr/>
        <p:nvPr/>
      </p:nvGrpSpPr>
      <p:grpSpPr>
        <a:xfrm>
          <a:off x="0" y="0"/>
          <a:ext cx="0" cy="0"/>
          <a:chOff x="0" y="0"/>
          <a:chExt cx="0" cy="0"/>
        </a:xfrm>
      </p:grpSpPr>
      <p:sp>
        <p:nvSpPr>
          <p:cNvPr id="1079" name="Google Shape;1079;g24045d35302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0" name="Google Shape;1080;g24045d35302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5" name="Shape 1085"/>
        <p:cNvGrpSpPr/>
        <p:nvPr/>
      </p:nvGrpSpPr>
      <p:grpSpPr>
        <a:xfrm>
          <a:off x="0" y="0"/>
          <a:ext cx="0" cy="0"/>
          <a:chOff x="0" y="0"/>
          <a:chExt cx="0" cy="0"/>
        </a:xfrm>
      </p:grpSpPr>
      <p:sp>
        <p:nvSpPr>
          <p:cNvPr id="1086" name="Google Shape;1086;g2404a2202c7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7" name="Google Shape;1087;g2404a2202c7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1" name="Shape 1091"/>
        <p:cNvGrpSpPr/>
        <p:nvPr/>
      </p:nvGrpSpPr>
      <p:grpSpPr>
        <a:xfrm>
          <a:off x="0" y="0"/>
          <a:ext cx="0" cy="0"/>
          <a:chOff x="0" y="0"/>
          <a:chExt cx="0" cy="0"/>
        </a:xfrm>
      </p:grpSpPr>
      <p:sp>
        <p:nvSpPr>
          <p:cNvPr id="1092" name="Google Shape;1092;g24045d35302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3" name="Google Shape;1093;g24045d35302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7" name="Shape 1097"/>
        <p:cNvGrpSpPr/>
        <p:nvPr/>
      </p:nvGrpSpPr>
      <p:grpSpPr>
        <a:xfrm>
          <a:off x="0" y="0"/>
          <a:ext cx="0" cy="0"/>
          <a:chOff x="0" y="0"/>
          <a:chExt cx="0" cy="0"/>
        </a:xfrm>
      </p:grpSpPr>
      <p:sp>
        <p:nvSpPr>
          <p:cNvPr id="1098" name="Google Shape;1098;g24045d35302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9" name="Google Shape;1099;g24045d35302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4" name="Shape 1104"/>
        <p:cNvGrpSpPr/>
        <p:nvPr/>
      </p:nvGrpSpPr>
      <p:grpSpPr>
        <a:xfrm>
          <a:off x="0" y="0"/>
          <a:ext cx="0" cy="0"/>
          <a:chOff x="0" y="0"/>
          <a:chExt cx="0" cy="0"/>
        </a:xfrm>
      </p:grpSpPr>
      <p:sp>
        <p:nvSpPr>
          <p:cNvPr id="1105" name="Google Shape;1105;g2404a2202c7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6" name="Google Shape;1106;g2404a2202c7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0" name="Shape 1110"/>
        <p:cNvGrpSpPr/>
        <p:nvPr/>
      </p:nvGrpSpPr>
      <p:grpSpPr>
        <a:xfrm>
          <a:off x="0" y="0"/>
          <a:ext cx="0" cy="0"/>
          <a:chOff x="0" y="0"/>
          <a:chExt cx="0" cy="0"/>
        </a:xfrm>
      </p:grpSpPr>
      <p:sp>
        <p:nvSpPr>
          <p:cNvPr id="1111" name="Google Shape;1111;g2404a2202c7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2" name="Google Shape;1112;g2404a2202c7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6" name="Shape 1116"/>
        <p:cNvGrpSpPr/>
        <p:nvPr/>
      </p:nvGrpSpPr>
      <p:grpSpPr>
        <a:xfrm>
          <a:off x="0" y="0"/>
          <a:ext cx="0" cy="0"/>
          <a:chOff x="0" y="0"/>
          <a:chExt cx="0" cy="0"/>
        </a:xfrm>
      </p:grpSpPr>
      <p:sp>
        <p:nvSpPr>
          <p:cNvPr id="1117" name="Google Shape;1117;g24045d35302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8" name="Google Shape;1118;g24045d35302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3" name="Shape 1123"/>
        <p:cNvGrpSpPr/>
        <p:nvPr/>
      </p:nvGrpSpPr>
      <p:grpSpPr>
        <a:xfrm>
          <a:off x="0" y="0"/>
          <a:ext cx="0" cy="0"/>
          <a:chOff x="0" y="0"/>
          <a:chExt cx="0" cy="0"/>
        </a:xfrm>
      </p:grpSpPr>
      <p:sp>
        <p:nvSpPr>
          <p:cNvPr id="1124" name="Google Shape;1124;g24045d35302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5" name="Google Shape;1125;g24045d35302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9" name="Shape 1129"/>
        <p:cNvGrpSpPr/>
        <p:nvPr/>
      </p:nvGrpSpPr>
      <p:grpSpPr>
        <a:xfrm>
          <a:off x="0" y="0"/>
          <a:ext cx="0" cy="0"/>
          <a:chOff x="0" y="0"/>
          <a:chExt cx="0" cy="0"/>
        </a:xfrm>
      </p:grpSpPr>
      <p:sp>
        <p:nvSpPr>
          <p:cNvPr id="1130" name="Google Shape;1130;g2404a2202c7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1" name="Google Shape;1131;g2404a2202c7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5" name="Shape 1135"/>
        <p:cNvGrpSpPr/>
        <p:nvPr/>
      </p:nvGrpSpPr>
      <p:grpSpPr>
        <a:xfrm>
          <a:off x="0" y="0"/>
          <a:ext cx="0" cy="0"/>
          <a:chOff x="0" y="0"/>
          <a:chExt cx="0" cy="0"/>
        </a:xfrm>
      </p:grpSpPr>
      <p:sp>
        <p:nvSpPr>
          <p:cNvPr id="1136" name="Google Shape;1136;g10d21cc094a_0_18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7" name="Google Shape;1137;g10d21cc094a_0_18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a:solidFill>
                <a:schemeClr val="dk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8" name="Shape 1238"/>
        <p:cNvGrpSpPr/>
        <p:nvPr/>
      </p:nvGrpSpPr>
      <p:grpSpPr>
        <a:xfrm>
          <a:off x="0" y="0"/>
          <a:ext cx="0" cy="0"/>
          <a:chOff x="0" y="0"/>
          <a:chExt cx="0" cy="0"/>
        </a:xfrm>
      </p:grpSpPr>
      <p:sp>
        <p:nvSpPr>
          <p:cNvPr id="1239" name="Google Shape;1239;g10cd8a10ccc_0_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0" name="Google Shape;1240;g10cd8a10ccc_0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3" name="Shape 1373"/>
        <p:cNvGrpSpPr/>
        <p:nvPr/>
      </p:nvGrpSpPr>
      <p:grpSpPr>
        <a:xfrm>
          <a:off x="0" y="0"/>
          <a:ext cx="0" cy="0"/>
          <a:chOff x="0" y="0"/>
          <a:chExt cx="0" cy="0"/>
        </a:xfrm>
      </p:grpSpPr>
      <p:sp>
        <p:nvSpPr>
          <p:cNvPr id="1374" name="Google Shape;1374;g24045d35302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5" name="Google Shape;1375;g24045d35302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ppt/slides/slide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2"/>
        </a:solidFill>
      </p:bgPr>
    </p:bg>
    <p:spTree>
      <p:nvGrpSpPr>
        <p:cNvPr id="8" name="Shape 8"/>
        <p:cNvGrpSpPr/>
        <p:nvPr/>
      </p:nvGrpSpPr>
      <p:grpSpPr>
        <a:xfrm>
          <a:off x="0" y="0"/>
          <a:ext cx="0" cy="0"/>
          <a:chOff x="0" y="0"/>
          <a:chExt cx="0" cy="0"/>
        </a:xfrm>
      </p:grpSpPr>
      <p:grpSp>
        <p:nvGrpSpPr>
          <p:cNvPr id="9" name="Google Shape;9;p2"/>
          <p:cNvGrpSpPr/>
          <p:nvPr/>
        </p:nvGrpSpPr>
        <p:grpSpPr>
          <a:xfrm>
            <a:off x="255151" y="2785291"/>
            <a:ext cx="2526614" cy="874564"/>
            <a:chOff x="3457434" y="4469778"/>
            <a:chExt cx="1572451" cy="544289"/>
          </a:xfrm>
        </p:grpSpPr>
        <p:sp>
          <p:nvSpPr>
            <p:cNvPr id="10" name="Google Shape;10;p2"/>
            <p:cNvSpPr/>
            <p:nvPr/>
          </p:nvSpPr>
          <p:spPr>
            <a:xfrm>
              <a:off x="3457434" y="4667694"/>
              <a:ext cx="1467538" cy="346372"/>
            </a:xfrm>
            <a:custGeom>
              <a:rect b="b" l="l" r="r" t="t"/>
              <a:pathLst>
                <a:path extrusionOk="0" h="14307" w="60617">
                  <a:moveTo>
                    <a:pt x="7848" y="0"/>
                  </a:moveTo>
                  <a:cubicBezTo>
                    <a:pt x="3393" y="0"/>
                    <a:pt x="1" y="3229"/>
                    <a:pt x="1" y="7153"/>
                  </a:cubicBezTo>
                  <a:cubicBezTo>
                    <a:pt x="1" y="11077"/>
                    <a:pt x="3393" y="14306"/>
                    <a:pt x="7848" y="14306"/>
                  </a:cubicBezTo>
                  <a:lnTo>
                    <a:pt x="60617" y="14306"/>
                  </a:lnTo>
                  <a:lnTo>
                    <a:pt x="60617" y="0"/>
                  </a:lnTo>
                  <a:close/>
                </a:path>
              </a:pathLst>
            </a:custGeom>
            <a:solidFill>
              <a:schemeClr val="accent6"/>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a:off x="3531662" y="4713209"/>
              <a:ext cx="1393310" cy="255319"/>
            </a:xfrm>
            <a:custGeom>
              <a:rect b="b" l="l" r="r" t="t"/>
              <a:pathLst>
                <a:path extrusionOk="0" h="10546" w="57551">
                  <a:moveTo>
                    <a:pt x="7480" y="0"/>
                  </a:moveTo>
                  <a:cubicBezTo>
                    <a:pt x="3393" y="0"/>
                    <a:pt x="0" y="2371"/>
                    <a:pt x="0" y="5273"/>
                  </a:cubicBezTo>
                  <a:cubicBezTo>
                    <a:pt x="0" y="8175"/>
                    <a:pt x="3393" y="10546"/>
                    <a:pt x="7480" y="10546"/>
                  </a:cubicBezTo>
                  <a:lnTo>
                    <a:pt x="57551" y="10546"/>
                  </a:lnTo>
                  <a:lnTo>
                    <a:pt x="57551"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a:off x="3531662" y="4750807"/>
              <a:ext cx="1422023" cy="24"/>
            </a:xfrm>
            <a:custGeom>
              <a:rect b="b" l="l" r="r" t="t"/>
              <a:pathLst>
                <a:path extrusionOk="0" h="1" w="58737">
                  <a:moveTo>
                    <a:pt x="0" y="1"/>
                  </a:moveTo>
                  <a:lnTo>
                    <a:pt x="58736"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3598337" y="4741898"/>
              <a:ext cx="1422023" cy="16850"/>
            </a:xfrm>
            <a:custGeom>
              <a:rect b="b" l="l" r="r" t="t"/>
              <a:pathLst>
                <a:path extrusionOk="0" h="696" w="58737">
                  <a:moveTo>
                    <a:pt x="0" y="1"/>
                  </a:moveTo>
                  <a:lnTo>
                    <a:pt x="0" y="696"/>
                  </a:lnTo>
                  <a:lnTo>
                    <a:pt x="58736" y="696"/>
                  </a:lnTo>
                  <a:lnTo>
                    <a:pt x="5873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a:off x="3531662" y="4812156"/>
              <a:ext cx="1422023" cy="24"/>
            </a:xfrm>
            <a:custGeom>
              <a:rect b="b" l="l" r="r" t="t"/>
              <a:pathLst>
                <a:path extrusionOk="0" h="1" w="58737">
                  <a:moveTo>
                    <a:pt x="0" y="1"/>
                  </a:moveTo>
                  <a:lnTo>
                    <a:pt x="58736"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a:off x="3531662" y="4804239"/>
              <a:ext cx="1422023" cy="15858"/>
            </a:xfrm>
            <a:custGeom>
              <a:rect b="b" l="l" r="r" t="t"/>
              <a:pathLst>
                <a:path extrusionOk="0" h="655" w="58737">
                  <a:moveTo>
                    <a:pt x="0" y="1"/>
                  </a:moveTo>
                  <a:lnTo>
                    <a:pt x="0" y="655"/>
                  </a:lnTo>
                  <a:lnTo>
                    <a:pt x="58736" y="655"/>
                  </a:lnTo>
                  <a:lnTo>
                    <a:pt x="5873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3531662" y="4869557"/>
              <a:ext cx="1422023" cy="24"/>
            </a:xfrm>
            <a:custGeom>
              <a:rect b="b" l="l" r="r" t="t"/>
              <a:pathLst>
                <a:path extrusionOk="0" h="1" w="58737">
                  <a:moveTo>
                    <a:pt x="0" y="0"/>
                  </a:moveTo>
                  <a:lnTo>
                    <a:pt x="58736"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3531662" y="4861641"/>
              <a:ext cx="1422023" cy="16850"/>
            </a:xfrm>
            <a:custGeom>
              <a:rect b="b" l="l" r="r" t="t"/>
              <a:pathLst>
                <a:path extrusionOk="0" h="696" w="58737">
                  <a:moveTo>
                    <a:pt x="0" y="0"/>
                  </a:moveTo>
                  <a:lnTo>
                    <a:pt x="0" y="695"/>
                  </a:lnTo>
                  <a:lnTo>
                    <a:pt x="58736" y="695"/>
                  </a:lnTo>
                  <a:lnTo>
                    <a:pt x="58736"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2"/>
            <p:cNvSpPr/>
            <p:nvPr/>
          </p:nvSpPr>
          <p:spPr>
            <a:xfrm>
              <a:off x="3531662" y="4931898"/>
              <a:ext cx="1422023" cy="24"/>
            </a:xfrm>
            <a:custGeom>
              <a:rect b="b" l="l" r="r" t="t"/>
              <a:pathLst>
                <a:path extrusionOk="0" h="1" w="58737">
                  <a:moveTo>
                    <a:pt x="0" y="0"/>
                  </a:moveTo>
                  <a:lnTo>
                    <a:pt x="58736"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2"/>
            <p:cNvSpPr/>
            <p:nvPr/>
          </p:nvSpPr>
          <p:spPr>
            <a:xfrm>
              <a:off x="3607862" y="4923982"/>
              <a:ext cx="1422023" cy="15858"/>
            </a:xfrm>
            <a:custGeom>
              <a:rect b="b" l="l" r="r" t="t"/>
              <a:pathLst>
                <a:path extrusionOk="0" h="655" w="58737">
                  <a:moveTo>
                    <a:pt x="0" y="0"/>
                  </a:moveTo>
                  <a:lnTo>
                    <a:pt x="0" y="654"/>
                  </a:lnTo>
                  <a:lnTo>
                    <a:pt x="58736" y="654"/>
                  </a:lnTo>
                  <a:lnTo>
                    <a:pt x="58736"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3457434" y="4469778"/>
              <a:ext cx="1467538" cy="197941"/>
            </a:xfrm>
            <a:custGeom>
              <a:rect b="b" l="l" r="r" t="t"/>
              <a:pathLst>
                <a:path extrusionOk="0" h="8176" w="60617">
                  <a:moveTo>
                    <a:pt x="7848" y="0"/>
                  </a:moveTo>
                  <a:cubicBezTo>
                    <a:pt x="3393" y="0"/>
                    <a:pt x="1" y="1881"/>
                    <a:pt x="1" y="4088"/>
                  </a:cubicBezTo>
                  <a:cubicBezTo>
                    <a:pt x="1" y="6295"/>
                    <a:pt x="3393" y="8175"/>
                    <a:pt x="7848" y="8175"/>
                  </a:cubicBezTo>
                  <a:lnTo>
                    <a:pt x="60617" y="8175"/>
                  </a:lnTo>
                  <a:lnTo>
                    <a:pt x="60617" y="0"/>
                  </a:lnTo>
                  <a:close/>
                </a:path>
              </a:pathLst>
            </a:custGeom>
            <a:solidFill>
              <a:schemeClr val="accent3"/>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3531662" y="4494520"/>
              <a:ext cx="1393310" cy="144485"/>
            </a:xfrm>
            <a:custGeom>
              <a:rect b="b" l="l" r="r" t="t"/>
              <a:pathLst>
                <a:path extrusionOk="0" h="5968" w="57551">
                  <a:moveTo>
                    <a:pt x="7480" y="0"/>
                  </a:moveTo>
                  <a:cubicBezTo>
                    <a:pt x="3393" y="0"/>
                    <a:pt x="0" y="1390"/>
                    <a:pt x="0" y="3066"/>
                  </a:cubicBezTo>
                  <a:cubicBezTo>
                    <a:pt x="0" y="4782"/>
                    <a:pt x="3393" y="5968"/>
                    <a:pt x="7480" y="5968"/>
                  </a:cubicBezTo>
                  <a:lnTo>
                    <a:pt x="57551" y="5968"/>
                  </a:lnTo>
                  <a:lnTo>
                    <a:pt x="57551"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a:off x="3531662" y="4515293"/>
              <a:ext cx="1422023" cy="24"/>
            </a:xfrm>
            <a:custGeom>
              <a:rect b="b" l="l" r="r" t="t"/>
              <a:pathLst>
                <a:path extrusionOk="0" h="1" w="58737">
                  <a:moveTo>
                    <a:pt x="0" y="1"/>
                  </a:moveTo>
                  <a:lnTo>
                    <a:pt x="58736"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2"/>
            <p:cNvSpPr/>
            <p:nvPr/>
          </p:nvSpPr>
          <p:spPr>
            <a:xfrm>
              <a:off x="3607862" y="4507376"/>
              <a:ext cx="1422023" cy="15858"/>
            </a:xfrm>
            <a:custGeom>
              <a:rect b="b" l="l" r="r" t="t"/>
              <a:pathLst>
                <a:path extrusionOk="0" h="655" w="58737">
                  <a:moveTo>
                    <a:pt x="0" y="1"/>
                  </a:moveTo>
                  <a:lnTo>
                    <a:pt x="0" y="655"/>
                  </a:lnTo>
                  <a:lnTo>
                    <a:pt x="58736" y="655"/>
                  </a:lnTo>
                  <a:lnTo>
                    <a:pt x="5873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
            <p:cNvSpPr/>
            <p:nvPr/>
          </p:nvSpPr>
          <p:spPr>
            <a:xfrm>
              <a:off x="3531662" y="4552891"/>
              <a:ext cx="1422023" cy="24"/>
            </a:xfrm>
            <a:custGeom>
              <a:rect b="b" l="l" r="r" t="t"/>
              <a:pathLst>
                <a:path extrusionOk="0" h="1" w="58737">
                  <a:moveTo>
                    <a:pt x="0" y="1"/>
                  </a:moveTo>
                  <a:lnTo>
                    <a:pt x="58736"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3541187" y="4543981"/>
              <a:ext cx="1422023" cy="16850"/>
            </a:xfrm>
            <a:custGeom>
              <a:rect b="b" l="l" r="r" t="t"/>
              <a:pathLst>
                <a:path extrusionOk="0" h="696" w="58737">
                  <a:moveTo>
                    <a:pt x="0" y="1"/>
                  </a:moveTo>
                  <a:lnTo>
                    <a:pt x="0" y="696"/>
                  </a:lnTo>
                  <a:lnTo>
                    <a:pt x="58736" y="696"/>
                  </a:lnTo>
                  <a:lnTo>
                    <a:pt x="5873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p:nvPr/>
          </p:nvSpPr>
          <p:spPr>
            <a:xfrm>
              <a:off x="3531662" y="4585550"/>
              <a:ext cx="1422023" cy="24"/>
            </a:xfrm>
            <a:custGeom>
              <a:rect b="b" l="l" r="r" t="t"/>
              <a:pathLst>
                <a:path extrusionOk="0" h="1" w="58737">
                  <a:moveTo>
                    <a:pt x="0" y="1"/>
                  </a:moveTo>
                  <a:lnTo>
                    <a:pt x="58736"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a:off x="3531662" y="4618209"/>
              <a:ext cx="1422023" cy="24"/>
            </a:xfrm>
            <a:custGeom>
              <a:rect b="b" l="l" r="r" t="t"/>
              <a:pathLst>
                <a:path extrusionOk="0" h="1" w="58737">
                  <a:moveTo>
                    <a:pt x="0" y="0"/>
                  </a:moveTo>
                  <a:lnTo>
                    <a:pt x="58736"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3607862" y="4610293"/>
              <a:ext cx="1422023" cy="16850"/>
            </a:xfrm>
            <a:custGeom>
              <a:rect b="b" l="l" r="r" t="t"/>
              <a:pathLst>
                <a:path extrusionOk="0" h="696" w="58737">
                  <a:moveTo>
                    <a:pt x="0" y="0"/>
                  </a:moveTo>
                  <a:lnTo>
                    <a:pt x="0" y="695"/>
                  </a:lnTo>
                  <a:lnTo>
                    <a:pt x="58736" y="695"/>
                  </a:lnTo>
                  <a:lnTo>
                    <a:pt x="58736"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a:off x="3541187" y="4577633"/>
              <a:ext cx="1422023" cy="15858"/>
            </a:xfrm>
            <a:custGeom>
              <a:rect b="b" l="l" r="r" t="t"/>
              <a:pathLst>
                <a:path extrusionOk="0" h="655" w="58737">
                  <a:moveTo>
                    <a:pt x="0" y="1"/>
                  </a:moveTo>
                  <a:lnTo>
                    <a:pt x="0" y="655"/>
                  </a:lnTo>
                  <a:lnTo>
                    <a:pt x="58736" y="655"/>
                  </a:lnTo>
                  <a:lnTo>
                    <a:pt x="5873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 name="Google Shape;30;p2"/>
          <p:cNvGrpSpPr/>
          <p:nvPr/>
        </p:nvGrpSpPr>
        <p:grpSpPr>
          <a:xfrm>
            <a:off x="102751" y="3680641"/>
            <a:ext cx="2526614" cy="874564"/>
            <a:chOff x="3457434" y="4469778"/>
            <a:chExt cx="1572451" cy="544289"/>
          </a:xfrm>
        </p:grpSpPr>
        <p:sp>
          <p:nvSpPr>
            <p:cNvPr id="31" name="Google Shape;31;p2"/>
            <p:cNvSpPr/>
            <p:nvPr/>
          </p:nvSpPr>
          <p:spPr>
            <a:xfrm>
              <a:off x="3457434" y="4667694"/>
              <a:ext cx="1467538" cy="346372"/>
            </a:xfrm>
            <a:custGeom>
              <a:rect b="b" l="l" r="r" t="t"/>
              <a:pathLst>
                <a:path extrusionOk="0" h="14307" w="60617">
                  <a:moveTo>
                    <a:pt x="7848" y="0"/>
                  </a:moveTo>
                  <a:cubicBezTo>
                    <a:pt x="3393" y="0"/>
                    <a:pt x="1" y="3229"/>
                    <a:pt x="1" y="7153"/>
                  </a:cubicBezTo>
                  <a:cubicBezTo>
                    <a:pt x="1" y="11077"/>
                    <a:pt x="3393" y="14306"/>
                    <a:pt x="7848" y="14306"/>
                  </a:cubicBezTo>
                  <a:lnTo>
                    <a:pt x="60617" y="14306"/>
                  </a:lnTo>
                  <a:lnTo>
                    <a:pt x="60617" y="0"/>
                  </a:lnTo>
                  <a:close/>
                </a:path>
              </a:pathLst>
            </a:custGeom>
            <a:solidFill>
              <a:schemeClr val="accent3"/>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3531662" y="4713209"/>
              <a:ext cx="1393310" cy="255319"/>
            </a:xfrm>
            <a:custGeom>
              <a:rect b="b" l="l" r="r" t="t"/>
              <a:pathLst>
                <a:path extrusionOk="0" h="10546" w="57551">
                  <a:moveTo>
                    <a:pt x="7480" y="0"/>
                  </a:moveTo>
                  <a:cubicBezTo>
                    <a:pt x="3393" y="0"/>
                    <a:pt x="0" y="2371"/>
                    <a:pt x="0" y="5273"/>
                  </a:cubicBezTo>
                  <a:cubicBezTo>
                    <a:pt x="0" y="8175"/>
                    <a:pt x="3393" y="10546"/>
                    <a:pt x="7480" y="10546"/>
                  </a:cubicBezTo>
                  <a:lnTo>
                    <a:pt x="57551" y="10546"/>
                  </a:lnTo>
                  <a:lnTo>
                    <a:pt x="57551"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3531662" y="4750807"/>
              <a:ext cx="1422023" cy="24"/>
            </a:xfrm>
            <a:custGeom>
              <a:rect b="b" l="l" r="r" t="t"/>
              <a:pathLst>
                <a:path extrusionOk="0" h="1" w="58737">
                  <a:moveTo>
                    <a:pt x="0" y="1"/>
                  </a:moveTo>
                  <a:lnTo>
                    <a:pt x="58736"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a:off x="3598337" y="4741898"/>
              <a:ext cx="1422023" cy="16850"/>
            </a:xfrm>
            <a:custGeom>
              <a:rect b="b" l="l" r="r" t="t"/>
              <a:pathLst>
                <a:path extrusionOk="0" h="696" w="58737">
                  <a:moveTo>
                    <a:pt x="0" y="1"/>
                  </a:moveTo>
                  <a:lnTo>
                    <a:pt x="0" y="696"/>
                  </a:lnTo>
                  <a:lnTo>
                    <a:pt x="58736" y="696"/>
                  </a:lnTo>
                  <a:lnTo>
                    <a:pt x="5873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a:off x="3531662" y="4812156"/>
              <a:ext cx="1422023" cy="24"/>
            </a:xfrm>
            <a:custGeom>
              <a:rect b="b" l="l" r="r" t="t"/>
              <a:pathLst>
                <a:path extrusionOk="0" h="1" w="58737">
                  <a:moveTo>
                    <a:pt x="0" y="1"/>
                  </a:moveTo>
                  <a:lnTo>
                    <a:pt x="58736"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2"/>
            <p:cNvSpPr/>
            <p:nvPr/>
          </p:nvSpPr>
          <p:spPr>
            <a:xfrm>
              <a:off x="3531662" y="4804239"/>
              <a:ext cx="1422023" cy="15858"/>
            </a:xfrm>
            <a:custGeom>
              <a:rect b="b" l="l" r="r" t="t"/>
              <a:pathLst>
                <a:path extrusionOk="0" h="655" w="58737">
                  <a:moveTo>
                    <a:pt x="0" y="1"/>
                  </a:moveTo>
                  <a:lnTo>
                    <a:pt x="0" y="655"/>
                  </a:lnTo>
                  <a:lnTo>
                    <a:pt x="58736" y="655"/>
                  </a:lnTo>
                  <a:lnTo>
                    <a:pt x="5873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2"/>
            <p:cNvSpPr/>
            <p:nvPr/>
          </p:nvSpPr>
          <p:spPr>
            <a:xfrm>
              <a:off x="3531662" y="4869557"/>
              <a:ext cx="1422023" cy="24"/>
            </a:xfrm>
            <a:custGeom>
              <a:rect b="b" l="l" r="r" t="t"/>
              <a:pathLst>
                <a:path extrusionOk="0" h="1" w="58737">
                  <a:moveTo>
                    <a:pt x="0" y="0"/>
                  </a:moveTo>
                  <a:lnTo>
                    <a:pt x="58736"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2"/>
            <p:cNvSpPr/>
            <p:nvPr/>
          </p:nvSpPr>
          <p:spPr>
            <a:xfrm>
              <a:off x="3531662" y="4861641"/>
              <a:ext cx="1422023" cy="16850"/>
            </a:xfrm>
            <a:custGeom>
              <a:rect b="b" l="l" r="r" t="t"/>
              <a:pathLst>
                <a:path extrusionOk="0" h="696" w="58737">
                  <a:moveTo>
                    <a:pt x="0" y="0"/>
                  </a:moveTo>
                  <a:lnTo>
                    <a:pt x="0" y="695"/>
                  </a:lnTo>
                  <a:lnTo>
                    <a:pt x="58736" y="695"/>
                  </a:lnTo>
                  <a:lnTo>
                    <a:pt x="58736"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a:off x="3531662" y="4931898"/>
              <a:ext cx="1422023" cy="24"/>
            </a:xfrm>
            <a:custGeom>
              <a:rect b="b" l="l" r="r" t="t"/>
              <a:pathLst>
                <a:path extrusionOk="0" h="1" w="58737">
                  <a:moveTo>
                    <a:pt x="0" y="0"/>
                  </a:moveTo>
                  <a:lnTo>
                    <a:pt x="58736"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2"/>
            <p:cNvSpPr/>
            <p:nvPr/>
          </p:nvSpPr>
          <p:spPr>
            <a:xfrm>
              <a:off x="3607862" y="4923982"/>
              <a:ext cx="1422023" cy="15858"/>
            </a:xfrm>
            <a:custGeom>
              <a:rect b="b" l="l" r="r" t="t"/>
              <a:pathLst>
                <a:path extrusionOk="0" h="655" w="58737">
                  <a:moveTo>
                    <a:pt x="0" y="0"/>
                  </a:moveTo>
                  <a:lnTo>
                    <a:pt x="0" y="654"/>
                  </a:lnTo>
                  <a:lnTo>
                    <a:pt x="58736" y="654"/>
                  </a:lnTo>
                  <a:lnTo>
                    <a:pt x="58736"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a:off x="3457434" y="4469778"/>
              <a:ext cx="1467538" cy="197941"/>
            </a:xfrm>
            <a:custGeom>
              <a:rect b="b" l="l" r="r" t="t"/>
              <a:pathLst>
                <a:path extrusionOk="0" h="8176" w="60617">
                  <a:moveTo>
                    <a:pt x="7848" y="0"/>
                  </a:moveTo>
                  <a:cubicBezTo>
                    <a:pt x="3393" y="0"/>
                    <a:pt x="1" y="1881"/>
                    <a:pt x="1" y="4088"/>
                  </a:cubicBezTo>
                  <a:cubicBezTo>
                    <a:pt x="1" y="6295"/>
                    <a:pt x="3393" y="8175"/>
                    <a:pt x="7848" y="8175"/>
                  </a:cubicBezTo>
                  <a:lnTo>
                    <a:pt x="60617" y="8175"/>
                  </a:lnTo>
                  <a:lnTo>
                    <a:pt x="60617" y="0"/>
                  </a:lnTo>
                  <a:close/>
                </a:path>
              </a:pathLst>
            </a:custGeom>
            <a:solidFill>
              <a:schemeClr val="accent1"/>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3531662" y="4494520"/>
              <a:ext cx="1393310" cy="144485"/>
            </a:xfrm>
            <a:custGeom>
              <a:rect b="b" l="l" r="r" t="t"/>
              <a:pathLst>
                <a:path extrusionOk="0" h="5968" w="57551">
                  <a:moveTo>
                    <a:pt x="7480" y="0"/>
                  </a:moveTo>
                  <a:cubicBezTo>
                    <a:pt x="3393" y="0"/>
                    <a:pt x="0" y="1390"/>
                    <a:pt x="0" y="3066"/>
                  </a:cubicBezTo>
                  <a:cubicBezTo>
                    <a:pt x="0" y="4782"/>
                    <a:pt x="3393" y="5968"/>
                    <a:pt x="7480" y="5968"/>
                  </a:cubicBezTo>
                  <a:lnTo>
                    <a:pt x="57551" y="5968"/>
                  </a:lnTo>
                  <a:lnTo>
                    <a:pt x="57551"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a:off x="3531662" y="4536065"/>
              <a:ext cx="477978" cy="102941"/>
            </a:xfrm>
            <a:custGeom>
              <a:rect b="b" l="l" r="r" t="t"/>
              <a:pathLst>
                <a:path extrusionOk="0" h="4252" w="19743">
                  <a:moveTo>
                    <a:pt x="859" y="1"/>
                  </a:moveTo>
                  <a:cubicBezTo>
                    <a:pt x="327" y="328"/>
                    <a:pt x="0" y="859"/>
                    <a:pt x="0" y="1350"/>
                  </a:cubicBezTo>
                  <a:cubicBezTo>
                    <a:pt x="0" y="3066"/>
                    <a:pt x="3393" y="4252"/>
                    <a:pt x="7480" y="4252"/>
                  </a:cubicBezTo>
                  <a:lnTo>
                    <a:pt x="19742" y="4252"/>
                  </a:lnTo>
                  <a:cubicBezTo>
                    <a:pt x="12753" y="3761"/>
                    <a:pt x="4946" y="2739"/>
                    <a:pt x="859"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a:off x="3531662" y="4515293"/>
              <a:ext cx="1422023" cy="24"/>
            </a:xfrm>
            <a:custGeom>
              <a:rect b="b" l="l" r="r" t="t"/>
              <a:pathLst>
                <a:path extrusionOk="0" h="1" w="58737">
                  <a:moveTo>
                    <a:pt x="0" y="1"/>
                  </a:moveTo>
                  <a:lnTo>
                    <a:pt x="58736"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a:off x="3607862" y="4507376"/>
              <a:ext cx="1422023" cy="15858"/>
            </a:xfrm>
            <a:custGeom>
              <a:rect b="b" l="l" r="r" t="t"/>
              <a:pathLst>
                <a:path extrusionOk="0" h="655" w="58737">
                  <a:moveTo>
                    <a:pt x="0" y="1"/>
                  </a:moveTo>
                  <a:lnTo>
                    <a:pt x="0" y="655"/>
                  </a:lnTo>
                  <a:lnTo>
                    <a:pt x="58736" y="655"/>
                  </a:lnTo>
                  <a:lnTo>
                    <a:pt x="5873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2"/>
            <p:cNvSpPr/>
            <p:nvPr/>
          </p:nvSpPr>
          <p:spPr>
            <a:xfrm>
              <a:off x="3531662" y="4552891"/>
              <a:ext cx="1422023" cy="24"/>
            </a:xfrm>
            <a:custGeom>
              <a:rect b="b" l="l" r="r" t="t"/>
              <a:pathLst>
                <a:path extrusionOk="0" h="1" w="58737">
                  <a:moveTo>
                    <a:pt x="0" y="1"/>
                  </a:moveTo>
                  <a:lnTo>
                    <a:pt x="58736"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2"/>
            <p:cNvSpPr/>
            <p:nvPr/>
          </p:nvSpPr>
          <p:spPr>
            <a:xfrm>
              <a:off x="3541187" y="4543981"/>
              <a:ext cx="1422023" cy="16850"/>
            </a:xfrm>
            <a:custGeom>
              <a:rect b="b" l="l" r="r" t="t"/>
              <a:pathLst>
                <a:path extrusionOk="0" h="696" w="58737">
                  <a:moveTo>
                    <a:pt x="0" y="1"/>
                  </a:moveTo>
                  <a:lnTo>
                    <a:pt x="0" y="696"/>
                  </a:lnTo>
                  <a:lnTo>
                    <a:pt x="58736" y="696"/>
                  </a:lnTo>
                  <a:lnTo>
                    <a:pt x="5873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2"/>
            <p:cNvSpPr/>
            <p:nvPr/>
          </p:nvSpPr>
          <p:spPr>
            <a:xfrm>
              <a:off x="3531662" y="4585550"/>
              <a:ext cx="1422023" cy="24"/>
            </a:xfrm>
            <a:custGeom>
              <a:rect b="b" l="l" r="r" t="t"/>
              <a:pathLst>
                <a:path extrusionOk="0" h="1" w="58737">
                  <a:moveTo>
                    <a:pt x="0" y="1"/>
                  </a:moveTo>
                  <a:lnTo>
                    <a:pt x="58736"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2"/>
            <p:cNvSpPr/>
            <p:nvPr/>
          </p:nvSpPr>
          <p:spPr>
            <a:xfrm>
              <a:off x="3531662" y="4618209"/>
              <a:ext cx="1422023" cy="24"/>
            </a:xfrm>
            <a:custGeom>
              <a:rect b="b" l="l" r="r" t="t"/>
              <a:pathLst>
                <a:path extrusionOk="0" h="1" w="58737">
                  <a:moveTo>
                    <a:pt x="0" y="0"/>
                  </a:moveTo>
                  <a:lnTo>
                    <a:pt x="58736"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2"/>
            <p:cNvSpPr/>
            <p:nvPr/>
          </p:nvSpPr>
          <p:spPr>
            <a:xfrm>
              <a:off x="3607862" y="4610293"/>
              <a:ext cx="1422023" cy="16850"/>
            </a:xfrm>
            <a:custGeom>
              <a:rect b="b" l="l" r="r" t="t"/>
              <a:pathLst>
                <a:path extrusionOk="0" h="696" w="58737">
                  <a:moveTo>
                    <a:pt x="0" y="0"/>
                  </a:moveTo>
                  <a:lnTo>
                    <a:pt x="0" y="695"/>
                  </a:lnTo>
                  <a:lnTo>
                    <a:pt x="58736" y="695"/>
                  </a:lnTo>
                  <a:lnTo>
                    <a:pt x="58736"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2"/>
            <p:cNvSpPr/>
            <p:nvPr/>
          </p:nvSpPr>
          <p:spPr>
            <a:xfrm>
              <a:off x="3541187" y="4577633"/>
              <a:ext cx="1422023" cy="15858"/>
            </a:xfrm>
            <a:custGeom>
              <a:rect b="b" l="l" r="r" t="t"/>
              <a:pathLst>
                <a:path extrusionOk="0" h="655" w="58737">
                  <a:moveTo>
                    <a:pt x="0" y="1"/>
                  </a:moveTo>
                  <a:lnTo>
                    <a:pt x="0" y="655"/>
                  </a:lnTo>
                  <a:lnTo>
                    <a:pt x="58736" y="655"/>
                  </a:lnTo>
                  <a:lnTo>
                    <a:pt x="5873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 name="Google Shape;52;p2"/>
          <p:cNvGrpSpPr/>
          <p:nvPr/>
        </p:nvGrpSpPr>
        <p:grpSpPr>
          <a:xfrm>
            <a:off x="7228313" y="-114309"/>
            <a:ext cx="1915697" cy="4616272"/>
            <a:chOff x="7899913" y="-114309"/>
            <a:chExt cx="1915697" cy="4616272"/>
          </a:xfrm>
        </p:grpSpPr>
        <p:sp>
          <p:nvSpPr>
            <p:cNvPr id="53" name="Google Shape;53;p2"/>
            <p:cNvSpPr/>
            <p:nvPr/>
          </p:nvSpPr>
          <p:spPr>
            <a:xfrm>
              <a:off x="8606186" y="3608365"/>
              <a:ext cx="39" cy="483371"/>
            </a:xfrm>
            <a:custGeom>
              <a:rect b="b" l="l" r="r" t="t"/>
              <a:pathLst>
                <a:path extrusionOk="0" h="12426" w="1">
                  <a:moveTo>
                    <a:pt x="1" y="0"/>
                  </a:moveTo>
                  <a:lnTo>
                    <a:pt x="1" y="12426"/>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2"/>
            <p:cNvSpPr/>
            <p:nvPr/>
          </p:nvSpPr>
          <p:spPr>
            <a:xfrm>
              <a:off x="8566430" y="3568608"/>
              <a:ext cx="79551" cy="562883"/>
            </a:xfrm>
            <a:custGeom>
              <a:rect b="b" l="l" r="r" t="t"/>
              <a:pathLst>
                <a:path extrusionOk="0" h="14470" w="2045">
                  <a:moveTo>
                    <a:pt x="1023" y="0"/>
                  </a:moveTo>
                  <a:cubicBezTo>
                    <a:pt x="369" y="0"/>
                    <a:pt x="1" y="327"/>
                    <a:pt x="1" y="1022"/>
                  </a:cubicBezTo>
                  <a:lnTo>
                    <a:pt x="1" y="13448"/>
                  </a:lnTo>
                  <a:cubicBezTo>
                    <a:pt x="1" y="13979"/>
                    <a:pt x="369" y="14470"/>
                    <a:pt x="1023" y="14470"/>
                  </a:cubicBezTo>
                  <a:cubicBezTo>
                    <a:pt x="1554" y="14470"/>
                    <a:pt x="2044" y="13979"/>
                    <a:pt x="2044" y="13448"/>
                  </a:cubicBezTo>
                  <a:lnTo>
                    <a:pt x="2044" y="1022"/>
                  </a:lnTo>
                  <a:cubicBezTo>
                    <a:pt x="2044" y="327"/>
                    <a:pt x="1554" y="0"/>
                    <a:pt x="1023" y="0"/>
                  </a:cubicBezTo>
                  <a:close/>
                </a:path>
              </a:pathLst>
            </a:custGeom>
            <a:solidFill>
              <a:schemeClr val="accent1">
                <a:alpha val="122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2"/>
            <p:cNvSpPr/>
            <p:nvPr/>
          </p:nvSpPr>
          <p:spPr>
            <a:xfrm>
              <a:off x="8798589" y="3873900"/>
              <a:ext cx="39" cy="483371"/>
            </a:xfrm>
            <a:custGeom>
              <a:rect b="b" l="l" r="r" t="t"/>
              <a:pathLst>
                <a:path extrusionOk="0" h="12426" w="1">
                  <a:moveTo>
                    <a:pt x="0" y="0"/>
                  </a:moveTo>
                  <a:lnTo>
                    <a:pt x="0" y="12426"/>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2"/>
            <p:cNvSpPr/>
            <p:nvPr/>
          </p:nvSpPr>
          <p:spPr>
            <a:xfrm>
              <a:off x="8758832" y="3834144"/>
              <a:ext cx="79551" cy="562883"/>
            </a:xfrm>
            <a:custGeom>
              <a:rect b="b" l="l" r="r" t="t"/>
              <a:pathLst>
                <a:path extrusionOk="0" h="14470" w="2045">
                  <a:moveTo>
                    <a:pt x="1022" y="0"/>
                  </a:moveTo>
                  <a:cubicBezTo>
                    <a:pt x="532" y="0"/>
                    <a:pt x="0" y="491"/>
                    <a:pt x="0" y="1022"/>
                  </a:cubicBezTo>
                  <a:lnTo>
                    <a:pt x="0" y="13448"/>
                  </a:lnTo>
                  <a:cubicBezTo>
                    <a:pt x="0" y="14102"/>
                    <a:pt x="532" y="14470"/>
                    <a:pt x="1022" y="14470"/>
                  </a:cubicBezTo>
                  <a:cubicBezTo>
                    <a:pt x="1554" y="14470"/>
                    <a:pt x="2044" y="14102"/>
                    <a:pt x="2044" y="13448"/>
                  </a:cubicBezTo>
                  <a:lnTo>
                    <a:pt x="2044" y="1022"/>
                  </a:lnTo>
                  <a:cubicBezTo>
                    <a:pt x="2044" y="491"/>
                    <a:pt x="1554" y="0"/>
                    <a:pt x="1022" y="0"/>
                  </a:cubicBezTo>
                  <a:close/>
                </a:path>
              </a:pathLst>
            </a:custGeom>
            <a:solidFill>
              <a:schemeClr val="accent1">
                <a:alpha val="122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2"/>
            <p:cNvSpPr/>
            <p:nvPr/>
          </p:nvSpPr>
          <p:spPr>
            <a:xfrm>
              <a:off x="7899913" y="-114309"/>
              <a:ext cx="1238654" cy="3139619"/>
            </a:xfrm>
            <a:custGeom>
              <a:rect b="b" l="l" r="r" t="t"/>
              <a:pathLst>
                <a:path extrusionOk="0" h="80710" w="31842">
                  <a:moveTo>
                    <a:pt x="3210" y="0"/>
                  </a:moveTo>
                  <a:cubicBezTo>
                    <a:pt x="2252" y="0"/>
                    <a:pt x="1348" y="293"/>
                    <a:pt x="818" y="992"/>
                  </a:cubicBezTo>
                  <a:cubicBezTo>
                    <a:pt x="164" y="1851"/>
                    <a:pt x="1" y="2873"/>
                    <a:pt x="1" y="3894"/>
                  </a:cubicBezTo>
                  <a:cubicBezTo>
                    <a:pt x="1" y="8677"/>
                    <a:pt x="4088" y="12928"/>
                    <a:pt x="3557" y="17710"/>
                  </a:cubicBezTo>
                  <a:cubicBezTo>
                    <a:pt x="3393" y="20408"/>
                    <a:pt x="1513" y="22983"/>
                    <a:pt x="1513" y="25680"/>
                  </a:cubicBezTo>
                  <a:cubicBezTo>
                    <a:pt x="1513" y="29768"/>
                    <a:pt x="5437" y="33038"/>
                    <a:pt x="6295" y="36921"/>
                  </a:cubicBezTo>
                  <a:cubicBezTo>
                    <a:pt x="7481" y="43420"/>
                    <a:pt x="655" y="50736"/>
                    <a:pt x="4579" y="56009"/>
                  </a:cubicBezTo>
                  <a:cubicBezTo>
                    <a:pt x="6295" y="58584"/>
                    <a:pt x="10219" y="59933"/>
                    <a:pt x="10383" y="62998"/>
                  </a:cubicBezTo>
                  <a:cubicBezTo>
                    <a:pt x="10546" y="65369"/>
                    <a:pt x="7971" y="67086"/>
                    <a:pt x="6786" y="69293"/>
                  </a:cubicBezTo>
                  <a:cubicBezTo>
                    <a:pt x="5273" y="71663"/>
                    <a:pt x="5437" y="74729"/>
                    <a:pt x="6786" y="77141"/>
                  </a:cubicBezTo>
                  <a:cubicBezTo>
                    <a:pt x="8254" y="79382"/>
                    <a:pt x="10929" y="80710"/>
                    <a:pt x="13496" y="80710"/>
                  </a:cubicBezTo>
                  <a:cubicBezTo>
                    <a:pt x="13644" y="80710"/>
                    <a:pt x="13792" y="80706"/>
                    <a:pt x="13939" y="80697"/>
                  </a:cubicBezTo>
                  <a:lnTo>
                    <a:pt x="22645" y="79838"/>
                  </a:lnTo>
                  <a:cubicBezTo>
                    <a:pt x="28245" y="79511"/>
                    <a:pt x="31842" y="71663"/>
                    <a:pt x="28245" y="67249"/>
                  </a:cubicBezTo>
                  <a:cubicBezTo>
                    <a:pt x="26569" y="65042"/>
                    <a:pt x="23503" y="63489"/>
                    <a:pt x="22645" y="60791"/>
                  </a:cubicBezTo>
                  <a:cubicBezTo>
                    <a:pt x="21623" y="56540"/>
                    <a:pt x="26732" y="52248"/>
                    <a:pt x="25016" y="48161"/>
                  </a:cubicBezTo>
                  <a:cubicBezTo>
                    <a:pt x="24321" y="46322"/>
                    <a:pt x="22277" y="45300"/>
                    <a:pt x="21092" y="43583"/>
                  </a:cubicBezTo>
                  <a:cubicBezTo>
                    <a:pt x="17863" y="39169"/>
                    <a:pt x="21787" y="32670"/>
                    <a:pt x="20601" y="27397"/>
                  </a:cubicBezTo>
                  <a:cubicBezTo>
                    <a:pt x="19743" y="22615"/>
                    <a:pt x="15124" y="19549"/>
                    <a:pt x="12917" y="15298"/>
                  </a:cubicBezTo>
                  <a:cubicBezTo>
                    <a:pt x="10383" y="10353"/>
                    <a:pt x="10546" y="3404"/>
                    <a:pt x="5764" y="665"/>
                  </a:cubicBezTo>
                  <a:cubicBezTo>
                    <a:pt x="5036" y="252"/>
                    <a:pt x="4100" y="0"/>
                    <a:pt x="3210" y="0"/>
                  </a:cubicBezTo>
                  <a:close/>
                </a:path>
              </a:pathLst>
            </a:custGeom>
            <a:solidFill>
              <a:schemeClr val="accent6"/>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2"/>
            <p:cNvSpPr/>
            <p:nvPr/>
          </p:nvSpPr>
          <p:spPr>
            <a:xfrm>
              <a:off x="8119015" y="89647"/>
              <a:ext cx="596298" cy="2776176"/>
            </a:xfrm>
            <a:custGeom>
              <a:rect b="b" l="l" r="r" t="t"/>
              <a:pathLst>
                <a:path extrusionOk="0" h="71367" w="15329">
                  <a:moveTo>
                    <a:pt x="328" y="0"/>
                  </a:moveTo>
                  <a:cubicBezTo>
                    <a:pt x="164" y="0"/>
                    <a:pt x="1" y="205"/>
                    <a:pt x="1" y="368"/>
                  </a:cubicBezTo>
                  <a:cubicBezTo>
                    <a:pt x="164" y="695"/>
                    <a:pt x="5805" y="23339"/>
                    <a:pt x="10219" y="43776"/>
                  </a:cubicBezTo>
                  <a:lnTo>
                    <a:pt x="10219" y="43776"/>
                  </a:lnTo>
                  <a:lnTo>
                    <a:pt x="4252" y="39525"/>
                  </a:lnTo>
                  <a:cubicBezTo>
                    <a:pt x="4252" y="39362"/>
                    <a:pt x="4088" y="39362"/>
                    <a:pt x="4088" y="39362"/>
                  </a:cubicBezTo>
                  <a:cubicBezTo>
                    <a:pt x="3925" y="39362"/>
                    <a:pt x="3925" y="39362"/>
                    <a:pt x="3925" y="39525"/>
                  </a:cubicBezTo>
                  <a:cubicBezTo>
                    <a:pt x="3761" y="39689"/>
                    <a:pt x="3761" y="39852"/>
                    <a:pt x="3925" y="40057"/>
                  </a:cubicBezTo>
                  <a:lnTo>
                    <a:pt x="10056" y="44471"/>
                  </a:lnTo>
                  <a:lnTo>
                    <a:pt x="10219" y="44635"/>
                  </a:lnTo>
                  <a:lnTo>
                    <a:pt x="10383" y="44635"/>
                  </a:lnTo>
                  <a:cubicBezTo>
                    <a:pt x="11568" y="50929"/>
                    <a:pt x="12754" y="57060"/>
                    <a:pt x="13612" y="62170"/>
                  </a:cubicBezTo>
                  <a:lnTo>
                    <a:pt x="8666" y="57060"/>
                  </a:lnTo>
                  <a:cubicBezTo>
                    <a:pt x="8666" y="56897"/>
                    <a:pt x="8503" y="56897"/>
                    <a:pt x="8503" y="56897"/>
                  </a:cubicBezTo>
                  <a:cubicBezTo>
                    <a:pt x="8339" y="56897"/>
                    <a:pt x="8339" y="56897"/>
                    <a:pt x="8176" y="57060"/>
                  </a:cubicBezTo>
                  <a:lnTo>
                    <a:pt x="8176" y="57428"/>
                  </a:lnTo>
                  <a:lnTo>
                    <a:pt x="13775" y="63355"/>
                  </a:lnTo>
                  <a:cubicBezTo>
                    <a:pt x="14307" y="66420"/>
                    <a:pt x="14634" y="69159"/>
                    <a:pt x="14797" y="71366"/>
                  </a:cubicBezTo>
                  <a:lnTo>
                    <a:pt x="15329" y="71366"/>
                  </a:lnTo>
                  <a:cubicBezTo>
                    <a:pt x="15329" y="69322"/>
                    <a:pt x="15002" y="66788"/>
                    <a:pt x="14470" y="64050"/>
                  </a:cubicBezTo>
                  <a:lnTo>
                    <a:pt x="14634" y="64050"/>
                  </a:lnTo>
                  <a:cubicBezTo>
                    <a:pt x="14634" y="64050"/>
                    <a:pt x="14797" y="64050"/>
                    <a:pt x="14797" y="63886"/>
                  </a:cubicBezTo>
                  <a:cubicBezTo>
                    <a:pt x="15002" y="63886"/>
                    <a:pt x="15002" y="63559"/>
                    <a:pt x="14797" y="63559"/>
                  </a:cubicBezTo>
                  <a:lnTo>
                    <a:pt x="14470" y="63028"/>
                  </a:lnTo>
                  <a:cubicBezTo>
                    <a:pt x="11078" y="41406"/>
                    <a:pt x="859" y="695"/>
                    <a:pt x="696" y="205"/>
                  </a:cubicBezTo>
                  <a:cubicBezTo>
                    <a:pt x="696" y="0"/>
                    <a:pt x="491" y="0"/>
                    <a:pt x="328"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2"/>
            <p:cNvSpPr/>
            <p:nvPr/>
          </p:nvSpPr>
          <p:spPr>
            <a:xfrm>
              <a:off x="8424307" y="938692"/>
              <a:ext cx="111332" cy="318046"/>
            </a:xfrm>
            <a:custGeom>
              <a:rect b="b" l="l" r="r" t="t"/>
              <a:pathLst>
                <a:path extrusionOk="0" h="8176" w="2862">
                  <a:moveTo>
                    <a:pt x="2535" y="1"/>
                  </a:moveTo>
                  <a:cubicBezTo>
                    <a:pt x="2371" y="1"/>
                    <a:pt x="2208" y="164"/>
                    <a:pt x="2208" y="328"/>
                  </a:cubicBezTo>
                  <a:lnTo>
                    <a:pt x="1" y="7808"/>
                  </a:lnTo>
                  <a:cubicBezTo>
                    <a:pt x="1" y="8012"/>
                    <a:pt x="1" y="8176"/>
                    <a:pt x="164" y="8176"/>
                  </a:cubicBezTo>
                  <a:lnTo>
                    <a:pt x="328" y="8176"/>
                  </a:lnTo>
                  <a:cubicBezTo>
                    <a:pt x="491" y="8176"/>
                    <a:pt x="491" y="8176"/>
                    <a:pt x="655" y="8012"/>
                  </a:cubicBezTo>
                  <a:lnTo>
                    <a:pt x="2862" y="491"/>
                  </a:lnTo>
                  <a:cubicBezTo>
                    <a:pt x="2862" y="328"/>
                    <a:pt x="2698" y="164"/>
                    <a:pt x="2535" y="1"/>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2"/>
            <p:cNvSpPr/>
            <p:nvPr/>
          </p:nvSpPr>
          <p:spPr>
            <a:xfrm>
              <a:off x="8788417" y="298310"/>
              <a:ext cx="1027193" cy="2682583"/>
            </a:xfrm>
            <a:custGeom>
              <a:rect b="b" l="l" r="r" t="t"/>
              <a:pathLst>
                <a:path extrusionOk="0" h="68961" w="26406">
                  <a:moveTo>
                    <a:pt x="18871" y="0"/>
                  </a:moveTo>
                  <a:cubicBezTo>
                    <a:pt x="18467" y="0"/>
                    <a:pt x="18069" y="86"/>
                    <a:pt x="17699" y="277"/>
                  </a:cubicBezTo>
                  <a:cubicBezTo>
                    <a:pt x="17004" y="604"/>
                    <a:pt x="16514" y="1462"/>
                    <a:pt x="16187" y="2321"/>
                  </a:cubicBezTo>
                  <a:cubicBezTo>
                    <a:pt x="14961" y="6081"/>
                    <a:pt x="16841" y="10495"/>
                    <a:pt x="15165" y="14256"/>
                  </a:cubicBezTo>
                  <a:cubicBezTo>
                    <a:pt x="14143" y="16299"/>
                    <a:pt x="12100" y="17648"/>
                    <a:pt x="11241" y="19856"/>
                  </a:cubicBezTo>
                  <a:cubicBezTo>
                    <a:pt x="10056" y="23085"/>
                    <a:pt x="12263" y="26845"/>
                    <a:pt x="11568" y="30237"/>
                  </a:cubicBezTo>
                  <a:cubicBezTo>
                    <a:pt x="10710" y="35715"/>
                    <a:pt x="3230" y="39434"/>
                    <a:pt x="4742" y="44707"/>
                  </a:cubicBezTo>
                  <a:cubicBezTo>
                    <a:pt x="5437" y="47282"/>
                    <a:pt x="8176" y="49326"/>
                    <a:pt x="7317" y="51696"/>
                  </a:cubicBezTo>
                  <a:cubicBezTo>
                    <a:pt x="6786" y="53740"/>
                    <a:pt x="4415" y="54435"/>
                    <a:pt x="2699" y="55784"/>
                  </a:cubicBezTo>
                  <a:cubicBezTo>
                    <a:pt x="859" y="57173"/>
                    <a:pt x="1" y="59708"/>
                    <a:pt x="491" y="62078"/>
                  </a:cubicBezTo>
                  <a:cubicBezTo>
                    <a:pt x="1023" y="64326"/>
                    <a:pt x="2903" y="66166"/>
                    <a:pt x="5110" y="66861"/>
                  </a:cubicBezTo>
                  <a:lnTo>
                    <a:pt x="12263" y="68741"/>
                  </a:lnTo>
                  <a:cubicBezTo>
                    <a:pt x="12754" y="68891"/>
                    <a:pt x="13251" y="68961"/>
                    <a:pt x="13745" y="68961"/>
                  </a:cubicBezTo>
                  <a:cubicBezTo>
                    <a:pt x="17699" y="68961"/>
                    <a:pt x="21473" y="64472"/>
                    <a:pt x="20274" y="60402"/>
                  </a:cubicBezTo>
                  <a:cubicBezTo>
                    <a:pt x="19580" y="58195"/>
                    <a:pt x="17536" y="56152"/>
                    <a:pt x="17699" y="53577"/>
                  </a:cubicBezTo>
                  <a:cubicBezTo>
                    <a:pt x="18026" y="50020"/>
                    <a:pt x="23340" y="48140"/>
                    <a:pt x="23136" y="44380"/>
                  </a:cubicBezTo>
                  <a:cubicBezTo>
                    <a:pt x="23136" y="42663"/>
                    <a:pt x="21787" y="41314"/>
                    <a:pt x="21460" y="39598"/>
                  </a:cubicBezTo>
                  <a:cubicBezTo>
                    <a:pt x="20070" y="35183"/>
                    <a:pt x="25016" y="31259"/>
                    <a:pt x="25711" y="26681"/>
                  </a:cubicBezTo>
                  <a:cubicBezTo>
                    <a:pt x="26406" y="22758"/>
                    <a:pt x="23667" y="18997"/>
                    <a:pt x="23340" y="14910"/>
                  </a:cubicBezTo>
                  <a:cubicBezTo>
                    <a:pt x="22645" y="10332"/>
                    <a:pt x="24852" y="4855"/>
                    <a:pt x="21787" y="1462"/>
                  </a:cubicBezTo>
                  <a:cubicBezTo>
                    <a:pt x="21045" y="602"/>
                    <a:pt x="19938" y="0"/>
                    <a:pt x="18871" y="0"/>
                  </a:cubicBezTo>
                  <a:close/>
                </a:path>
              </a:pathLst>
            </a:custGeom>
            <a:solidFill>
              <a:schemeClr val="accent6"/>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2"/>
            <p:cNvSpPr/>
            <p:nvPr/>
          </p:nvSpPr>
          <p:spPr>
            <a:xfrm>
              <a:off x="9179562" y="495109"/>
              <a:ext cx="410278" cy="2370722"/>
            </a:xfrm>
            <a:custGeom>
              <a:rect b="b" l="l" r="r" t="t"/>
              <a:pathLst>
                <a:path extrusionOk="0" h="60944" w="10547">
                  <a:moveTo>
                    <a:pt x="10383" y="0"/>
                  </a:moveTo>
                  <a:cubicBezTo>
                    <a:pt x="10219" y="0"/>
                    <a:pt x="10015" y="0"/>
                    <a:pt x="10015" y="164"/>
                  </a:cubicBezTo>
                  <a:cubicBezTo>
                    <a:pt x="10015" y="491"/>
                    <a:pt x="7971" y="19906"/>
                    <a:pt x="5437" y="37277"/>
                  </a:cubicBezTo>
                  <a:lnTo>
                    <a:pt x="2045" y="32168"/>
                  </a:lnTo>
                  <a:cubicBezTo>
                    <a:pt x="2045" y="32168"/>
                    <a:pt x="2045" y="32004"/>
                    <a:pt x="1840" y="32004"/>
                  </a:cubicBezTo>
                  <a:lnTo>
                    <a:pt x="1677" y="32168"/>
                  </a:lnTo>
                  <a:cubicBezTo>
                    <a:pt x="1677" y="32168"/>
                    <a:pt x="1513" y="32331"/>
                    <a:pt x="1677" y="32495"/>
                  </a:cubicBezTo>
                  <a:lnTo>
                    <a:pt x="5274" y="37972"/>
                  </a:lnTo>
                  <a:lnTo>
                    <a:pt x="5437" y="37972"/>
                  </a:lnTo>
                  <a:cubicBezTo>
                    <a:pt x="4579" y="43408"/>
                    <a:pt x="3720" y="48518"/>
                    <a:pt x="2862" y="52768"/>
                  </a:cubicBezTo>
                  <a:lnTo>
                    <a:pt x="491" y="47332"/>
                  </a:lnTo>
                  <a:cubicBezTo>
                    <a:pt x="491" y="47169"/>
                    <a:pt x="328" y="47169"/>
                    <a:pt x="328" y="47169"/>
                  </a:cubicBezTo>
                  <a:lnTo>
                    <a:pt x="164" y="47169"/>
                  </a:lnTo>
                  <a:cubicBezTo>
                    <a:pt x="1" y="47169"/>
                    <a:pt x="1" y="47332"/>
                    <a:pt x="1" y="47496"/>
                  </a:cubicBezTo>
                  <a:lnTo>
                    <a:pt x="2699" y="53790"/>
                  </a:lnTo>
                  <a:cubicBezTo>
                    <a:pt x="2208" y="56692"/>
                    <a:pt x="1513" y="59063"/>
                    <a:pt x="1023" y="60943"/>
                  </a:cubicBezTo>
                  <a:lnTo>
                    <a:pt x="1513" y="60943"/>
                  </a:lnTo>
                  <a:cubicBezTo>
                    <a:pt x="2045" y="59267"/>
                    <a:pt x="2535" y="57019"/>
                    <a:pt x="3066" y="54485"/>
                  </a:cubicBezTo>
                  <a:lnTo>
                    <a:pt x="3393" y="54485"/>
                  </a:lnTo>
                  <a:cubicBezTo>
                    <a:pt x="3393" y="54485"/>
                    <a:pt x="3557" y="54322"/>
                    <a:pt x="3393" y="54158"/>
                  </a:cubicBezTo>
                  <a:lnTo>
                    <a:pt x="3230" y="53627"/>
                  </a:lnTo>
                  <a:cubicBezTo>
                    <a:pt x="6786" y="35560"/>
                    <a:pt x="10546" y="654"/>
                    <a:pt x="10546" y="164"/>
                  </a:cubicBezTo>
                  <a:cubicBezTo>
                    <a:pt x="10546" y="164"/>
                    <a:pt x="10546" y="0"/>
                    <a:pt x="10383"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2"/>
            <p:cNvSpPr/>
            <p:nvPr/>
          </p:nvSpPr>
          <p:spPr>
            <a:xfrm>
              <a:off x="9476919" y="1275805"/>
              <a:ext cx="179718" cy="225815"/>
            </a:xfrm>
            <a:custGeom>
              <a:rect b="b" l="l" r="r" t="t"/>
              <a:pathLst>
                <a:path extrusionOk="0" h="5805" w="4620">
                  <a:moveTo>
                    <a:pt x="4251" y="0"/>
                  </a:moveTo>
                  <a:cubicBezTo>
                    <a:pt x="4088" y="0"/>
                    <a:pt x="4088" y="0"/>
                    <a:pt x="4088" y="164"/>
                  </a:cubicBezTo>
                  <a:lnTo>
                    <a:pt x="0" y="5477"/>
                  </a:lnTo>
                  <a:cubicBezTo>
                    <a:pt x="0" y="5477"/>
                    <a:pt x="0" y="5641"/>
                    <a:pt x="164" y="5804"/>
                  </a:cubicBezTo>
                  <a:lnTo>
                    <a:pt x="532" y="5804"/>
                  </a:lnTo>
                  <a:lnTo>
                    <a:pt x="4415" y="368"/>
                  </a:lnTo>
                  <a:cubicBezTo>
                    <a:pt x="4619" y="368"/>
                    <a:pt x="4415" y="164"/>
                    <a:pt x="4415"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2"/>
            <p:cNvSpPr/>
            <p:nvPr/>
          </p:nvSpPr>
          <p:spPr>
            <a:xfrm>
              <a:off x="8106294" y="2865830"/>
              <a:ext cx="1510565" cy="1636134"/>
            </a:xfrm>
            <a:custGeom>
              <a:rect b="b" l="l" r="r" t="t"/>
              <a:pathLst>
                <a:path extrusionOk="0" h="42060" w="38832">
                  <a:moveTo>
                    <a:pt x="1" y="0"/>
                  </a:moveTo>
                  <a:lnTo>
                    <a:pt x="5437" y="42059"/>
                  </a:lnTo>
                  <a:lnTo>
                    <a:pt x="34744" y="42059"/>
                  </a:lnTo>
                  <a:lnTo>
                    <a:pt x="38831" y="0"/>
                  </a:lnTo>
                  <a:close/>
                </a:path>
              </a:pathLst>
            </a:custGeom>
            <a:solidFill>
              <a:schemeClr val="accent3"/>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2"/>
            <p:cNvSpPr/>
            <p:nvPr/>
          </p:nvSpPr>
          <p:spPr>
            <a:xfrm>
              <a:off x="8522881" y="3144086"/>
              <a:ext cx="39" cy="483371"/>
            </a:xfrm>
            <a:custGeom>
              <a:rect b="b" l="l" r="r" t="t"/>
              <a:pathLst>
                <a:path extrusionOk="0" h="12426" w="1">
                  <a:moveTo>
                    <a:pt x="1" y="0"/>
                  </a:moveTo>
                  <a:lnTo>
                    <a:pt x="1" y="12426"/>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2"/>
            <p:cNvSpPr/>
            <p:nvPr/>
          </p:nvSpPr>
          <p:spPr>
            <a:xfrm>
              <a:off x="8483163" y="3104329"/>
              <a:ext cx="79512" cy="562883"/>
            </a:xfrm>
            <a:custGeom>
              <a:rect b="b" l="l" r="r" t="t"/>
              <a:pathLst>
                <a:path extrusionOk="0" h="14470" w="2044">
                  <a:moveTo>
                    <a:pt x="1022" y="0"/>
                  </a:moveTo>
                  <a:cubicBezTo>
                    <a:pt x="327" y="0"/>
                    <a:pt x="0" y="368"/>
                    <a:pt x="0" y="1022"/>
                  </a:cubicBezTo>
                  <a:lnTo>
                    <a:pt x="0" y="13448"/>
                  </a:lnTo>
                  <a:cubicBezTo>
                    <a:pt x="0" y="13979"/>
                    <a:pt x="327" y="14470"/>
                    <a:pt x="1022" y="14470"/>
                  </a:cubicBezTo>
                  <a:cubicBezTo>
                    <a:pt x="1553" y="14470"/>
                    <a:pt x="2044" y="13979"/>
                    <a:pt x="2044" y="13448"/>
                  </a:cubicBezTo>
                  <a:lnTo>
                    <a:pt x="2044" y="1022"/>
                  </a:lnTo>
                  <a:cubicBezTo>
                    <a:pt x="2044" y="368"/>
                    <a:pt x="1553" y="0"/>
                    <a:pt x="1022" y="0"/>
                  </a:cubicBezTo>
                  <a:close/>
                </a:path>
              </a:pathLst>
            </a:custGeom>
            <a:solidFill>
              <a:schemeClr val="accent1">
                <a:alpha val="122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2"/>
            <p:cNvSpPr/>
            <p:nvPr/>
          </p:nvSpPr>
          <p:spPr>
            <a:xfrm>
              <a:off x="9139845" y="3031196"/>
              <a:ext cx="79512" cy="564478"/>
            </a:xfrm>
            <a:custGeom>
              <a:rect b="b" l="l" r="r" t="t"/>
              <a:pathLst>
                <a:path extrusionOk="0" h="14511" w="2044">
                  <a:moveTo>
                    <a:pt x="1022" y="0"/>
                  </a:moveTo>
                  <a:cubicBezTo>
                    <a:pt x="491" y="0"/>
                    <a:pt x="0" y="368"/>
                    <a:pt x="0" y="1022"/>
                  </a:cubicBezTo>
                  <a:lnTo>
                    <a:pt x="0" y="13488"/>
                  </a:lnTo>
                  <a:cubicBezTo>
                    <a:pt x="0" y="13979"/>
                    <a:pt x="491" y="14510"/>
                    <a:pt x="1022" y="14510"/>
                  </a:cubicBezTo>
                  <a:cubicBezTo>
                    <a:pt x="1512" y="14510"/>
                    <a:pt x="2044" y="13979"/>
                    <a:pt x="2044" y="13488"/>
                  </a:cubicBezTo>
                  <a:lnTo>
                    <a:pt x="2044" y="1022"/>
                  </a:lnTo>
                  <a:cubicBezTo>
                    <a:pt x="2044" y="368"/>
                    <a:pt x="1512" y="0"/>
                    <a:pt x="1022" y="0"/>
                  </a:cubicBezTo>
                  <a:close/>
                </a:path>
              </a:pathLst>
            </a:custGeom>
            <a:solidFill>
              <a:schemeClr val="accent2">
                <a:alpha val="536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2"/>
            <p:cNvSpPr/>
            <p:nvPr/>
          </p:nvSpPr>
          <p:spPr>
            <a:xfrm>
              <a:off x="8993540" y="3323729"/>
              <a:ext cx="79551" cy="562922"/>
            </a:xfrm>
            <a:custGeom>
              <a:rect b="b" l="l" r="r" t="t"/>
              <a:pathLst>
                <a:path extrusionOk="0" h="14471" w="2045">
                  <a:moveTo>
                    <a:pt x="1022" y="1"/>
                  </a:moveTo>
                  <a:cubicBezTo>
                    <a:pt x="491" y="1"/>
                    <a:pt x="1" y="328"/>
                    <a:pt x="1" y="1023"/>
                  </a:cubicBezTo>
                  <a:lnTo>
                    <a:pt x="1" y="13448"/>
                  </a:lnTo>
                  <a:cubicBezTo>
                    <a:pt x="1" y="14143"/>
                    <a:pt x="491" y="14470"/>
                    <a:pt x="1022" y="14470"/>
                  </a:cubicBezTo>
                  <a:cubicBezTo>
                    <a:pt x="1513" y="14470"/>
                    <a:pt x="2044" y="14143"/>
                    <a:pt x="2044" y="13448"/>
                  </a:cubicBezTo>
                  <a:lnTo>
                    <a:pt x="2044" y="1023"/>
                  </a:lnTo>
                  <a:cubicBezTo>
                    <a:pt x="2044" y="328"/>
                    <a:pt x="1513" y="1"/>
                    <a:pt x="1022" y="1"/>
                  </a:cubicBezTo>
                  <a:close/>
                </a:path>
              </a:pathLst>
            </a:custGeom>
            <a:solidFill>
              <a:schemeClr val="accent2">
                <a:alpha val="536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2"/>
            <p:cNvSpPr/>
            <p:nvPr/>
          </p:nvSpPr>
          <p:spPr>
            <a:xfrm>
              <a:off x="9165286" y="3733975"/>
              <a:ext cx="79512" cy="569263"/>
            </a:xfrm>
            <a:custGeom>
              <a:rect b="b" l="l" r="r" t="t"/>
              <a:pathLst>
                <a:path extrusionOk="0" h="14634" w="2044">
                  <a:moveTo>
                    <a:pt x="1022" y="0"/>
                  </a:moveTo>
                  <a:cubicBezTo>
                    <a:pt x="368" y="0"/>
                    <a:pt x="0" y="532"/>
                    <a:pt x="0" y="1022"/>
                  </a:cubicBezTo>
                  <a:lnTo>
                    <a:pt x="0" y="13611"/>
                  </a:lnTo>
                  <a:cubicBezTo>
                    <a:pt x="0" y="14143"/>
                    <a:pt x="368" y="14633"/>
                    <a:pt x="1022" y="14633"/>
                  </a:cubicBezTo>
                  <a:cubicBezTo>
                    <a:pt x="1553" y="14633"/>
                    <a:pt x="2044" y="14143"/>
                    <a:pt x="2044" y="13611"/>
                  </a:cubicBezTo>
                  <a:lnTo>
                    <a:pt x="2044" y="1022"/>
                  </a:lnTo>
                  <a:cubicBezTo>
                    <a:pt x="2044" y="532"/>
                    <a:pt x="1553" y="0"/>
                    <a:pt x="1022" y="0"/>
                  </a:cubicBezTo>
                  <a:close/>
                </a:path>
              </a:pathLst>
            </a:custGeom>
            <a:solidFill>
              <a:schemeClr val="accent2">
                <a:alpha val="536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9" name="Google Shape;69;p2"/>
          <p:cNvGrpSpPr/>
          <p:nvPr/>
        </p:nvGrpSpPr>
        <p:grpSpPr>
          <a:xfrm>
            <a:off x="-400231" y="71459"/>
            <a:ext cx="9944461" cy="5619869"/>
            <a:chOff x="-1009131" y="114298"/>
            <a:chExt cx="11162264" cy="5619869"/>
          </a:xfrm>
        </p:grpSpPr>
        <p:grpSp>
          <p:nvGrpSpPr>
            <p:cNvPr id="70" name="Google Shape;70;p2"/>
            <p:cNvGrpSpPr/>
            <p:nvPr/>
          </p:nvGrpSpPr>
          <p:grpSpPr>
            <a:xfrm>
              <a:off x="-1009131" y="114298"/>
              <a:ext cx="11162264" cy="5619869"/>
              <a:chOff x="-852900" y="114300"/>
              <a:chExt cx="10849790" cy="6172288"/>
            </a:xfrm>
          </p:grpSpPr>
          <p:sp>
            <p:nvSpPr>
              <p:cNvPr id="71" name="Google Shape;71;p2"/>
              <p:cNvSpPr/>
              <p:nvPr/>
            </p:nvSpPr>
            <p:spPr>
              <a:xfrm>
                <a:off x="-845014" y="129282"/>
                <a:ext cx="10826179" cy="6147915"/>
              </a:xfrm>
              <a:custGeom>
                <a:rect b="b" l="l" r="r" t="t"/>
                <a:pathLst>
                  <a:path extrusionOk="0" h="134190" w="225135">
                    <a:moveTo>
                      <a:pt x="41896" y="1"/>
                    </a:moveTo>
                    <a:cubicBezTo>
                      <a:pt x="37114" y="1"/>
                      <a:pt x="33190" y="3924"/>
                      <a:pt x="33190" y="8707"/>
                    </a:cubicBezTo>
                    <a:lnTo>
                      <a:pt x="33190" y="102349"/>
                    </a:lnTo>
                    <a:lnTo>
                      <a:pt x="1676" y="125197"/>
                    </a:lnTo>
                    <a:lnTo>
                      <a:pt x="2044" y="125197"/>
                    </a:lnTo>
                    <a:cubicBezTo>
                      <a:pt x="859" y="126015"/>
                      <a:pt x="0" y="127568"/>
                      <a:pt x="0" y="129081"/>
                    </a:cubicBezTo>
                    <a:cubicBezTo>
                      <a:pt x="0" y="131819"/>
                      <a:pt x="2371" y="134190"/>
                      <a:pt x="5109" y="134190"/>
                    </a:cubicBezTo>
                    <a:lnTo>
                      <a:pt x="220188" y="134190"/>
                    </a:lnTo>
                    <a:cubicBezTo>
                      <a:pt x="222927" y="134190"/>
                      <a:pt x="225134" y="131819"/>
                      <a:pt x="225134" y="129081"/>
                    </a:cubicBezTo>
                    <a:cubicBezTo>
                      <a:pt x="225134" y="127732"/>
                      <a:pt x="224644" y="126383"/>
                      <a:pt x="223622" y="125524"/>
                    </a:cubicBezTo>
                    <a:lnTo>
                      <a:pt x="223785" y="125524"/>
                    </a:lnTo>
                    <a:lnTo>
                      <a:pt x="192762" y="102349"/>
                    </a:lnTo>
                    <a:lnTo>
                      <a:pt x="192762" y="8707"/>
                    </a:lnTo>
                    <a:cubicBezTo>
                      <a:pt x="192762" y="3924"/>
                      <a:pt x="188879" y="1"/>
                      <a:pt x="18409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2"/>
              <p:cNvSpPr/>
              <p:nvPr/>
            </p:nvSpPr>
            <p:spPr>
              <a:xfrm>
                <a:off x="-852900" y="114300"/>
                <a:ext cx="10849790" cy="6172288"/>
              </a:xfrm>
              <a:custGeom>
                <a:rect b="b" l="l" r="r" t="t"/>
                <a:pathLst>
                  <a:path extrusionOk="0" h="134722" w="225626">
                    <a:moveTo>
                      <a:pt x="184261" y="491"/>
                    </a:moveTo>
                    <a:cubicBezTo>
                      <a:pt x="186468" y="491"/>
                      <a:pt x="188675" y="1513"/>
                      <a:pt x="190228" y="3066"/>
                    </a:cubicBezTo>
                    <a:cubicBezTo>
                      <a:pt x="191577" y="4578"/>
                      <a:pt x="192599" y="6622"/>
                      <a:pt x="192599" y="9034"/>
                    </a:cubicBezTo>
                    <a:lnTo>
                      <a:pt x="192599" y="102839"/>
                    </a:lnTo>
                    <a:lnTo>
                      <a:pt x="223381" y="125714"/>
                    </a:lnTo>
                    <a:lnTo>
                      <a:pt x="223581" y="126015"/>
                    </a:lnTo>
                    <a:cubicBezTo>
                      <a:pt x="224440" y="126873"/>
                      <a:pt x="225135" y="128059"/>
                      <a:pt x="225135" y="129408"/>
                    </a:cubicBezTo>
                    <a:cubicBezTo>
                      <a:pt x="225135" y="130797"/>
                      <a:pt x="224603" y="131983"/>
                      <a:pt x="223581" y="132841"/>
                    </a:cubicBezTo>
                    <a:cubicBezTo>
                      <a:pt x="222764" y="133699"/>
                      <a:pt x="221538" y="134190"/>
                      <a:pt x="220352" y="134190"/>
                    </a:cubicBezTo>
                    <a:lnTo>
                      <a:pt x="5273" y="134190"/>
                    </a:lnTo>
                    <a:cubicBezTo>
                      <a:pt x="3884" y="134190"/>
                      <a:pt x="2698" y="133699"/>
                      <a:pt x="1840" y="132841"/>
                    </a:cubicBezTo>
                    <a:cubicBezTo>
                      <a:pt x="1023" y="131983"/>
                      <a:pt x="491" y="130797"/>
                      <a:pt x="491" y="129408"/>
                    </a:cubicBezTo>
                    <a:cubicBezTo>
                      <a:pt x="491" y="127895"/>
                      <a:pt x="1186" y="126546"/>
                      <a:pt x="2371" y="125688"/>
                    </a:cubicBezTo>
                    <a:lnTo>
                      <a:pt x="2862" y="125157"/>
                    </a:lnTo>
                    <a:lnTo>
                      <a:pt x="2698" y="125157"/>
                    </a:lnTo>
                    <a:lnTo>
                      <a:pt x="33722" y="102839"/>
                    </a:lnTo>
                    <a:lnTo>
                      <a:pt x="33722" y="9034"/>
                    </a:lnTo>
                    <a:cubicBezTo>
                      <a:pt x="33722" y="6622"/>
                      <a:pt x="34539" y="4578"/>
                      <a:pt x="36092" y="3066"/>
                    </a:cubicBezTo>
                    <a:cubicBezTo>
                      <a:pt x="37605" y="1513"/>
                      <a:pt x="39853" y="491"/>
                      <a:pt x="42060" y="491"/>
                    </a:cubicBezTo>
                    <a:close/>
                    <a:moveTo>
                      <a:pt x="42060" y="1"/>
                    </a:moveTo>
                    <a:cubicBezTo>
                      <a:pt x="37114" y="1"/>
                      <a:pt x="33190" y="4088"/>
                      <a:pt x="33190" y="9034"/>
                    </a:cubicBezTo>
                    <a:lnTo>
                      <a:pt x="33190" y="102676"/>
                    </a:lnTo>
                    <a:lnTo>
                      <a:pt x="1023" y="125688"/>
                    </a:lnTo>
                    <a:lnTo>
                      <a:pt x="1589" y="125688"/>
                    </a:lnTo>
                    <a:cubicBezTo>
                      <a:pt x="620" y="126584"/>
                      <a:pt x="1" y="127949"/>
                      <a:pt x="1" y="129408"/>
                    </a:cubicBezTo>
                    <a:cubicBezTo>
                      <a:pt x="1" y="132310"/>
                      <a:pt x="2371" y="134721"/>
                      <a:pt x="5273" y="134721"/>
                    </a:cubicBezTo>
                    <a:lnTo>
                      <a:pt x="220352" y="134721"/>
                    </a:lnTo>
                    <a:cubicBezTo>
                      <a:pt x="223254" y="134721"/>
                      <a:pt x="225625" y="132310"/>
                      <a:pt x="225625" y="129408"/>
                    </a:cubicBezTo>
                    <a:cubicBezTo>
                      <a:pt x="225625" y="128054"/>
                      <a:pt x="225101" y="126962"/>
                      <a:pt x="224258" y="126015"/>
                    </a:cubicBezTo>
                    <a:lnTo>
                      <a:pt x="224603" y="126015"/>
                    </a:lnTo>
                    <a:lnTo>
                      <a:pt x="223949" y="125530"/>
                    </a:lnTo>
                    <a:lnTo>
                      <a:pt x="223949" y="125530"/>
                    </a:lnTo>
                    <a:lnTo>
                      <a:pt x="223949" y="125524"/>
                    </a:lnTo>
                    <a:lnTo>
                      <a:pt x="223942" y="125524"/>
                    </a:lnTo>
                    <a:lnTo>
                      <a:pt x="193130" y="102676"/>
                    </a:lnTo>
                    <a:lnTo>
                      <a:pt x="193130" y="9034"/>
                    </a:lnTo>
                    <a:cubicBezTo>
                      <a:pt x="193130" y="4088"/>
                      <a:pt x="189043" y="1"/>
                      <a:pt x="184261"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2"/>
              <p:cNvSpPr/>
              <p:nvPr/>
            </p:nvSpPr>
            <p:spPr>
              <a:xfrm>
                <a:off x="-27366" y="4975819"/>
                <a:ext cx="9247851" cy="702298"/>
              </a:xfrm>
              <a:custGeom>
                <a:rect b="b" l="l" r="r" t="t"/>
                <a:pathLst>
                  <a:path extrusionOk="0" h="15329" w="192313">
                    <a:moveTo>
                      <a:pt x="20806" y="164"/>
                    </a:moveTo>
                    <a:lnTo>
                      <a:pt x="44043" y="327"/>
                    </a:lnTo>
                    <a:lnTo>
                      <a:pt x="43777" y="327"/>
                    </a:lnTo>
                    <a:lnTo>
                      <a:pt x="42428" y="1840"/>
                    </a:lnTo>
                    <a:lnTo>
                      <a:pt x="30329" y="1676"/>
                    </a:lnTo>
                    <a:lnTo>
                      <a:pt x="32046" y="327"/>
                    </a:lnTo>
                    <a:lnTo>
                      <a:pt x="31188" y="327"/>
                    </a:lnTo>
                    <a:lnTo>
                      <a:pt x="29471" y="1676"/>
                    </a:lnTo>
                    <a:lnTo>
                      <a:pt x="18925" y="1676"/>
                    </a:lnTo>
                    <a:lnTo>
                      <a:pt x="20806" y="164"/>
                    </a:lnTo>
                    <a:close/>
                    <a:moveTo>
                      <a:pt x="44632" y="332"/>
                    </a:moveTo>
                    <a:lnTo>
                      <a:pt x="67279" y="491"/>
                    </a:lnTo>
                    <a:lnTo>
                      <a:pt x="66625" y="2044"/>
                    </a:lnTo>
                    <a:lnTo>
                      <a:pt x="55876" y="2044"/>
                    </a:lnTo>
                    <a:lnTo>
                      <a:pt x="56897" y="491"/>
                    </a:lnTo>
                    <a:lnTo>
                      <a:pt x="56039" y="491"/>
                    </a:lnTo>
                    <a:lnTo>
                      <a:pt x="55017" y="1840"/>
                    </a:lnTo>
                    <a:lnTo>
                      <a:pt x="43286" y="1840"/>
                    </a:lnTo>
                    <a:lnTo>
                      <a:pt x="44632" y="332"/>
                    </a:lnTo>
                    <a:close/>
                    <a:moveTo>
                      <a:pt x="68138" y="491"/>
                    </a:moveTo>
                    <a:lnTo>
                      <a:pt x="80073" y="654"/>
                    </a:lnTo>
                    <a:lnTo>
                      <a:pt x="79542" y="2208"/>
                    </a:lnTo>
                    <a:lnTo>
                      <a:pt x="67443" y="2044"/>
                    </a:lnTo>
                    <a:lnTo>
                      <a:pt x="68138" y="491"/>
                    </a:lnTo>
                    <a:close/>
                    <a:moveTo>
                      <a:pt x="80727" y="654"/>
                    </a:moveTo>
                    <a:lnTo>
                      <a:pt x="92335" y="818"/>
                    </a:lnTo>
                    <a:lnTo>
                      <a:pt x="92335" y="2208"/>
                    </a:lnTo>
                    <a:lnTo>
                      <a:pt x="80400" y="2208"/>
                    </a:lnTo>
                    <a:lnTo>
                      <a:pt x="80727" y="654"/>
                    </a:lnTo>
                    <a:close/>
                    <a:moveTo>
                      <a:pt x="104597" y="818"/>
                    </a:moveTo>
                    <a:lnTo>
                      <a:pt x="104761" y="2371"/>
                    </a:lnTo>
                    <a:lnTo>
                      <a:pt x="93194" y="2208"/>
                    </a:lnTo>
                    <a:lnTo>
                      <a:pt x="93194" y="818"/>
                    </a:lnTo>
                    <a:close/>
                    <a:moveTo>
                      <a:pt x="105456" y="818"/>
                    </a:moveTo>
                    <a:lnTo>
                      <a:pt x="116492" y="1022"/>
                    </a:lnTo>
                    <a:lnTo>
                      <a:pt x="116860" y="2371"/>
                    </a:lnTo>
                    <a:lnTo>
                      <a:pt x="105619" y="2371"/>
                    </a:lnTo>
                    <a:lnTo>
                      <a:pt x="105456" y="818"/>
                    </a:lnTo>
                    <a:close/>
                    <a:moveTo>
                      <a:pt x="128100" y="1022"/>
                    </a:moveTo>
                    <a:lnTo>
                      <a:pt x="128754" y="2535"/>
                    </a:lnTo>
                    <a:lnTo>
                      <a:pt x="117718" y="2371"/>
                    </a:lnTo>
                    <a:lnTo>
                      <a:pt x="117187" y="1022"/>
                    </a:lnTo>
                    <a:close/>
                    <a:moveTo>
                      <a:pt x="128958" y="1022"/>
                    </a:moveTo>
                    <a:lnTo>
                      <a:pt x="139504" y="1186"/>
                    </a:lnTo>
                    <a:lnTo>
                      <a:pt x="140526" y="2535"/>
                    </a:lnTo>
                    <a:lnTo>
                      <a:pt x="129612" y="2535"/>
                    </a:lnTo>
                    <a:lnTo>
                      <a:pt x="128958" y="1022"/>
                    </a:lnTo>
                    <a:close/>
                    <a:moveTo>
                      <a:pt x="150744" y="1186"/>
                    </a:moveTo>
                    <a:lnTo>
                      <a:pt x="151929" y="2698"/>
                    </a:lnTo>
                    <a:lnTo>
                      <a:pt x="141220" y="2535"/>
                    </a:lnTo>
                    <a:lnTo>
                      <a:pt x="140362" y="1186"/>
                    </a:lnTo>
                    <a:close/>
                    <a:moveTo>
                      <a:pt x="151439" y="1186"/>
                    </a:moveTo>
                    <a:lnTo>
                      <a:pt x="162843" y="1349"/>
                    </a:lnTo>
                    <a:lnTo>
                      <a:pt x="164355" y="2698"/>
                    </a:lnTo>
                    <a:lnTo>
                      <a:pt x="152624" y="2698"/>
                    </a:lnTo>
                    <a:lnTo>
                      <a:pt x="151439" y="1186"/>
                    </a:lnTo>
                    <a:close/>
                    <a:moveTo>
                      <a:pt x="163701" y="1349"/>
                    </a:moveTo>
                    <a:lnTo>
                      <a:pt x="174574" y="1513"/>
                    </a:lnTo>
                    <a:lnTo>
                      <a:pt x="176290" y="2862"/>
                    </a:lnTo>
                    <a:lnTo>
                      <a:pt x="165050" y="2698"/>
                    </a:lnTo>
                    <a:lnTo>
                      <a:pt x="163701" y="1349"/>
                    </a:lnTo>
                    <a:close/>
                    <a:moveTo>
                      <a:pt x="18598" y="1840"/>
                    </a:moveTo>
                    <a:lnTo>
                      <a:pt x="29307" y="2044"/>
                    </a:lnTo>
                    <a:lnTo>
                      <a:pt x="27427" y="3556"/>
                    </a:lnTo>
                    <a:lnTo>
                      <a:pt x="16350" y="3556"/>
                    </a:lnTo>
                    <a:lnTo>
                      <a:pt x="18598" y="1840"/>
                    </a:lnTo>
                    <a:close/>
                    <a:moveTo>
                      <a:pt x="42265" y="2044"/>
                    </a:moveTo>
                    <a:lnTo>
                      <a:pt x="40711" y="3720"/>
                    </a:lnTo>
                    <a:lnTo>
                      <a:pt x="28286" y="3556"/>
                    </a:lnTo>
                    <a:lnTo>
                      <a:pt x="30166" y="2044"/>
                    </a:lnTo>
                    <a:close/>
                    <a:moveTo>
                      <a:pt x="43123" y="2044"/>
                    </a:moveTo>
                    <a:lnTo>
                      <a:pt x="54854" y="2208"/>
                    </a:lnTo>
                    <a:lnTo>
                      <a:pt x="53832" y="3720"/>
                    </a:lnTo>
                    <a:lnTo>
                      <a:pt x="41733" y="3720"/>
                    </a:lnTo>
                    <a:lnTo>
                      <a:pt x="43123" y="2044"/>
                    </a:lnTo>
                    <a:close/>
                    <a:moveTo>
                      <a:pt x="66421" y="2208"/>
                    </a:moveTo>
                    <a:lnTo>
                      <a:pt x="65604" y="3883"/>
                    </a:lnTo>
                    <a:lnTo>
                      <a:pt x="54690" y="3720"/>
                    </a:lnTo>
                    <a:lnTo>
                      <a:pt x="55876" y="2208"/>
                    </a:lnTo>
                    <a:close/>
                    <a:moveTo>
                      <a:pt x="67279" y="2208"/>
                    </a:moveTo>
                    <a:lnTo>
                      <a:pt x="79542" y="2371"/>
                    </a:lnTo>
                    <a:lnTo>
                      <a:pt x="79051" y="3883"/>
                    </a:lnTo>
                    <a:lnTo>
                      <a:pt x="66625" y="3883"/>
                    </a:lnTo>
                    <a:lnTo>
                      <a:pt x="67279" y="2208"/>
                    </a:lnTo>
                    <a:close/>
                    <a:moveTo>
                      <a:pt x="92335" y="2371"/>
                    </a:moveTo>
                    <a:lnTo>
                      <a:pt x="92172" y="4088"/>
                    </a:lnTo>
                    <a:lnTo>
                      <a:pt x="79909" y="3883"/>
                    </a:lnTo>
                    <a:lnTo>
                      <a:pt x="80400" y="2371"/>
                    </a:lnTo>
                    <a:close/>
                    <a:moveTo>
                      <a:pt x="93194" y="2371"/>
                    </a:moveTo>
                    <a:lnTo>
                      <a:pt x="104761" y="2535"/>
                    </a:lnTo>
                    <a:lnTo>
                      <a:pt x="104924" y="4088"/>
                    </a:lnTo>
                    <a:lnTo>
                      <a:pt x="92989" y="4088"/>
                    </a:lnTo>
                    <a:lnTo>
                      <a:pt x="93194" y="2371"/>
                    </a:lnTo>
                    <a:close/>
                    <a:moveTo>
                      <a:pt x="117023" y="2535"/>
                    </a:moveTo>
                    <a:lnTo>
                      <a:pt x="117514" y="4088"/>
                    </a:lnTo>
                    <a:lnTo>
                      <a:pt x="105783" y="4088"/>
                    </a:lnTo>
                    <a:lnTo>
                      <a:pt x="105619" y="2535"/>
                    </a:lnTo>
                    <a:close/>
                    <a:moveTo>
                      <a:pt x="117718" y="2535"/>
                    </a:moveTo>
                    <a:lnTo>
                      <a:pt x="128958" y="2698"/>
                    </a:lnTo>
                    <a:lnTo>
                      <a:pt x="129776" y="4251"/>
                    </a:lnTo>
                    <a:lnTo>
                      <a:pt x="118372" y="4088"/>
                    </a:lnTo>
                    <a:lnTo>
                      <a:pt x="117718" y="2535"/>
                    </a:lnTo>
                    <a:close/>
                    <a:moveTo>
                      <a:pt x="140689" y="2698"/>
                    </a:moveTo>
                    <a:lnTo>
                      <a:pt x="141711" y="4251"/>
                    </a:lnTo>
                    <a:lnTo>
                      <a:pt x="130471" y="4251"/>
                    </a:lnTo>
                    <a:lnTo>
                      <a:pt x="129776" y="2698"/>
                    </a:lnTo>
                    <a:close/>
                    <a:moveTo>
                      <a:pt x="141384" y="2698"/>
                    </a:moveTo>
                    <a:lnTo>
                      <a:pt x="152093" y="2862"/>
                    </a:lnTo>
                    <a:lnTo>
                      <a:pt x="153483" y="4415"/>
                    </a:lnTo>
                    <a:lnTo>
                      <a:pt x="153483" y="4415"/>
                    </a:lnTo>
                    <a:lnTo>
                      <a:pt x="142569" y="4251"/>
                    </a:lnTo>
                    <a:lnTo>
                      <a:pt x="141384" y="2698"/>
                    </a:lnTo>
                    <a:close/>
                    <a:moveTo>
                      <a:pt x="164519" y="2862"/>
                    </a:moveTo>
                    <a:lnTo>
                      <a:pt x="166235" y="4415"/>
                    </a:lnTo>
                    <a:lnTo>
                      <a:pt x="154137" y="4415"/>
                    </a:lnTo>
                    <a:lnTo>
                      <a:pt x="152788" y="2862"/>
                    </a:lnTo>
                    <a:close/>
                    <a:moveTo>
                      <a:pt x="165377" y="2862"/>
                    </a:moveTo>
                    <a:lnTo>
                      <a:pt x="176617" y="3066"/>
                    </a:lnTo>
                    <a:lnTo>
                      <a:pt x="178498" y="4415"/>
                    </a:lnTo>
                    <a:lnTo>
                      <a:pt x="166930" y="4415"/>
                    </a:lnTo>
                    <a:lnTo>
                      <a:pt x="165377" y="2862"/>
                    </a:lnTo>
                    <a:close/>
                    <a:moveTo>
                      <a:pt x="16187" y="3720"/>
                    </a:moveTo>
                    <a:lnTo>
                      <a:pt x="27100" y="3883"/>
                    </a:lnTo>
                    <a:lnTo>
                      <a:pt x="25220" y="5600"/>
                    </a:lnTo>
                    <a:lnTo>
                      <a:pt x="13816" y="5600"/>
                    </a:lnTo>
                    <a:lnTo>
                      <a:pt x="16187" y="3720"/>
                    </a:lnTo>
                    <a:close/>
                    <a:moveTo>
                      <a:pt x="40548" y="3883"/>
                    </a:moveTo>
                    <a:lnTo>
                      <a:pt x="39035" y="5600"/>
                    </a:lnTo>
                    <a:lnTo>
                      <a:pt x="26242" y="5600"/>
                    </a:lnTo>
                    <a:lnTo>
                      <a:pt x="28122" y="3883"/>
                    </a:lnTo>
                    <a:close/>
                    <a:moveTo>
                      <a:pt x="53668" y="3883"/>
                    </a:moveTo>
                    <a:lnTo>
                      <a:pt x="52483" y="5764"/>
                    </a:lnTo>
                    <a:lnTo>
                      <a:pt x="40057" y="5600"/>
                    </a:lnTo>
                    <a:lnTo>
                      <a:pt x="41570" y="3883"/>
                    </a:lnTo>
                    <a:close/>
                    <a:moveTo>
                      <a:pt x="54527" y="3883"/>
                    </a:moveTo>
                    <a:lnTo>
                      <a:pt x="65604" y="4088"/>
                    </a:lnTo>
                    <a:lnTo>
                      <a:pt x="64745" y="5764"/>
                    </a:lnTo>
                    <a:lnTo>
                      <a:pt x="53341" y="5764"/>
                    </a:lnTo>
                    <a:lnTo>
                      <a:pt x="54527" y="3883"/>
                    </a:lnTo>
                    <a:close/>
                    <a:moveTo>
                      <a:pt x="79051" y="4088"/>
                    </a:moveTo>
                    <a:lnTo>
                      <a:pt x="78520" y="5764"/>
                    </a:lnTo>
                    <a:lnTo>
                      <a:pt x="65604" y="5764"/>
                    </a:lnTo>
                    <a:lnTo>
                      <a:pt x="66421" y="4088"/>
                    </a:lnTo>
                    <a:close/>
                    <a:moveTo>
                      <a:pt x="79909" y="4088"/>
                    </a:moveTo>
                    <a:lnTo>
                      <a:pt x="92172" y="4251"/>
                    </a:lnTo>
                    <a:lnTo>
                      <a:pt x="91967" y="5927"/>
                    </a:lnTo>
                    <a:lnTo>
                      <a:pt x="79378" y="5764"/>
                    </a:lnTo>
                    <a:lnTo>
                      <a:pt x="79909" y="4088"/>
                    </a:lnTo>
                    <a:close/>
                    <a:moveTo>
                      <a:pt x="104924" y="4251"/>
                    </a:moveTo>
                    <a:lnTo>
                      <a:pt x="105088" y="5927"/>
                    </a:lnTo>
                    <a:lnTo>
                      <a:pt x="92826" y="5927"/>
                    </a:lnTo>
                    <a:lnTo>
                      <a:pt x="92989" y="4251"/>
                    </a:lnTo>
                    <a:close/>
                    <a:moveTo>
                      <a:pt x="105783" y="4251"/>
                    </a:moveTo>
                    <a:lnTo>
                      <a:pt x="117514" y="4415"/>
                    </a:lnTo>
                    <a:lnTo>
                      <a:pt x="118045" y="5927"/>
                    </a:lnTo>
                    <a:lnTo>
                      <a:pt x="106110" y="5927"/>
                    </a:lnTo>
                    <a:lnTo>
                      <a:pt x="105783" y="4251"/>
                    </a:lnTo>
                    <a:close/>
                    <a:moveTo>
                      <a:pt x="129776" y="4415"/>
                    </a:moveTo>
                    <a:lnTo>
                      <a:pt x="130634" y="5927"/>
                    </a:lnTo>
                    <a:lnTo>
                      <a:pt x="118903" y="5927"/>
                    </a:lnTo>
                    <a:lnTo>
                      <a:pt x="118372" y="4415"/>
                    </a:lnTo>
                    <a:close/>
                    <a:moveTo>
                      <a:pt x="141874" y="4415"/>
                    </a:moveTo>
                    <a:lnTo>
                      <a:pt x="142896" y="6131"/>
                    </a:lnTo>
                    <a:lnTo>
                      <a:pt x="131492" y="6131"/>
                    </a:lnTo>
                    <a:lnTo>
                      <a:pt x="130634" y="4415"/>
                    </a:lnTo>
                    <a:close/>
                    <a:moveTo>
                      <a:pt x="142569" y="4415"/>
                    </a:moveTo>
                    <a:lnTo>
                      <a:pt x="153646" y="4578"/>
                    </a:lnTo>
                    <a:lnTo>
                      <a:pt x="154995" y="6131"/>
                    </a:lnTo>
                    <a:lnTo>
                      <a:pt x="143755" y="6131"/>
                    </a:lnTo>
                    <a:lnTo>
                      <a:pt x="142569" y="4415"/>
                    </a:lnTo>
                    <a:close/>
                    <a:moveTo>
                      <a:pt x="166399" y="4578"/>
                    </a:moveTo>
                    <a:lnTo>
                      <a:pt x="168116" y="6131"/>
                    </a:lnTo>
                    <a:lnTo>
                      <a:pt x="155853" y="6131"/>
                    </a:lnTo>
                    <a:lnTo>
                      <a:pt x="154300" y="4578"/>
                    </a:lnTo>
                    <a:close/>
                    <a:moveTo>
                      <a:pt x="167094" y="4578"/>
                    </a:moveTo>
                    <a:lnTo>
                      <a:pt x="178661" y="4742"/>
                    </a:lnTo>
                    <a:lnTo>
                      <a:pt x="180705" y="6295"/>
                    </a:lnTo>
                    <a:lnTo>
                      <a:pt x="168974" y="6131"/>
                    </a:lnTo>
                    <a:lnTo>
                      <a:pt x="167094" y="4578"/>
                    </a:lnTo>
                    <a:close/>
                    <a:moveTo>
                      <a:pt x="24893" y="5764"/>
                    </a:moveTo>
                    <a:lnTo>
                      <a:pt x="22849" y="7644"/>
                    </a:lnTo>
                    <a:lnTo>
                      <a:pt x="11078" y="7644"/>
                    </a:lnTo>
                    <a:lnTo>
                      <a:pt x="13653" y="5764"/>
                    </a:lnTo>
                    <a:close/>
                    <a:moveTo>
                      <a:pt x="25915" y="5764"/>
                    </a:moveTo>
                    <a:lnTo>
                      <a:pt x="38831" y="5927"/>
                    </a:lnTo>
                    <a:lnTo>
                      <a:pt x="37155" y="7807"/>
                    </a:lnTo>
                    <a:lnTo>
                      <a:pt x="23871" y="7644"/>
                    </a:lnTo>
                    <a:lnTo>
                      <a:pt x="25915" y="5764"/>
                    </a:lnTo>
                    <a:close/>
                    <a:moveTo>
                      <a:pt x="52320" y="5927"/>
                    </a:moveTo>
                    <a:lnTo>
                      <a:pt x="51093" y="7807"/>
                    </a:lnTo>
                    <a:lnTo>
                      <a:pt x="38177" y="7807"/>
                    </a:lnTo>
                    <a:lnTo>
                      <a:pt x="39689" y="5927"/>
                    </a:lnTo>
                    <a:close/>
                    <a:moveTo>
                      <a:pt x="64582" y="5927"/>
                    </a:moveTo>
                    <a:lnTo>
                      <a:pt x="63723" y="7807"/>
                    </a:lnTo>
                    <a:lnTo>
                      <a:pt x="51952" y="7807"/>
                    </a:lnTo>
                    <a:lnTo>
                      <a:pt x="53341" y="5927"/>
                    </a:lnTo>
                    <a:close/>
                    <a:moveTo>
                      <a:pt x="65604" y="5927"/>
                    </a:moveTo>
                    <a:lnTo>
                      <a:pt x="78356" y="6131"/>
                    </a:lnTo>
                    <a:lnTo>
                      <a:pt x="77866" y="7807"/>
                    </a:lnTo>
                    <a:lnTo>
                      <a:pt x="64582" y="7807"/>
                    </a:lnTo>
                    <a:lnTo>
                      <a:pt x="65604" y="5927"/>
                    </a:lnTo>
                    <a:close/>
                    <a:moveTo>
                      <a:pt x="91967" y="6131"/>
                    </a:moveTo>
                    <a:lnTo>
                      <a:pt x="91804" y="7807"/>
                    </a:lnTo>
                    <a:lnTo>
                      <a:pt x="78888" y="7807"/>
                    </a:lnTo>
                    <a:lnTo>
                      <a:pt x="79378" y="6131"/>
                    </a:lnTo>
                    <a:close/>
                    <a:moveTo>
                      <a:pt x="105251" y="6131"/>
                    </a:moveTo>
                    <a:lnTo>
                      <a:pt x="105456" y="7971"/>
                    </a:lnTo>
                    <a:lnTo>
                      <a:pt x="105456" y="7971"/>
                    </a:lnTo>
                    <a:lnTo>
                      <a:pt x="92826" y="7807"/>
                    </a:lnTo>
                    <a:lnTo>
                      <a:pt x="92826" y="6131"/>
                    </a:lnTo>
                    <a:close/>
                    <a:moveTo>
                      <a:pt x="118208" y="6131"/>
                    </a:moveTo>
                    <a:lnTo>
                      <a:pt x="118740" y="7971"/>
                    </a:lnTo>
                    <a:lnTo>
                      <a:pt x="106273" y="7971"/>
                    </a:lnTo>
                    <a:lnTo>
                      <a:pt x="106110" y="6131"/>
                    </a:lnTo>
                    <a:close/>
                    <a:moveTo>
                      <a:pt x="119067" y="6131"/>
                    </a:moveTo>
                    <a:lnTo>
                      <a:pt x="130798" y="6295"/>
                    </a:lnTo>
                    <a:lnTo>
                      <a:pt x="131656" y="7971"/>
                    </a:lnTo>
                    <a:lnTo>
                      <a:pt x="119557" y="7971"/>
                    </a:lnTo>
                    <a:lnTo>
                      <a:pt x="119067" y="6131"/>
                    </a:lnTo>
                    <a:close/>
                    <a:moveTo>
                      <a:pt x="143060" y="6295"/>
                    </a:moveTo>
                    <a:lnTo>
                      <a:pt x="144286" y="7971"/>
                    </a:lnTo>
                    <a:lnTo>
                      <a:pt x="132514" y="7971"/>
                    </a:lnTo>
                    <a:lnTo>
                      <a:pt x="131656" y="6295"/>
                    </a:lnTo>
                    <a:close/>
                    <a:moveTo>
                      <a:pt x="155158" y="6295"/>
                    </a:moveTo>
                    <a:lnTo>
                      <a:pt x="156712" y="7971"/>
                    </a:lnTo>
                    <a:lnTo>
                      <a:pt x="145103" y="7971"/>
                    </a:lnTo>
                    <a:lnTo>
                      <a:pt x="143918" y="6295"/>
                    </a:lnTo>
                    <a:close/>
                    <a:moveTo>
                      <a:pt x="156017" y="6295"/>
                    </a:moveTo>
                    <a:lnTo>
                      <a:pt x="168279" y="6458"/>
                    </a:lnTo>
                    <a:lnTo>
                      <a:pt x="170159" y="7971"/>
                    </a:lnTo>
                    <a:lnTo>
                      <a:pt x="157570" y="7971"/>
                    </a:lnTo>
                    <a:lnTo>
                      <a:pt x="156017" y="6295"/>
                    </a:lnTo>
                    <a:close/>
                    <a:moveTo>
                      <a:pt x="180868" y="6458"/>
                    </a:moveTo>
                    <a:lnTo>
                      <a:pt x="183116" y="8175"/>
                    </a:lnTo>
                    <a:lnTo>
                      <a:pt x="171018" y="7971"/>
                    </a:lnTo>
                    <a:lnTo>
                      <a:pt x="169137" y="6458"/>
                    </a:lnTo>
                    <a:close/>
                    <a:moveTo>
                      <a:pt x="22686" y="7971"/>
                    </a:moveTo>
                    <a:lnTo>
                      <a:pt x="20274" y="10014"/>
                    </a:lnTo>
                    <a:lnTo>
                      <a:pt x="8176" y="10014"/>
                    </a:lnTo>
                    <a:lnTo>
                      <a:pt x="10751" y="7971"/>
                    </a:lnTo>
                    <a:close/>
                    <a:moveTo>
                      <a:pt x="36992" y="7971"/>
                    </a:moveTo>
                    <a:lnTo>
                      <a:pt x="35112" y="10014"/>
                    </a:lnTo>
                    <a:lnTo>
                      <a:pt x="21460" y="10014"/>
                    </a:lnTo>
                    <a:lnTo>
                      <a:pt x="23708" y="7971"/>
                    </a:lnTo>
                    <a:close/>
                    <a:moveTo>
                      <a:pt x="50930" y="7971"/>
                    </a:moveTo>
                    <a:lnTo>
                      <a:pt x="49581" y="10014"/>
                    </a:lnTo>
                    <a:lnTo>
                      <a:pt x="36133" y="10014"/>
                    </a:lnTo>
                    <a:lnTo>
                      <a:pt x="37809" y="7971"/>
                    </a:lnTo>
                    <a:close/>
                    <a:moveTo>
                      <a:pt x="63560" y="7971"/>
                    </a:moveTo>
                    <a:lnTo>
                      <a:pt x="62538" y="10014"/>
                    </a:lnTo>
                    <a:lnTo>
                      <a:pt x="50603" y="10014"/>
                    </a:lnTo>
                    <a:lnTo>
                      <a:pt x="51788" y="7971"/>
                    </a:lnTo>
                    <a:close/>
                    <a:moveTo>
                      <a:pt x="64582" y="7971"/>
                    </a:moveTo>
                    <a:lnTo>
                      <a:pt x="77866" y="8175"/>
                    </a:lnTo>
                    <a:lnTo>
                      <a:pt x="77334" y="10014"/>
                    </a:lnTo>
                    <a:lnTo>
                      <a:pt x="63560" y="10014"/>
                    </a:lnTo>
                    <a:lnTo>
                      <a:pt x="64582" y="7971"/>
                    </a:lnTo>
                    <a:close/>
                    <a:moveTo>
                      <a:pt x="91804" y="8175"/>
                    </a:moveTo>
                    <a:lnTo>
                      <a:pt x="91640" y="10014"/>
                    </a:lnTo>
                    <a:lnTo>
                      <a:pt x="78356" y="10014"/>
                    </a:lnTo>
                    <a:lnTo>
                      <a:pt x="78888" y="8175"/>
                    </a:lnTo>
                    <a:close/>
                    <a:moveTo>
                      <a:pt x="105456" y="8175"/>
                    </a:moveTo>
                    <a:lnTo>
                      <a:pt x="105619" y="10014"/>
                    </a:lnTo>
                    <a:lnTo>
                      <a:pt x="92662" y="10014"/>
                    </a:lnTo>
                    <a:lnTo>
                      <a:pt x="92662" y="8175"/>
                    </a:lnTo>
                    <a:close/>
                    <a:moveTo>
                      <a:pt x="118740" y="8175"/>
                    </a:moveTo>
                    <a:lnTo>
                      <a:pt x="119394" y="10014"/>
                    </a:lnTo>
                    <a:lnTo>
                      <a:pt x="106641" y="10014"/>
                    </a:lnTo>
                    <a:lnTo>
                      <a:pt x="106273" y="8175"/>
                    </a:lnTo>
                    <a:close/>
                    <a:moveTo>
                      <a:pt x="131819" y="8175"/>
                    </a:moveTo>
                    <a:lnTo>
                      <a:pt x="132678" y="10014"/>
                    </a:lnTo>
                    <a:lnTo>
                      <a:pt x="120252" y="10014"/>
                    </a:lnTo>
                    <a:lnTo>
                      <a:pt x="119557" y="8175"/>
                    </a:lnTo>
                    <a:close/>
                    <a:moveTo>
                      <a:pt x="144449" y="8175"/>
                    </a:moveTo>
                    <a:lnTo>
                      <a:pt x="145798" y="10014"/>
                    </a:lnTo>
                    <a:lnTo>
                      <a:pt x="133536" y="10014"/>
                    </a:lnTo>
                    <a:lnTo>
                      <a:pt x="132678" y="8175"/>
                    </a:lnTo>
                    <a:close/>
                    <a:moveTo>
                      <a:pt x="156875" y="8175"/>
                    </a:moveTo>
                    <a:lnTo>
                      <a:pt x="158388" y="10014"/>
                    </a:lnTo>
                    <a:lnTo>
                      <a:pt x="146657" y="10014"/>
                    </a:lnTo>
                    <a:lnTo>
                      <a:pt x="145308" y="8175"/>
                    </a:lnTo>
                    <a:close/>
                    <a:moveTo>
                      <a:pt x="157734" y="8175"/>
                    </a:moveTo>
                    <a:lnTo>
                      <a:pt x="170323" y="8339"/>
                    </a:lnTo>
                    <a:lnTo>
                      <a:pt x="172366" y="10014"/>
                    </a:lnTo>
                    <a:lnTo>
                      <a:pt x="159246" y="10014"/>
                    </a:lnTo>
                    <a:lnTo>
                      <a:pt x="157734" y="8175"/>
                    </a:lnTo>
                    <a:close/>
                    <a:moveTo>
                      <a:pt x="183280" y="8339"/>
                    </a:moveTo>
                    <a:lnTo>
                      <a:pt x="185487" y="10014"/>
                    </a:lnTo>
                    <a:lnTo>
                      <a:pt x="173061" y="10014"/>
                    </a:lnTo>
                    <a:lnTo>
                      <a:pt x="171181" y="8339"/>
                    </a:lnTo>
                    <a:close/>
                    <a:moveTo>
                      <a:pt x="172530" y="10219"/>
                    </a:moveTo>
                    <a:lnTo>
                      <a:pt x="174574" y="12058"/>
                    </a:lnTo>
                    <a:lnTo>
                      <a:pt x="161126" y="12058"/>
                    </a:lnTo>
                    <a:lnTo>
                      <a:pt x="159409" y="10219"/>
                    </a:lnTo>
                    <a:close/>
                    <a:moveTo>
                      <a:pt x="185814" y="10219"/>
                    </a:moveTo>
                    <a:lnTo>
                      <a:pt x="188226" y="12058"/>
                    </a:lnTo>
                    <a:lnTo>
                      <a:pt x="175432" y="12058"/>
                    </a:lnTo>
                    <a:lnTo>
                      <a:pt x="173388" y="10219"/>
                    </a:lnTo>
                    <a:close/>
                    <a:moveTo>
                      <a:pt x="77171" y="10219"/>
                    </a:moveTo>
                    <a:lnTo>
                      <a:pt x="76640" y="12263"/>
                    </a:lnTo>
                    <a:lnTo>
                      <a:pt x="62538" y="12263"/>
                    </a:lnTo>
                    <a:lnTo>
                      <a:pt x="63355" y="10219"/>
                    </a:lnTo>
                    <a:close/>
                    <a:moveTo>
                      <a:pt x="91640" y="10219"/>
                    </a:moveTo>
                    <a:lnTo>
                      <a:pt x="91477" y="12263"/>
                    </a:lnTo>
                    <a:lnTo>
                      <a:pt x="77661" y="12263"/>
                    </a:lnTo>
                    <a:lnTo>
                      <a:pt x="78193" y="10219"/>
                    </a:lnTo>
                    <a:close/>
                    <a:moveTo>
                      <a:pt x="105783" y="10219"/>
                    </a:moveTo>
                    <a:lnTo>
                      <a:pt x="105946" y="12263"/>
                    </a:lnTo>
                    <a:lnTo>
                      <a:pt x="92499" y="12263"/>
                    </a:lnTo>
                    <a:lnTo>
                      <a:pt x="92662" y="10219"/>
                    </a:lnTo>
                    <a:close/>
                    <a:moveTo>
                      <a:pt x="119394" y="10219"/>
                    </a:moveTo>
                    <a:lnTo>
                      <a:pt x="120089" y="12263"/>
                    </a:lnTo>
                    <a:lnTo>
                      <a:pt x="106968" y="12263"/>
                    </a:lnTo>
                    <a:lnTo>
                      <a:pt x="106641" y="10219"/>
                    </a:lnTo>
                    <a:close/>
                    <a:moveTo>
                      <a:pt x="132841" y="10219"/>
                    </a:moveTo>
                    <a:lnTo>
                      <a:pt x="133863" y="12263"/>
                    </a:lnTo>
                    <a:lnTo>
                      <a:pt x="120947" y="12263"/>
                    </a:lnTo>
                    <a:lnTo>
                      <a:pt x="120252" y="10219"/>
                    </a:lnTo>
                    <a:close/>
                    <a:moveTo>
                      <a:pt x="145962" y="10219"/>
                    </a:moveTo>
                    <a:lnTo>
                      <a:pt x="147147" y="12263"/>
                    </a:lnTo>
                    <a:lnTo>
                      <a:pt x="134721" y="12263"/>
                    </a:lnTo>
                    <a:lnTo>
                      <a:pt x="133700" y="10219"/>
                    </a:lnTo>
                    <a:close/>
                    <a:moveTo>
                      <a:pt x="158755" y="10219"/>
                    </a:moveTo>
                    <a:lnTo>
                      <a:pt x="160268" y="12058"/>
                    </a:lnTo>
                    <a:lnTo>
                      <a:pt x="148169" y="12263"/>
                    </a:lnTo>
                    <a:lnTo>
                      <a:pt x="146820" y="10219"/>
                    </a:lnTo>
                    <a:close/>
                    <a:moveTo>
                      <a:pt x="20111" y="10219"/>
                    </a:moveTo>
                    <a:lnTo>
                      <a:pt x="17740" y="12426"/>
                    </a:lnTo>
                    <a:lnTo>
                      <a:pt x="5110" y="12426"/>
                    </a:lnTo>
                    <a:lnTo>
                      <a:pt x="7849" y="10219"/>
                    </a:lnTo>
                    <a:close/>
                    <a:moveTo>
                      <a:pt x="34948" y="10219"/>
                    </a:moveTo>
                    <a:lnTo>
                      <a:pt x="33068" y="12426"/>
                    </a:lnTo>
                    <a:lnTo>
                      <a:pt x="18762" y="12426"/>
                    </a:lnTo>
                    <a:lnTo>
                      <a:pt x="21133" y="10219"/>
                    </a:lnTo>
                    <a:close/>
                    <a:moveTo>
                      <a:pt x="49417" y="10219"/>
                    </a:moveTo>
                    <a:lnTo>
                      <a:pt x="47864" y="12426"/>
                    </a:lnTo>
                    <a:lnTo>
                      <a:pt x="34090" y="12426"/>
                    </a:lnTo>
                    <a:lnTo>
                      <a:pt x="35970" y="10219"/>
                    </a:lnTo>
                    <a:close/>
                    <a:moveTo>
                      <a:pt x="62538" y="10219"/>
                    </a:moveTo>
                    <a:lnTo>
                      <a:pt x="61516" y="12263"/>
                    </a:lnTo>
                    <a:lnTo>
                      <a:pt x="48886" y="12426"/>
                    </a:lnTo>
                    <a:lnTo>
                      <a:pt x="50439" y="10219"/>
                    </a:lnTo>
                    <a:close/>
                    <a:moveTo>
                      <a:pt x="174737" y="12426"/>
                    </a:moveTo>
                    <a:lnTo>
                      <a:pt x="177149" y="14470"/>
                    </a:lnTo>
                    <a:lnTo>
                      <a:pt x="163333" y="14470"/>
                    </a:lnTo>
                    <a:lnTo>
                      <a:pt x="161453" y="12426"/>
                    </a:lnTo>
                    <a:close/>
                    <a:moveTo>
                      <a:pt x="188553" y="12426"/>
                    </a:moveTo>
                    <a:lnTo>
                      <a:pt x="191087" y="14470"/>
                    </a:lnTo>
                    <a:lnTo>
                      <a:pt x="178007" y="14470"/>
                    </a:lnTo>
                    <a:lnTo>
                      <a:pt x="175595" y="12426"/>
                    </a:lnTo>
                    <a:close/>
                    <a:moveTo>
                      <a:pt x="32700" y="12590"/>
                    </a:moveTo>
                    <a:lnTo>
                      <a:pt x="30656" y="14960"/>
                    </a:lnTo>
                    <a:lnTo>
                      <a:pt x="15860" y="14960"/>
                    </a:lnTo>
                    <a:lnTo>
                      <a:pt x="18394" y="12590"/>
                    </a:lnTo>
                    <a:close/>
                    <a:moveTo>
                      <a:pt x="47701" y="12590"/>
                    </a:moveTo>
                    <a:lnTo>
                      <a:pt x="46188" y="14960"/>
                    </a:lnTo>
                    <a:lnTo>
                      <a:pt x="31678" y="14960"/>
                    </a:lnTo>
                    <a:lnTo>
                      <a:pt x="33722" y="12590"/>
                    </a:lnTo>
                    <a:close/>
                    <a:moveTo>
                      <a:pt x="160636" y="12426"/>
                    </a:moveTo>
                    <a:lnTo>
                      <a:pt x="162311" y="14470"/>
                    </a:lnTo>
                    <a:lnTo>
                      <a:pt x="47210" y="14960"/>
                    </a:lnTo>
                    <a:lnTo>
                      <a:pt x="48723" y="12590"/>
                    </a:lnTo>
                    <a:lnTo>
                      <a:pt x="106968" y="12590"/>
                    </a:lnTo>
                    <a:lnTo>
                      <a:pt x="106968" y="12426"/>
                    </a:lnTo>
                    <a:lnTo>
                      <a:pt x="120089" y="12426"/>
                    </a:lnTo>
                    <a:lnTo>
                      <a:pt x="120089" y="12590"/>
                    </a:lnTo>
                    <a:lnTo>
                      <a:pt x="121110" y="12590"/>
                    </a:lnTo>
                    <a:lnTo>
                      <a:pt x="121110" y="12426"/>
                    </a:lnTo>
                    <a:lnTo>
                      <a:pt x="133863" y="12426"/>
                    </a:lnTo>
                    <a:lnTo>
                      <a:pt x="134067" y="12590"/>
                    </a:lnTo>
                    <a:lnTo>
                      <a:pt x="134885" y="12590"/>
                    </a:lnTo>
                    <a:lnTo>
                      <a:pt x="134885" y="12426"/>
                    </a:lnTo>
                    <a:lnTo>
                      <a:pt x="147352" y="12426"/>
                    </a:lnTo>
                    <a:lnTo>
                      <a:pt x="147515" y="12590"/>
                    </a:lnTo>
                    <a:lnTo>
                      <a:pt x="148373" y="12590"/>
                    </a:lnTo>
                    <a:lnTo>
                      <a:pt x="148373" y="12426"/>
                    </a:lnTo>
                    <a:close/>
                    <a:moveTo>
                      <a:pt x="17372" y="12590"/>
                    </a:moveTo>
                    <a:lnTo>
                      <a:pt x="14675" y="14960"/>
                    </a:lnTo>
                    <a:lnTo>
                      <a:pt x="1554" y="15124"/>
                    </a:lnTo>
                    <a:lnTo>
                      <a:pt x="4783" y="12753"/>
                    </a:lnTo>
                    <a:lnTo>
                      <a:pt x="17372" y="12590"/>
                    </a:lnTo>
                    <a:close/>
                    <a:moveTo>
                      <a:pt x="20111" y="0"/>
                    </a:moveTo>
                    <a:lnTo>
                      <a:pt x="1" y="15328"/>
                    </a:lnTo>
                    <a:lnTo>
                      <a:pt x="31515" y="15328"/>
                    </a:lnTo>
                    <a:lnTo>
                      <a:pt x="45984" y="15124"/>
                    </a:lnTo>
                    <a:lnTo>
                      <a:pt x="45821" y="15328"/>
                    </a:lnTo>
                    <a:lnTo>
                      <a:pt x="47006" y="15328"/>
                    </a:lnTo>
                    <a:lnTo>
                      <a:pt x="47006" y="15124"/>
                    </a:lnTo>
                    <a:lnTo>
                      <a:pt x="192313" y="14633"/>
                    </a:lnTo>
                    <a:lnTo>
                      <a:pt x="175105" y="1349"/>
                    </a:lnTo>
                    <a:lnTo>
                      <a:pt x="163333" y="1186"/>
                    </a:lnTo>
                    <a:lnTo>
                      <a:pt x="162679" y="1186"/>
                    </a:lnTo>
                    <a:lnTo>
                      <a:pt x="151235" y="1022"/>
                    </a:lnTo>
                    <a:lnTo>
                      <a:pt x="139340" y="1022"/>
                    </a:lnTo>
                    <a:lnTo>
                      <a:pt x="128754" y="818"/>
                    </a:lnTo>
                    <a:lnTo>
                      <a:pt x="116328" y="818"/>
                    </a:lnTo>
                    <a:lnTo>
                      <a:pt x="105251" y="654"/>
                    </a:lnTo>
                    <a:lnTo>
                      <a:pt x="104597" y="654"/>
                    </a:lnTo>
                    <a:lnTo>
                      <a:pt x="93194" y="491"/>
                    </a:lnTo>
                    <a:lnTo>
                      <a:pt x="80073" y="491"/>
                    </a:lnTo>
                    <a:lnTo>
                      <a:pt x="68301" y="327"/>
                    </a:lnTo>
                    <a:lnTo>
                      <a:pt x="67443" y="327"/>
                    </a:lnTo>
                    <a:lnTo>
                      <a:pt x="20111"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4" name="Google Shape;74;p2"/>
            <p:cNvGrpSpPr/>
            <p:nvPr/>
          </p:nvGrpSpPr>
          <p:grpSpPr>
            <a:xfrm>
              <a:off x="904874" y="328675"/>
              <a:ext cx="7315554" cy="4024396"/>
              <a:chOff x="992433" y="538196"/>
              <a:chExt cx="7139913" cy="4021179"/>
            </a:xfrm>
          </p:grpSpPr>
          <p:sp>
            <p:nvSpPr>
              <p:cNvPr id="75" name="Google Shape;75;p2"/>
              <p:cNvSpPr/>
              <p:nvPr/>
            </p:nvSpPr>
            <p:spPr>
              <a:xfrm>
                <a:off x="992433" y="538196"/>
                <a:ext cx="7139815" cy="4021171"/>
              </a:xfrm>
              <a:custGeom>
                <a:rect b="b" l="l" r="r" t="t"/>
                <a:pathLst>
                  <a:path extrusionOk="0" h="82566" w="139504">
                    <a:moveTo>
                      <a:pt x="8871" y="0"/>
                    </a:moveTo>
                    <a:cubicBezTo>
                      <a:pt x="3925" y="0"/>
                      <a:pt x="1" y="4088"/>
                      <a:pt x="1" y="8829"/>
                    </a:cubicBezTo>
                    <a:lnTo>
                      <a:pt x="1" y="73573"/>
                    </a:lnTo>
                    <a:cubicBezTo>
                      <a:pt x="1" y="78478"/>
                      <a:pt x="3925" y="82566"/>
                      <a:pt x="8871" y="82566"/>
                    </a:cubicBezTo>
                    <a:lnTo>
                      <a:pt x="130471" y="82566"/>
                    </a:lnTo>
                    <a:cubicBezTo>
                      <a:pt x="135416" y="82566"/>
                      <a:pt x="139504" y="78478"/>
                      <a:pt x="139504" y="73573"/>
                    </a:cubicBezTo>
                    <a:lnTo>
                      <a:pt x="139504" y="8829"/>
                    </a:lnTo>
                    <a:cubicBezTo>
                      <a:pt x="139504" y="4088"/>
                      <a:pt x="135416" y="0"/>
                      <a:pt x="13047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2"/>
              <p:cNvSpPr/>
              <p:nvPr/>
            </p:nvSpPr>
            <p:spPr>
              <a:xfrm>
                <a:off x="1237231" y="669547"/>
                <a:ext cx="6641936" cy="3758421"/>
              </a:xfrm>
              <a:custGeom>
                <a:rect b="b" l="l" r="r" t="t"/>
                <a:pathLst>
                  <a:path extrusionOk="0" h="77171" w="129776">
                    <a:moveTo>
                      <a:pt x="121232" y="696"/>
                    </a:moveTo>
                    <a:cubicBezTo>
                      <a:pt x="123480" y="696"/>
                      <a:pt x="125320" y="1554"/>
                      <a:pt x="126873" y="3066"/>
                    </a:cubicBezTo>
                    <a:cubicBezTo>
                      <a:pt x="128222" y="4456"/>
                      <a:pt x="129080" y="6500"/>
                      <a:pt x="129080" y="8543"/>
                    </a:cubicBezTo>
                    <a:lnTo>
                      <a:pt x="129080" y="68465"/>
                    </a:lnTo>
                    <a:cubicBezTo>
                      <a:pt x="129080" y="70672"/>
                      <a:pt x="128222" y="72716"/>
                      <a:pt x="126873" y="74105"/>
                    </a:cubicBezTo>
                    <a:cubicBezTo>
                      <a:pt x="125320" y="75454"/>
                      <a:pt x="123480" y="76476"/>
                      <a:pt x="121232" y="76476"/>
                    </a:cubicBezTo>
                    <a:lnTo>
                      <a:pt x="8665" y="76476"/>
                    </a:lnTo>
                    <a:cubicBezTo>
                      <a:pt x="6458" y="76476"/>
                      <a:pt x="4415" y="75454"/>
                      <a:pt x="3066" y="74105"/>
                    </a:cubicBezTo>
                    <a:cubicBezTo>
                      <a:pt x="1676" y="72716"/>
                      <a:pt x="654" y="70672"/>
                      <a:pt x="654" y="68465"/>
                    </a:cubicBezTo>
                    <a:lnTo>
                      <a:pt x="654" y="8543"/>
                    </a:lnTo>
                    <a:cubicBezTo>
                      <a:pt x="654" y="6500"/>
                      <a:pt x="1676" y="4456"/>
                      <a:pt x="3066" y="3066"/>
                    </a:cubicBezTo>
                    <a:cubicBezTo>
                      <a:pt x="4415" y="1554"/>
                      <a:pt x="6458" y="696"/>
                      <a:pt x="8665" y="696"/>
                    </a:cubicBezTo>
                    <a:close/>
                    <a:moveTo>
                      <a:pt x="8665" y="1"/>
                    </a:moveTo>
                    <a:cubicBezTo>
                      <a:pt x="3924" y="1"/>
                      <a:pt x="0" y="3925"/>
                      <a:pt x="0" y="8543"/>
                    </a:cubicBezTo>
                    <a:lnTo>
                      <a:pt x="0" y="68465"/>
                    </a:lnTo>
                    <a:cubicBezTo>
                      <a:pt x="0" y="73247"/>
                      <a:pt x="3924" y="77171"/>
                      <a:pt x="8665" y="77171"/>
                    </a:cubicBezTo>
                    <a:lnTo>
                      <a:pt x="121232" y="77171"/>
                    </a:lnTo>
                    <a:cubicBezTo>
                      <a:pt x="126015" y="77171"/>
                      <a:pt x="129775" y="73247"/>
                      <a:pt x="129775" y="68465"/>
                    </a:cubicBezTo>
                    <a:lnTo>
                      <a:pt x="129775" y="8543"/>
                    </a:lnTo>
                    <a:cubicBezTo>
                      <a:pt x="129775" y="3925"/>
                      <a:pt x="126015" y="1"/>
                      <a:pt x="12123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2"/>
              <p:cNvSpPr/>
              <p:nvPr/>
            </p:nvSpPr>
            <p:spPr>
              <a:xfrm>
                <a:off x="992433" y="2437258"/>
                <a:ext cx="1255241" cy="1293977"/>
              </a:xfrm>
              <a:custGeom>
                <a:rect b="b" l="l" r="r" t="t"/>
                <a:pathLst>
                  <a:path extrusionOk="0" h="26569" w="24526">
                    <a:moveTo>
                      <a:pt x="1" y="1"/>
                    </a:moveTo>
                    <a:lnTo>
                      <a:pt x="1" y="4252"/>
                    </a:lnTo>
                    <a:lnTo>
                      <a:pt x="4783" y="9034"/>
                    </a:lnTo>
                    <a:lnTo>
                      <a:pt x="4783" y="4947"/>
                    </a:lnTo>
                    <a:lnTo>
                      <a:pt x="1" y="1"/>
                    </a:lnTo>
                    <a:close/>
                    <a:moveTo>
                      <a:pt x="5437" y="5601"/>
                    </a:moveTo>
                    <a:lnTo>
                      <a:pt x="5437" y="9688"/>
                    </a:lnTo>
                    <a:lnTo>
                      <a:pt x="21787" y="26038"/>
                    </a:lnTo>
                    <a:cubicBezTo>
                      <a:pt x="22155" y="26405"/>
                      <a:pt x="22482" y="26569"/>
                      <a:pt x="22809" y="26569"/>
                    </a:cubicBezTo>
                    <a:cubicBezTo>
                      <a:pt x="23340" y="26569"/>
                      <a:pt x="23667" y="26405"/>
                      <a:pt x="24035" y="26038"/>
                    </a:cubicBezTo>
                    <a:cubicBezTo>
                      <a:pt x="24525" y="25547"/>
                      <a:pt x="24525" y="24525"/>
                      <a:pt x="24035" y="23994"/>
                    </a:cubicBezTo>
                    <a:lnTo>
                      <a:pt x="5437" y="5601"/>
                    </a:ln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2"/>
              <p:cNvSpPr/>
              <p:nvPr/>
            </p:nvSpPr>
            <p:spPr>
              <a:xfrm>
                <a:off x="992433" y="2080949"/>
                <a:ext cx="872414" cy="927685"/>
              </a:xfrm>
              <a:custGeom>
                <a:rect b="b" l="l" r="r" t="t"/>
                <a:pathLst>
                  <a:path extrusionOk="0" h="19048" w="17046">
                    <a:moveTo>
                      <a:pt x="1" y="0"/>
                    </a:moveTo>
                    <a:lnTo>
                      <a:pt x="1" y="4088"/>
                    </a:lnTo>
                    <a:lnTo>
                      <a:pt x="4783" y="8993"/>
                    </a:lnTo>
                    <a:lnTo>
                      <a:pt x="4783" y="4742"/>
                    </a:lnTo>
                    <a:lnTo>
                      <a:pt x="1" y="0"/>
                    </a:lnTo>
                    <a:close/>
                    <a:moveTo>
                      <a:pt x="5437" y="5437"/>
                    </a:moveTo>
                    <a:lnTo>
                      <a:pt x="5437" y="9688"/>
                    </a:lnTo>
                    <a:lnTo>
                      <a:pt x="14470" y="18557"/>
                    </a:lnTo>
                    <a:cubicBezTo>
                      <a:pt x="14634" y="18884"/>
                      <a:pt x="15165" y="19048"/>
                      <a:pt x="15492" y="19048"/>
                    </a:cubicBezTo>
                    <a:cubicBezTo>
                      <a:pt x="15860" y="19048"/>
                      <a:pt x="16187" y="18884"/>
                      <a:pt x="16514" y="18557"/>
                    </a:cubicBezTo>
                    <a:cubicBezTo>
                      <a:pt x="17045" y="18026"/>
                      <a:pt x="17045" y="17004"/>
                      <a:pt x="16514" y="16514"/>
                    </a:cubicBezTo>
                    <a:lnTo>
                      <a:pt x="5437" y="5437"/>
                    </a:ln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2"/>
              <p:cNvSpPr/>
              <p:nvPr/>
            </p:nvSpPr>
            <p:spPr>
              <a:xfrm>
                <a:off x="5795597" y="538196"/>
                <a:ext cx="1018840" cy="770425"/>
              </a:xfrm>
              <a:custGeom>
                <a:rect b="b" l="l" r="r" t="t"/>
                <a:pathLst>
                  <a:path extrusionOk="0" h="15819" w="19907">
                    <a:moveTo>
                      <a:pt x="1" y="0"/>
                    </a:moveTo>
                    <a:lnTo>
                      <a:pt x="3066" y="2698"/>
                    </a:lnTo>
                    <a:lnTo>
                      <a:pt x="7481" y="2698"/>
                    </a:lnTo>
                    <a:lnTo>
                      <a:pt x="4415" y="0"/>
                    </a:lnTo>
                    <a:close/>
                    <a:moveTo>
                      <a:pt x="3924" y="3393"/>
                    </a:moveTo>
                    <a:lnTo>
                      <a:pt x="17209" y="15491"/>
                    </a:lnTo>
                    <a:cubicBezTo>
                      <a:pt x="17536" y="15655"/>
                      <a:pt x="17863" y="15818"/>
                      <a:pt x="18230" y="15818"/>
                    </a:cubicBezTo>
                    <a:cubicBezTo>
                      <a:pt x="18557" y="15818"/>
                      <a:pt x="19089" y="15655"/>
                      <a:pt x="19252" y="15328"/>
                    </a:cubicBezTo>
                    <a:cubicBezTo>
                      <a:pt x="19906" y="14633"/>
                      <a:pt x="19743" y="13775"/>
                      <a:pt x="19252" y="13284"/>
                    </a:cubicBezTo>
                    <a:lnTo>
                      <a:pt x="8339" y="3393"/>
                    </a:ln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2"/>
              <p:cNvSpPr/>
              <p:nvPr/>
            </p:nvSpPr>
            <p:spPr>
              <a:xfrm>
                <a:off x="2387775" y="3862589"/>
                <a:ext cx="922622" cy="696787"/>
              </a:xfrm>
              <a:custGeom>
                <a:rect b="b" l="l" r="r" t="t"/>
                <a:pathLst>
                  <a:path extrusionOk="0" h="14307" w="18027">
                    <a:moveTo>
                      <a:pt x="1677" y="1"/>
                    </a:moveTo>
                    <a:cubicBezTo>
                      <a:pt x="1186" y="1"/>
                      <a:pt x="859" y="205"/>
                      <a:pt x="491" y="532"/>
                    </a:cubicBezTo>
                    <a:cubicBezTo>
                      <a:pt x="1" y="1227"/>
                      <a:pt x="1" y="2044"/>
                      <a:pt x="655" y="2576"/>
                    </a:cubicBezTo>
                    <a:lnTo>
                      <a:pt x="9688" y="10914"/>
                    </a:lnTo>
                    <a:lnTo>
                      <a:pt x="14143" y="10914"/>
                    </a:lnTo>
                    <a:lnTo>
                      <a:pt x="2535" y="368"/>
                    </a:lnTo>
                    <a:cubicBezTo>
                      <a:pt x="2372" y="205"/>
                      <a:pt x="2045" y="1"/>
                      <a:pt x="1677" y="1"/>
                    </a:cubicBezTo>
                    <a:close/>
                    <a:moveTo>
                      <a:pt x="10546" y="11609"/>
                    </a:moveTo>
                    <a:lnTo>
                      <a:pt x="13612" y="14307"/>
                    </a:lnTo>
                    <a:lnTo>
                      <a:pt x="18026" y="14307"/>
                    </a:lnTo>
                    <a:lnTo>
                      <a:pt x="14961" y="11609"/>
                    </a:ln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2"/>
              <p:cNvSpPr/>
              <p:nvPr/>
            </p:nvSpPr>
            <p:spPr>
              <a:xfrm>
                <a:off x="2919134" y="3972072"/>
                <a:ext cx="792932" cy="587303"/>
              </a:xfrm>
              <a:custGeom>
                <a:rect b="b" l="l" r="r" t="t"/>
                <a:pathLst>
                  <a:path extrusionOk="0" h="12059" w="15493">
                    <a:moveTo>
                      <a:pt x="1718" y="1"/>
                    </a:moveTo>
                    <a:cubicBezTo>
                      <a:pt x="1186" y="1"/>
                      <a:pt x="859" y="164"/>
                      <a:pt x="491" y="491"/>
                    </a:cubicBezTo>
                    <a:cubicBezTo>
                      <a:pt x="1" y="1186"/>
                      <a:pt x="1" y="2044"/>
                      <a:pt x="696" y="2535"/>
                    </a:cubicBezTo>
                    <a:lnTo>
                      <a:pt x="7317" y="8666"/>
                    </a:lnTo>
                    <a:lnTo>
                      <a:pt x="11732" y="8666"/>
                    </a:lnTo>
                    <a:lnTo>
                      <a:pt x="2535" y="328"/>
                    </a:lnTo>
                    <a:cubicBezTo>
                      <a:pt x="2372" y="164"/>
                      <a:pt x="2045" y="1"/>
                      <a:pt x="1718" y="1"/>
                    </a:cubicBezTo>
                    <a:close/>
                    <a:moveTo>
                      <a:pt x="8012" y="9361"/>
                    </a:moveTo>
                    <a:lnTo>
                      <a:pt x="11078" y="12059"/>
                    </a:lnTo>
                    <a:lnTo>
                      <a:pt x="15492" y="12059"/>
                    </a:lnTo>
                    <a:lnTo>
                      <a:pt x="12427" y="9361"/>
                    </a:ln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2"/>
              <p:cNvSpPr/>
              <p:nvPr/>
            </p:nvSpPr>
            <p:spPr>
              <a:xfrm>
                <a:off x="5402324" y="538196"/>
                <a:ext cx="803321" cy="587255"/>
              </a:xfrm>
              <a:custGeom>
                <a:rect b="b" l="l" r="r" t="t"/>
                <a:pathLst>
                  <a:path extrusionOk="0" h="12058" w="15696">
                    <a:moveTo>
                      <a:pt x="0" y="0"/>
                    </a:moveTo>
                    <a:lnTo>
                      <a:pt x="3066" y="2698"/>
                    </a:lnTo>
                    <a:lnTo>
                      <a:pt x="7521" y="2698"/>
                    </a:lnTo>
                    <a:lnTo>
                      <a:pt x="4456" y="0"/>
                    </a:lnTo>
                    <a:close/>
                    <a:moveTo>
                      <a:pt x="3761" y="3393"/>
                    </a:moveTo>
                    <a:lnTo>
                      <a:pt x="12957" y="11731"/>
                    </a:lnTo>
                    <a:cubicBezTo>
                      <a:pt x="13284" y="11894"/>
                      <a:pt x="13652" y="12058"/>
                      <a:pt x="13979" y="12058"/>
                    </a:cubicBezTo>
                    <a:cubicBezTo>
                      <a:pt x="14511" y="12058"/>
                      <a:pt x="14838" y="11894"/>
                      <a:pt x="15165" y="11567"/>
                    </a:cubicBezTo>
                    <a:cubicBezTo>
                      <a:pt x="15696" y="11036"/>
                      <a:pt x="15696" y="10014"/>
                      <a:pt x="15001" y="9524"/>
                    </a:cubicBezTo>
                    <a:lnTo>
                      <a:pt x="8175" y="3393"/>
                    </a:ln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2"/>
              <p:cNvSpPr/>
              <p:nvPr/>
            </p:nvSpPr>
            <p:spPr>
              <a:xfrm>
                <a:off x="6519396" y="538196"/>
                <a:ext cx="1167365" cy="895834"/>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2"/>
              <p:cNvSpPr/>
              <p:nvPr/>
            </p:nvSpPr>
            <p:spPr>
              <a:xfrm>
                <a:off x="7320631" y="777083"/>
                <a:ext cx="811715" cy="788347"/>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2"/>
              <p:cNvSpPr/>
              <p:nvPr/>
            </p:nvSpPr>
            <p:spPr>
              <a:xfrm>
                <a:off x="992433" y="3464445"/>
                <a:ext cx="811766" cy="788347"/>
              </a:xfrm>
              <a:custGeom>
                <a:rect b="b" l="l" r="r" t="t"/>
                <a:pathLst>
                  <a:path extrusionOk="0" h="16187" w="15861">
                    <a:moveTo>
                      <a:pt x="1" y="1"/>
                    </a:moveTo>
                    <a:lnTo>
                      <a:pt x="1" y="3925"/>
                    </a:lnTo>
                    <a:lnTo>
                      <a:pt x="13121" y="15860"/>
                    </a:lnTo>
                    <a:cubicBezTo>
                      <a:pt x="13448" y="16023"/>
                      <a:pt x="13816" y="16187"/>
                      <a:pt x="14143" y="16187"/>
                    </a:cubicBezTo>
                    <a:cubicBezTo>
                      <a:pt x="14470" y="16187"/>
                      <a:pt x="15002" y="16023"/>
                      <a:pt x="15165" y="15696"/>
                    </a:cubicBezTo>
                    <a:cubicBezTo>
                      <a:pt x="15860" y="15165"/>
                      <a:pt x="15656" y="14143"/>
                      <a:pt x="15165" y="13653"/>
                    </a:cubicBezTo>
                    <a:lnTo>
                      <a:pt x="1" y="1"/>
                    </a:ln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2"/>
              <p:cNvSpPr/>
              <p:nvPr/>
            </p:nvSpPr>
            <p:spPr>
              <a:xfrm>
                <a:off x="1438064" y="3597841"/>
                <a:ext cx="1236355" cy="961533"/>
              </a:xfrm>
              <a:custGeom>
                <a:rect b="b" l="l" r="r" t="t"/>
                <a:pathLst>
                  <a:path extrusionOk="0" h="19743" w="24157">
                    <a:moveTo>
                      <a:pt x="1676" y="0"/>
                    </a:moveTo>
                    <a:cubicBezTo>
                      <a:pt x="1185" y="0"/>
                      <a:pt x="818" y="164"/>
                      <a:pt x="491" y="532"/>
                    </a:cubicBezTo>
                    <a:cubicBezTo>
                      <a:pt x="0" y="1022"/>
                      <a:pt x="0" y="2044"/>
                      <a:pt x="654" y="2575"/>
                    </a:cubicBezTo>
                    <a:lnTo>
                      <a:pt x="19742" y="19743"/>
                    </a:lnTo>
                    <a:lnTo>
                      <a:pt x="24157" y="19743"/>
                    </a:lnTo>
                    <a:lnTo>
                      <a:pt x="2534" y="327"/>
                    </a:lnTo>
                    <a:cubicBezTo>
                      <a:pt x="2371" y="0"/>
                      <a:pt x="2044" y="0"/>
                      <a:pt x="1676"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87" name="Google Shape;87;p2"/>
          <p:cNvGrpSpPr/>
          <p:nvPr/>
        </p:nvGrpSpPr>
        <p:grpSpPr>
          <a:xfrm>
            <a:off x="4385190" y="148199"/>
            <a:ext cx="373622" cy="90485"/>
            <a:chOff x="4685288" y="186288"/>
            <a:chExt cx="419375" cy="90485"/>
          </a:xfrm>
        </p:grpSpPr>
        <p:sp>
          <p:nvSpPr>
            <p:cNvPr id="88" name="Google Shape;88;p2"/>
            <p:cNvSpPr/>
            <p:nvPr/>
          </p:nvSpPr>
          <p:spPr>
            <a:xfrm>
              <a:off x="4687513" y="186288"/>
              <a:ext cx="414900" cy="822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9" name="Google Shape;89;p2"/>
            <p:cNvGrpSpPr/>
            <p:nvPr/>
          </p:nvGrpSpPr>
          <p:grpSpPr>
            <a:xfrm>
              <a:off x="4685288" y="186300"/>
              <a:ext cx="419375" cy="90473"/>
              <a:chOff x="4390000" y="182175"/>
              <a:chExt cx="419375" cy="90473"/>
            </a:xfrm>
          </p:grpSpPr>
          <p:sp>
            <p:nvSpPr>
              <p:cNvPr id="90" name="Google Shape;90;p2"/>
              <p:cNvSpPr/>
              <p:nvPr/>
            </p:nvSpPr>
            <p:spPr>
              <a:xfrm>
                <a:off x="4390000" y="182175"/>
                <a:ext cx="419375" cy="90473"/>
              </a:xfrm>
              <a:custGeom>
                <a:rect b="b" l="l" r="r" t="t"/>
                <a:pathLst>
                  <a:path extrusionOk="0" h="1906" w="8835">
                    <a:moveTo>
                      <a:pt x="7882" y="155"/>
                    </a:moveTo>
                    <a:cubicBezTo>
                      <a:pt x="8323" y="155"/>
                      <a:pt x="8680" y="512"/>
                      <a:pt x="8680" y="953"/>
                    </a:cubicBezTo>
                    <a:cubicBezTo>
                      <a:pt x="8680" y="1393"/>
                      <a:pt x="8323" y="1750"/>
                      <a:pt x="7882" y="1750"/>
                    </a:cubicBezTo>
                    <a:lnTo>
                      <a:pt x="953" y="1750"/>
                    </a:lnTo>
                    <a:cubicBezTo>
                      <a:pt x="512" y="1750"/>
                      <a:pt x="155" y="1393"/>
                      <a:pt x="155" y="953"/>
                    </a:cubicBezTo>
                    <a:cubicBezTo>
                      <a:pt x="155" y="512"/>
                      <a:pt x="512" y="155"/>
                      <a:pt x="953" y="155"/>
                    </a:cubicBezTo>
                    <a:close/>
                    <a:moveTo>
                      <a:pt x="953" y="0"/>
                    </a:moveTo>
                    <a:cubicBezTo>
                      <a:pt x="429" y="0"/>
                      <a:pt x="0" y="429"/>
                      <a:pt x="0" y="953"/>
                    </a:cubicBezTo>
                    <a:cubicBezTo>
                      <a:pt x="0" y="1476"/>
                      <a:pt x="429" y="1905"/>
                      <a:pt x="953" y="1905"/>
                    </a:cubicBezTo>
                    <a:lnTo>
                      <a:pt x="7882" y="1905"/>
                    </a:lnTo>
                    <a:cubicBezTo>
                      <a:pt x="8406" y="1905"/>
                      <a:pt x="8835" y="1476"/>
                      <a:pt x="8835" y="953"/>
                    </a:cubicBezTo>
                    <a:cubicBezTo>
                      <a:pt x="8835" y="429"/>
                      <a:pt x="8406" y="0"/>
                      <a:pt x="7882"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2"/>
              <p:cNvSpPr/>
              <p:nvPr/>
            </p:nvSpPr>
            <p:spPr>
              <a:xfrm>
                <a:off x="4464048" y="201352"/>
                <a:ext cx="52024" cy="52072"/>
              </a:xfrm>
              <a:custGeom>
                <a:rect b="b" l="l" r="r" t="t"/>
                <a:pathLst>
                  <a:path extrusionOk="0" h="1097" w="1096">
                    <a:moveTo>
                      <a:pt x="548" y="144"/>
                    </a:moveTo>
                    <a:cubicBezTo>
                      <a:pt x="774" y="144"/>
                      <a:pt x="953" y="322"/>
                      <a:pt x="953" y="549"/>
                    </a:cubicBezTo>
                    <a:cubicBezTo>
                      <a:pt x="953" y="763"/>
                      <a:pt x="774" y="941"/>
                      <a:pt x="548" y="941"/>
                    </a:cubicBezTo>
                    <a:cubicBezTo>
                      <a:pt x="333" y="941"/>
                      <a:pt x="155" y="763"/>
                      <a:pt x="155" y="549"/>
                    </a:cubicBezTo>
                    <a:cubicBezTo>
                      <a:pt x="155" y="322"/>
                      <a:pt x="333" y="144"/>
                      <a:pt x="548" y="144"/>
                    </a:cubicBezTo>
                    <a:close/>
                    <a:moveTo>
                      <a:pt x="548" y="1"/>
                    </a:moveTo>
                    <a:cubicBezTo>
                      <a:pt x="250" y="1"/>
                      <a:pt x="0" y="251"/>
                      <a:pt x="0" y="549"/>
                    </a:cubicBezTo>
                    <a:cubicBezTo>
                      <a:pt x="0" y="846"/>
                      <a:pt x="250" y="1096"/>
                      <a:pt x="548" y="1096"/>
                    </a:cubicBezTo>
                    <a:cubicBezTo>
                      <a:pt x="845" y="1096"/>
                      <a:pt x="1095" y="846"/>
                      <a:pt x="1095" y="549"/>
                    </a:cubicBezTo>
                    <a:cubicBezTo>
                      <a:pt x="1095" y="251"/>
                      <a:pt x="845" y="1"/>
                      <a:pt x="54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92" name="Google Shape;92;p2"/>
          <p:cNvSpPr txBox="1"/>
          <p:nvPr>
            <p:ph type="ctrTitle"/>
          </p:nvPr>
        </p:nvSpPr>
        <p:spPr>
          <a:xfrm>
            <a:off x="1896300" y="1379375"/>
            <a:ext cx="5351400" cy="13701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accent5"/>
              </a:buClr>
              <a:buSzPts val="5200"/>
              <a:buNone/>
              <a:defRPr sz="3400">
                <a:solidFill>
                  <a:schemeClr val="accent5"/>
                </a:solidFill>
                <a:latin typeface="Aldrich"/>
                <a:ea typeface="Aldrich"/>
                <a:cs typeface="Aldrich"/>
                <a:sym typeface="Aldrich"/>
              </a:defRPr>
            </a:lvl1pPr>
            <a:lvl2pPr lvl="1" algn="ctr">
              <a:spcBef>
                <a:spcPts val="0"/>
              </a:spcBef>
              <a:spcAft>
                <a:spcPts val="0"/>
              </a:spcAft>
              <a:buClr>
                <a:schemeClr val="accent5"/>
              </a:buClr>
              <a:buSzPts val="5200"/>
              <a:buNone/>
              <a:defRPr sz="5200">
                <a:solidFill>
                  <a:schemeClr val="accent5"/>
                </a:solidFill>
              </a:defRPr>
            </a:lvl2pPr>
            <a:lvl3pPr lvl="2" algn="ctr">
              <a:spcBef>
                <a:spcPts val="0"/>
              </a:spcBef>
              <a:spcAft>
                <a:spcPts val="0"/>
              </a:spcAft>
              <a:buClr>
                <a:schemeClr val="accent5"/>
              </a:buClr>
              <a:buSzPts val="5200"/>
              <a:buNone/>
              <a:defRPr sz="5200">
                <a:solidFill>
                  <a:schemeClr val="accent5"/>
                </a:solidFill>
              </a:defRPr>
            </a:lvl3pPr>
            <a:lvl4pPr lvl="3" algn="ctr">
              <a:spcBef>
                <a:spcPts val="0"/>
              </a:spcBef>
              <a:spcAft>
                <a:spcPts val="0"/>
              </a:spcAft>
              <a:buClr>
                <a:schemeClr val="accent5"/>
              </a:buClr>
              <a:buSzPts val="5200"/>
              <a:buNone/>
              <a:defRPr sz="5200">
                <a:solidFill>
                  <a:schemeClr val="accent5"/>
                </a:solidFill>
              </a:defRPr>
            </a:lvl4pPr>
            <a:lvl5pPr lvl="4" algn="ctr">
              <a:spcBef>
                <a:spcPts val="0"/>
              </a:spcBef>
              <a:spcAft>
                <a:spcPts val="0"/>
              </a:spcAft>
              <a:buClr>
                <a:schemeClr val="accent5"/>
              </a:buClr>
              <a:buSzPts val="5200"/>
              <a:buNone/>
              <a:defRPr sz="5200">
                <a:solidFill>
                  <a:schemeClr val="accent5"/>
                </a:solidFill>
              </a:defRPr>
            </a:lvl5pPr>
            <a:lvl6pPr lvl="5" algn="ctr">
              <a:spcBef>
                <a:spcPts val="0"/>
              </a:spcBef>
              <a:spcAft>
                <a:spcPts val="0"/>
              </a:spcAft>
              <a:buClr>
                <a:schemeClr val="accent5"/>
              </a:buClr>
              <a:buSzPts val="5200"/>
              <a:buNone/>
              <a:defRPr sz="5200">
                <a:solidFill>
                  <a:schemeClr val="accent5"/>
                </a:solidFill>
              </a:defRPr>
            </a:lvl6pPr>
            <a:lvl7pPr lvl="6" algn="ctr">
              <a:spcBef>
                <a:spcPts val="0"/>
              </a:spcBef>
              <a:spcAft>
                <a:spcPts val="0"/>
              </a:spcAft>
              <a:buClr>
                <a:schemeClr val="accent5"/>
              </a:buClr>
              <a:buSzPts val="5200"/>
              <a:buNone/>
              <a:defRPr sz="5200">
                <a:solidFill>
                  <a:schemeClr val="accent5"/>
                </a:solidFill>
              </a:defRPr>
            </a:lvl7pPr>
            <a:lvl8pPr lvl="7" algn="ctr">
              <a:spcBef>
                <a:spcPts val="0"/>
              </a:spcBef>
              <a:spcAft>
                <a:spcPts val="0"/>
              </a:spcAft>
              <a:buClr>
                <a:schemeClr val="accent5"/>
              </a:buClr>
              <a:buSzPts val="5200"/>
              <a:buNone/>
              <a:defRPr sz="5200">
                <a:solidFill>
                  <a:schemeClr val="accent5"/>
                </a:solidFill>
              </a:defRPr>
            </a:lvl8pPr>
            <a:lvl9pPr lvl="8" algn="ctr">
              <a:spcBef>
                <a:spcPts val="0"/>
              </a:spcBef>
              <a:spcAft>
                <a:spcPts val="0"/>
              </a:spcAft>
              <a:buClr>
                <a:schemeClr val="accent5"/>
              </a:buClr>
              <a:buSzPts val="5200"/>
              <a:buNone/>
              <a:defRPr sz="5200">
                <a:solidFill>
                  <a:schemeClr val="accent5"/>
                </a:solidFill>
              </a:defRPr>
            </a:lvl9pPr>
          </a:lstStyle>
          <a:p/>
        </p:txBody>
      </p:sp>
      <p:sp>
        <p:nvSpPr>
          <p:cNvPr id="93" name="Google Shape;93;p2"/>
          <p:cNvSpPr txBox="1"/>
          <p:nvPr>
            <p:ph idx="1" type="subTitle"/>
          </p:nvPr>
        </p:nvSpPr>
        <p:spPr>
          <a:xfrm>
            <a:off x="2254050" y="2862700"/>
            <a:ext cx="46359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600"/>
              <a:buNone/>
              <a:defRPr sz="1600">
                <a:latin typeface="Century Gothic"/>
                <a:ea typeface="Century Gothic"/>
                <a:cs typeface="Century Gothic"/>
                <a:sym typeface="Century Gothic"/>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grpSp>
        <p:nvGrpSpPr>
          <p:cNvPr id="94" name="Google Shape;94;p2"/>
          <p:cNvGrpSpPr/>
          <p:nvPr/>
        </p:nvGrpSpPr>
        <p:grpSpPr>
          <a:xfrm rot="-230834">
            <a:off x="414418" y="301686"/>
            <a:ext cx="1386005" cy="2705399"/>
            <a:chOff x="409722" y="228600"/>
            <a:chExt cx="1385931" cy="2705253"/>
          </a:xfrm>
        </p:grpSpPr>
        <p:grpSp>
          <p:nvGrpSpPr>
            <p:cNvPr id="95" name="Google Shape;95;p2"/>
            <p:cNvGrpSpPr/>
            <p:nvPr/>
          </p:nvGrpSpPr>
          <p:grpSpPr>
            <a:xfrm flipH="1" rot="-617154">
              <a:off x="575967" y="402323"/>
              <a:ext cx="1053440" cy="2450002"/>
              <a:chOff x="3817855" y="1437512"/>
              <a:chExt cx="541146" cy="1128254"/>
            </a:xfrm>
          </p:grpSpPr>
          <p:sp>
            <p:nvSpPr>
              <p:cNvPr id="96" name="Google Shape;96;p2"/>
              <p:cNvSpPr/>
              <p:nvPr/>
            </p:nvSpPr>
            <p:spPr>
              <a:xfrm>
                <a:off x="3817855" y="1437512"/>
                <a:ext cx="541146" cy="1128254"/>
              </a:xfrm>
              <a:custGeom>
                <a:rect b="b" l="l" r="r" t="t"/>
                <a:pathLst>
                  <a:path extrusionOk="0" h="59625" w="28598">
                    <a:moveTo>
                      <a:pt x="101" y="0"/>
                    </a:moveTo>
                    <a:lnTo>
                      <a:pt x="1" y="426"/>
                    </a:lnTo>
                    <a:cubicBezTo>
                      <a:pt x="16066" y="3359"/>
                      <a:pt x="28197" y="17344"/>
                      <a:pt x="28197" y="34161"/>
                    </a:cubicBezTo>
                    <a:lnTo>
                      <a:pt x="28197" y="34462"/>
                    </a:lnTo>
                    <a:cubicBezTo>
                      <a:pt x="28096" y="44286"/>
                      <a:pt x="23911" y="53058"/>
                      <a:pt x="17219" y="59324"/>
                    </a:cubicBezTo>
                    <a:lnTo>
                      <a:pt x="17545" y="59625"/>
                    </a:lnTo>
                    <a:cubicBezTo>
                      <a:pt x="24212" y="53359"/>
                      <a:pt x="28497" y="44386"/>
                      <a:pt x="28598" y="34462"/>
                    </a:cubicBezTo>
                    <a:lnTo>
                      <a:pt x="28598" y="34161"/>
                    </a:lnTo>
                    <a:cubicBezTo>
                      <a:pt x="28598" y="17143"/>
                      <a:pt x="16292" y="2933"/>
                      <a:pt x="10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2"/>
              <p:cNvSpPr/>
              <p:nvPr/>
            </p:nvSpPr>
            <p:spPr>
              <a:xfrm>
                <a:off x="3985754" y="1615346"/>
                <a:ext cx="39378" cy="29898"/>
              </a:xfrm>
              <a:custGeom>
                <a:rect b="b" l="l" r="r" t="t"/>
                <a:pathLst>
                  <a:path extrusionOk="0" h="1580" w="2081">
                    <a:moveTo>
                      <a:pt x="1053" y="1"/>
                    </a:moveTo>
                    <a:cubicBezTo>
                      <a:pt x="0" y="1"/>
                      <a:pt x="0" y="1580"/>
                      <a:pt x="1053" y="1580"/>
                    </a:cubicBezTo>
                    <a:cubicBezTo>
                      <a:pt x="2080" y="1580"/>
                      <a:pt x="2080" y="1"/>
                      <a:pt x="105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8" name="Google Shape;98;p2"/>
            <p:cNvSpPr/>
            <p:nvPr/>
          </p:nvSpPr>
          <p:spPr>
            <a:xfrm>
              <a:off x="1419225" y="228600"/>
              <a:ext cx="142800" cy="1428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2"/>
        </a:solidFill>
      </p:bgPr>
    </p:bg>
    <p:spTree>
      <p:nvGrpSpPr>
        <p:cNvPr id="99" name="Shape 99"/>
        <p:cNvGrpSpPr/>
        <p:nvPr/>
      </p:nvGrpSpPr>
      <p:grpSpPr>
        <a:xfrm>
          <a:off x="0" y="0"/>
          <a:ext cx="0" cy="0"/>
          <a:chOff x="0" y="0"/>
          <a:chExt cx="0" cy="0"/>
        </a:xfrm>
      </p:grpSpPr>
      <p:grpSp>
        <p:nvGrpSpPr>
          <p:cNvPr id="100" name="Google Shape;100;p3"/>
          <p:cNvGrpSpPr/>
          <p:nvPr/>
        </p:nvGrpSpPr>
        <p:grpSpPr>
          <a:xfrm>
            <a:off x="319043" y="283350"/>
            <a:ext cx="8505900" cy="4576800"/>
            <a:chOff x="319043" y="283350"/>
            <a:chExt cx="8505900" cy="4576800"/>
          </a:xfrm>
        </p:grpSpPr>
        <p:sp>
          <p:nvSpPr>
            <p:cNvPr id="101" name="Google Shape;101;p3"/>
            <p:cNvSpPr/>
            <p:nvPr/>
          </p:nvSpPr>
          <p:spPr>
            <a:xfrm flipH="1">
              <a:off x="319043" y="283350"/>
              <a:ext cx="8505900" cy="4576800"/>
            </a:xfrm>
            <a:prstGeom prst="roundRect">
              <a:avLst>
                <a:gd fmla="val 3396" name="adj"/>
              </a:avLst>
            </a:prstGeom>
            <a:solidFill>
              <a:schemeClr val="accent1"/>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3"/>
            <p:cNvSpPr/>
            <p:nvPr/>
          </p:nvSpPr>
          <p:spPr>
            <a:xfrm flipH="1" rot="10800000">
              <a:off x="694692" y="580875"/>
              <a:ext cx="7754700" cy="3981600"/>
            </a:xfrm>
            <a:prstGeom prst="roundRect">
              <a:avLst>
                <a:gd fmla="val 3396" name="adj"/>
              </a:avLst>
            </a:prstGeom>
            <a:solidFill>
              <a:schemeClr val="accent4"/>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3"/>
            <p:cNvSpPr/>
            <p:nvPr/>
          </p:nvSpPr>
          <p:spPr>
            <a:xfrm flipH="1">
              <a:off x="1289186" y="298550"/>
              <a:ext cx="1611114" cy="1202094"/>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rgbClr val="FFFFFF">
                <a:alpha val="200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3"/>
            <p:cNvSpPr/>
            <p:nvPr/>
          </p:nvSpPr>
          <p:spPr>
            <a:xfrm flipH="1">
              <a:off x="2162181" y="298550"/>
              <a:ext cx="1348069" cy="995345"/>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rgbClr val="FFFFFF">
                <a:alpha val="200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5" name="Google Shape;105;p3"/>
          <p:cNvGrpSpPr/>
          <p:nvPr/>
        </p:nvGrpSpPr>
        <p:grpSpPr>
          <a:xfrm>
            <a:off x="4281415" y="375214"/>
            <a:ext cx="581170" cy="125403"/>
            <a:chOff x="4685288" y="186288"/>
            <a:chExt cx="419375" cy="90485"/>
          </a:xfrm>
        </p:grpSpPr>
        <p:sp>
          <p:nvSpPr>
            <p:cNvPr id="106" name="Google Shape;106;p3"/>
            <p:cNvSpPr/>
            <p:nvPr/>
          </p:nvSpPr>
          <p:spPr>
            <a:xfrm>
              <a:off x="4687513" y="186288"/>
              <a:ext cx="414900" cy="822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7" name="Google Shape;107;p3"/>
            <p:cNvGrpSpPr/>
            <p:nvPr/>
          </p:nvGrpSpPr>
          <p:grpSpPr>
            <a:xfrm>
              <a:off x="4685288" y="186300"/>
              <a:ext cx="419375" cy="90473"/>
              <a:chOff x="4390000" y="182175"/>
              <a:chExt cx="419375" cy="90473"/>
            </a:xfrm>
          </p:grpSpPr>
          <p:sp>
            <p:nvSpPr>
              <p:cNvPr id="108" name="Google Shape;108;p3"/>
              <p:cNvSpPr/>
              <p:nvPr/>
            </p:nvSpPr>
            <p:spPr>
              <a:xfrm>
                <a:off x="4390000" y="182175"/>
                <a:ext cx="419375" cy="90473"/>
              </a:xfrm>
              <a:custGeom>
                <a:rect b="b" l="l" r="r" t="t"/>
                <a:pathLst>
                  <a:path extrusionOk="0" h="1906" w="8835">
                    <a:moveTo>
                      <a:pt x="7882" y="155"/>
                    </a:moveTo>
                    <a:cubicBezTo>
                      <a:pt x="8323" y="155"/>
                      <a:pt x="8680" y="512"/>
                      <a:pt x="8680" y="953"/>
                    </a:cubicBezTo>
                    <a:cubicBezTo>
                      <a:pt x="8680" y="1393"/>
                      <a:pt x="8323" y="1750"/>
                      <a:pt x="7882" y="1750"/>
                    </a:cubicBezTo>
                    <a:lnTo>
                      <a:pt x="953" y="1750"/>
                    </a:lnTo>
                    <a:cubicBezTo>
                      <a:pt x="512" y="1750"/>
                      <a:pt x="155" y="1393"/>
                      <a:pt x="155" y="953"/>
                    </a:cubicBezTo>
                    <a:cubicBezTo>
                      <a:pt x="155" y="512"/>
                      <a:pt x="512" y="155"/>
                      <a:pt x="953" y="155"/>
                    </a:cubicBezTo>
                    <a:close/>
                    <a:moveTo>
                      <a:pt x="953" y="0"/>
                    </a:moveTo>
                    <a:cubicBezTo>
                      <a:pt x="429" y="0"/>
                      <a:pt x="0" y="429"/>
                      <a:pt x="0" y="953"/>
                    </a:cubicBezTo>
                    <a:cubicBezTo>
                      <a:pt x="0" y="1476"/>
                      <a:pt x="429" y="1905"/>
                      <a:pt x="953" y="1905"/>
                    </a:cubicBezTo>
                    <a:lnTo>
                      <a:pt x="7882" y="1905"/>
                    </a:lnTo>
                    <a:cubicBezTo>
                      <a:pt x="8406" y="1905"/>
                      <a:pt x="8835" y="1476"/>
                      <a:pt x="8835" y="953"/>
                    </a:cubicBezTo>
                    <a:cubicBezTo>
                      <a:pt x="8835" y="429"/>
                      <a:pt x="8406" y="0"/>
                      <a:pt x="7882"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3"/>
              <p:cNvSpPr/>
              <p:nvPr/>
            </p:nvSpPr>
            <p:spPr>
              <a:xfrm>
                <a:off x="4464048" y="201352"/>
                <a:ext cx="52024" cy="52072"/>
              </a:xfrm>
              <a:custGeom>
                <a:rect b="b" l="l" r="r" t="t"/>
                <a:pathLst>
                  <a:path extrusionOk="0" h="1097" w="1096">
                    <a:moveTo>
                      <a:pt x="548" y="144"/>
                    </a:moveTo>
                    <a:cubicBezTo>
                      <a:pt x="774" y="144"/>
                      <a:pt x="953" y="322"/>
                      <a:pt x="953" y="549"/>
                    </a:cubicBezTo>
                    <a:cubicBezTo>
                      <a:pt x="953" y="763"/>
                      <a:pt x="774" y="941"/>
                      <a:pt x="548" y="941"/>
                    </a:cubicBezTo>
                    <a:cubicBezTo>
                      <a:pt x="333" y="941"/>
                      <a:pt x="155" y="763"/>
                      <a:pt x="155" y="549"/>
                    </a:cubicBezTo>
                    <a:cubicBezTo>
                      <a:pt x="155" y="322"/>
                      <a:pt x="333" y="144"/>
                      <a:pt x="548" y="144"/>
                    </a:cubicBezTo>
                    <a:close/>
                    <a:moveTo>
                      <a:pt x="548" y="1"/>
                    </a:moveTo>
                    <a:cubicBezTo>
                      <a:pt x="250" y="1"/>
                      <a:pt x="0" y="251"/>
                      <a:pt x="0" y="549"/>
                    </a:cubicBezTo>
                    <a:cubicBezTo>
                      <a:pt x="0" y="846"/>
                      <a:pt x="250" y="1096"/>
                      <a:pt x="548" y="1096"/>
                    </a:cubicBezTo>
                    <a:cubicBezTo>
                      <a:pt x="845" y="1096"/>
                      <a:pt x="1095" y="846"/>
                      <a:pt x="1095" y="549"/>
                    </a:cubicBezTo>
                    <a:cubicBezTo>
                      <a:pt x="1095" y="251"/>
                      <a:pt x="845" y="1"/>
                      <a:pt x="54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10" name="Google Shape;110;p3"/>
          <p:cNvSpPr txBox="1"/>
          <p:nvPr>
            <p:ph type="ctrTitle"/>
          </p:nvPr>
        </p:nvSpPr>
        <p:spPr>
          <a:xfrm>
            <a:off x="2492100" y="2123475"/>
            <a:ext cx="4159800" cy="1124400"/>
          </a:xfrm>
          <a:prstGeom prst="rect">
            <a:avLst/>
          </a:prstGeom>
        </p:spPr>
        <p:txBody>
          <a:bodyPr anchorCtr="0" anchor="b" bIns="0" lIns="0" spcFirstLastPara="1" rIns="0" wrap="square" tIns="0">
            <a:noAutofit/>
          </a:bodyPr>
          <a:lstStyle>
            <a:lvl1pPr lvl="0" rtl="0" algn="ctr">
              <a:spcBef>
                <a:spcPts val="0"/>
              </a:spcBef>
              <a:spcAft>
                <a:spcPts val="0"/>
              </a:spcAft>
              <a:buSzPts val="8000"/>
              <a:buNone/>
              <a:defRPr sz="5000"/>
            </a:lvl1pPr>
            <a:lvl2pPr lvl="1" rtl="0" algn="ctr">
              <a:spcBef>
                <a:spcPts val="0"/>
              </a:spcBef>
              <a:spcAft>
                <a:spcPts val="0"/>
              </a:spcAft>
              <a:buSzPts val="3200"/>
              <a:buNone/>
              <a:defRPr sz="3200"/>
            </a:lvl2pPr>
            <a:lvl3pPr lvl="2" rtl="0" algn="ctr">
              <a:spcBef>
                <a:spcPts val="0"/>
              </a:spcBef>
              <a:spcAft>
                <a:spcPts val="0"/>
              </a:spcAft>
              <a:buSzPts val="3200"/>
              <a:buNone/>
              <a:defRPr sz="3200"/>
            </a:lvl3pPr>
            <a:lvl4pPr lvl="3" rtl="0" algn="ctr">
              <a:spcBef>
                <a:spcPts val="0"/>
              </a:spcBef>
              <a:spcAft>
                <a:spcPts val="0"/>
              </a:spcAft>
              <a:buSzPts val="3200"/>
              <a:buNone/>
              <a:defRPr sz="3200"/>
            </a:lvl4pPr>
            <a:lvl5pPr lvl="4" rtl="0" algn="ctr">
              <a:spcBef>
                <a:spcPts val="0"/>
              </a:spcBef>
              <a:spcAft>
                <a:spcPts val="0"/>
              </a:spcAft>
              <a:buSzPts val="3200"/>
              <a:buNone/>
              <a:defRPr sz="3200"/>
            </a:lvl5pPr>
            <a:lvl6pPr lvl="5" rtl="0" algn="ctr">
              <a:spcBef>
                <a:spcPts val="0"/>
              </a:spcBef>
              <a:spcAft>
                <a:spcPts val="0"/>
              </a:spcAft>
              <a:buSzPts val="3200"/>
              <a:buNone/>
              <a:defRPr sz="3200"/>
            </a:lvl6pPr>
            <a:lvl7pPr lvl="6" rtl="0" algn="ctr">
              <a:spcBef>
                <a:spcPts val="0"/>
              </a:spcBef>
              <a:spcAft>
                <a:spcPts val="0"/>
              </a:spcAft>
              <a:buSzPts val="3200"/>
              <a:buNone/>
              <a:defRPr sz="3200"/>
            </a:lvl7pPr>
            <a:lvl8pPr lvl="7" rtl="0" algn="ctr">
              <a:spcBef>
                <a:spcPts val="0"/>
              </a:spcBef>
              <a:spcAft>
                <a:spcPts val="0"/>
              </a:spcAft>
              <a:buSzPts val="3200"/>
              <a:buNone/>
              <a:defRPr sz="3200"/>
            </a:lvl8pPr>
            <a:lvl9pPr lvl="8" rtl="0" algn="ctr">
              <a:spcBef>
                <a:spcPts val="0"/>
              </a:spcBef>
              <a:spcAft>
                <a:spcPts val="0"/>
              </a:spcAft>
              <a:buSzPts val="3200"/>
              <a:buNone/>
              <a:defRPr sz="3200"/>
            </a:lvl9pPr>
          </a:lstStyle>
          <a:p/>
        </p:txBody>
      </p:sp>
      <p:sp>
        <p:nvSpPr>
          <p:cNvPr id="111" name="Google Shape;111;p3"/>
          <p:cNvSpPr txBox="1"/>
          <p:nvPr>
            <p:ph idx="1" type="subTitle"/>
          </p:nvPr>
        </p:nvSpPr>
        <p:spPr>
          <a:xfrm>
            <a:off x="2492100" y="3323814"/>
            <a:ext cx="4159800" cy="336300"/>
          </a:xfrm>
          <a:prstGeom prst="rect">
            <a:avLst/>
          </a:prstGeom>
        </p:spPr>
        <p:txBody>
          <a:bodyPr anchorCtr="0" anchor="t" bIns="0" lIns="0" spcFirstLastPara="1" rIns="0" wrap="square" tIns="0">
            <a:noAutofit/>
          </a:bodyPr>
          <a:lstStyle>
            <a:lvl1pPr lvl="0" rtl="0" algn="ctr">
              <a:lnSpc>
                <a:spcPct val="100000"/>
              </a:lnSpc>
              <a:spcBef>
                <a:spcPts val="0"/>
              </a:spcBef>
              <a:spcAft>
                <a:spcPts val="0"/>
              </a:spcAft>
              <a:buSzPts val="1800"/>
              <a:buNone/>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12" name="Google Shape;112;p3"/>
          <p:cNvSpPr txBox="1"/>
          <p:nvPr>
            <p:ph hasCustomPrompt="1" idx="2" type="title"/>
          </p:nvPr>
        </p:nvSpPr>
        <p:spPr>
          <a:xfrm>
            <a:off x="2492100" y="1483386"/>
            <a:ext cx="4159800" cy="704700"/>
          </a:xfrm>
          <a:prstGeom prst="rect">
            <a:avLst/>
          </a:prstGeom>
        </p:spPr>
        <p:txBody>
          <a:bodyPr anchorCtr="0" anchor="ctr" bIns="0" lIns="0" spcFirstLastPara="1" rIns="0" wrap="square" tIns="0">
            <a:noAutofit/>
          </a:bodyPr>
          <a:lstStyle>
            <a:lvl1pPr lvl="0" rtl="0" algn="ctr">
              <a:spcBef>
                <a:spcPts val="0"/>
              </a:spcBef>
              <a:spcAft>
                <a:spcPts val="0"/>
              </a:spcAft>
              <a:buClr>
                <a:schemeClr val="accent2"/>
              </a:buClr>
              <a:buSzPts val="5000"/>
              <a:buNone/>
              <a:defRPr sz="7000">
                <a:solidFill>
                  <a:schemeClr val="accent3"/>
                </a:solidFill>
              </a:defRPr>
            </a:lvl1pPr>
            <a:lvl2pPr lvl="1" rtl="0" algn="ctr">
              <a:spcBef>
                <a:spcPts val="0"/>
              </a:spcBef>
              <a:spcAft>
                <a:spcPts val="0"/>
              </a:spcAft>
              <a:buSzPts val="10000"/>
              <a:buNone/>
              <a:defRPr sz="10000"/>
            </a:lvl2pPr>
            <a:lvl3pPr lvl="2" rtl="0" algn="ctr">
              <a:spcBef>
                <a:spcPts val="0"/>
              </a:spcBef>
              <a:spcAft>
                <a:spcPts val="0"/>
              </a:spcAft>
              <a:buSzPts val="10000"/>
              <a:buNone/>
              <a:defRPr sz="10000"/>
            </a:lvl3pPr>
            <a:lvl4pPr lvl="3" rtl="0" algn="ctr">
              <a:spcBef>
                <a:spcPts val="0"/>
              </a:spcBef>
              <a:spcAft>
                <a:spcPts val="0"/>
              </a:spcAft>
              <a:buSzPts val="10000"/>
              <a:buNone/>
              <a:defRPr sz="10000"/>
            </a:lvl4pPr>
            <a:lvl5pPr lvl="4" rtl="0" algn="ctr">
              <a:spcBef>
                <a:spcPts val="0"/>
              </a:spcBef>
              <a:spcAft>
                <a:spcPts val="0"/>
              </a:spcAft>
              <a:buSzPts val="10000"/>
              <a:buNone/>
              <a:defRPr sz="10000"/>
            </a:lvl5pPr>
            <a:lvl6pPr lvl="5" rtl="0" algn="ctr">
              <a:spcBef>
                <a:spcPts val="0"/>
              </a:spcBef>
              <a:spcAft>
                <a:spcPts val="0"/>
              </a:spcAft>
              <a:buSzPts val="10000"/>
              <a:buNone/>
              <a:defRPr sz="10000"/>
            </a:lvl6pPr>
            <a:lvl7pPr lvl="6" rtl="0" algn="ctr">
              <a:spcBef>
                <a:spcPts val="0"/>
              </a:spcBef>
              <a:spcAft>
                <a:spcPts val="0"/>
              </a:spcAft>
              <a:buSzPts val="10000"/>
              <a:buNone/>
              <a:defRPr sz="10000"/>
            </a:lvl7pPr>
            <a:lvl8pPr lvl="7" rtl="0" algn="ctr">
              <a:spcBef>
                <a:spcPts val="0"/>
              </a:spcBef>
              <a:spcAft>
                <a:spcPts val="0"/>
              </a:spcAft>
              <a:buSzPts val="10000"/>
              <a:buNone/>
              <a:defRPr sz="10000"/>
            </a:lvl8pPr>
            <a:lvl9pPr lvl="8" rtl="0" algn="ctr">
              <a:spcBef>
                <a:spcPts val="0"/>
              </a:spcBef>
              <a:spcAft>
                <a:spcPts val="0"/>
              </a:spcAft>
              <a:buSzPts val="10000"/>
              <a:buNone/>
              <a:defRPr sz="10000"/>
            </a:lvl9pPr>
          </a:lstStyle>
          <a:p>
            <a:r>
              <a:t>xx%</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chemeClr val="accent2"/>
        </a:solidFill>
      </p:bgPr>
    </p:bg>
    <p:spTree>
      <p:nvGrpSpPr>
        <p:cNvPr id="113" name="Shape 113"/>
        <p:cNvGrpSpPr/>
        <p:nvPr/>
      </p:nvGrpSpPr>
      <p:grpSpPr>
        <a:xfrm>
          <a:off x="0" y="0"/>
          <a:ext cx="0" cy="0"/>
          <a:chOff x="0" y="0"/>
          <a:chExt cx="0" cy="0"/>
        </a:xfrm>
      </p:grpSpPr>
      <p:sp>
        <p:nvSpPr>
          <p:cNvPr id="114" name="Google Shape;114;p4"/>
          <p:cNvSpPr txBox="1"/>
          <p:nvPr>
            <p:ph idx="1" type="body"/>
          </p:nvPr>
        </p:nvSpPr>
        <p:spPr>
          <a:xfrm>
            <a:off x="722375" y="1104850"/>
            <a:ext cx="7699200" cy="3498900"/>
          </a:xfrm>
          <a:prstGeom prst="rect">
            <a:avLst/>
          </a:prstGeom>
        </p:spPr>
        <p:txBody>
          <a:bodyPr anchorCtr="0" anchor="t" bIns="91425" lIns="91425" spcFirstLastPara="1" rIns="91425" wrap="square" tIns="91425">
            <a:noAutofit/>
          </a:bodyPr>
          <a:lstStyle>
            <a:lvl1pPr indent="-368300" lvl="0" marL="457200">
              <a:lnSpc>
                <a:spcPct val="100000"/>
              </a:lnSpc>
              <a:spcBef>
                <a:spcPts val="0"/>
              </a:spcBef>
              <a:spcAft>
                <a:spcPts val="0"/>
              </a:spcAft>
              <a:buSzPts val="22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15" name="Google Shape;115;p4"/>
          <p:cNvSpPr txBox="1"/>
          <p:nvPr>
            <p:ph type="title"/>
          </p:nvPr>
        </p:nvSpPr>
        <p:spPr>
          <a:xfrm>
            <a:off x="722375" y="530750"/>
            <a:ext cx="76992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a:solidFill>
                  <a:schemeClr val="accent5"/>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116" name="Google Shape;116;p4"/>
          <p:cNvGrpSpPr/>
          <p:nvPr/>
        </p:nvGrpSpPr>
        <p:grpSpPr>
          <a:xfrm>
            <a:off x="8264864" y="2136847"/>
            <a:ext cx="1179753" cy="2854241"/>
            <a:chOff x="7907551" y="-114309"/>
            <a:chExt cx="1908059" cy="4616272"/>
          </a:xfrm>
        </p:grpSpPr>
        <p:sp>
          <p:nvSpPr>
            <p:cNvPr id="117" name="Google Shape;117;p4"/>
            <p:cNvSpPr/>
            <p:nvPr/>
          </p:nvSpPr>
          <p:spPr>
            <a:xfrm>
              <a:off x="8606186" y="3608365"/>
              <a:ext cx="39" cy="483371"/>
            </a:xfrm>
            <a:custGeom>
              <a:rect b="b" l="l" r="r" t="t"/>
              <a:pathLst>
                <a:path extrusionOk="0" h="12426" w="1">
                  <a:moveTo>
                    <a:pt x="1" y="0"/>
                  </a:moveTo>
                  <a:lnTo>
                    <a:pt x="1" y="12426"/>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4"/>
            <p:cNvSpPr/>
            <p:nvPr/>
          </p:nvSpPr>
          <p:spPr>
            <a:xfrm>
              <a:off x="8566430" y="3568608"/>
              <a:ext cx="79551" cy="562883"/>
            </a:xfrm>
            <a:custGeom>
              <a:rect b="b" l="l" r="r" t="t"/>
              <a:pathLst>
                <a:path extrusionOk="0" h="14470" w="2045">
                  <a:moveTo>
                    <a:pt x="1023" y="0"/>
                  </a:moveTo>
                  <a:cubicBezTo>
                    <a:pt x="369" y="0"/>
                    <a:pt x="1" y="327"/>
                    <a:pt x="1" y="1022"/>
                  </a:cubicBezTo>
                  <a:lnTo>
                    <a:pt x="1" y="13448"/>
                  </a:lnTo>
                  <a:cubicBezTo>
                    <a:pt x="1" y="13979"/>
                    <a:pt x="369" y="14470"/>
                    <a:pt x="1023" y="14470"/>
                  </a:cubicBezTo>
                  <a:cubicBezTo>
                    <a:pt x="1554" y="14470"/>
                    <a:pt x="2044" y="13979"/>
                    <a:pt x="2044" y="13448"/>
                  </a:cubicBezTo>
                  <a:lnTo>
                    <a:pt x="2044" y="1022"/>
                  </a:lnTo>
                  <a:cubicBezTo>
                    <a:pt x="2044" y="327"/>
                    <a:pt x="1554" y="0"/>
                    <a:pt x="1023" y="0"/>
                  </a:cubicBezTo>
                  <a:close/>
                </a:path>
              </a:pathLst>
            </a:custGeom>
            <a:solidFill>
              <a:schemeClr val="accent1">
                <a:alpha val="122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4"/>
            <p:cNvSpPr/>
            <p:nvPr/>
          </p:nvSpPr>
          <p:spPr>
            <a:xfrm>
              <a:off x="8798589" y="3873900"/>
              <a:ext cx="39" cy="483371"/>
            </a:xfrm>
            <a:custGeom>
              <a:rect b="b" l="l" r="r" t="t"/>
              <a:pathLst>
                <a:path extrusionOk="0" h="12426" w="1">
                  <a:moveTo>
                    <a:pt x="0" y="0"/>
                  </a:moveTo>
                  <a:lnTo>
                    <a:pt x="0" y="12426"/>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4"/>
            <p:cNvSpPr/>
            <p:nvPr/>
          </p:nvSpPr>
          <p:spPr>
            <a:xfrm>
              <a:off x="8758832" y="3834144"/>
              <a:ext cx="79551" cy="562883"/>
            </a:xfrm>
            <a:custGeom>
              <a:rect b="b" l="l" r="r" t="t"/>
              <a:pathLst>
                <a:path extrusionOk="0" h="14470" w="2045">
                  <a:moveTo>
                    <a:pt x="1022" y="0"/>
                  </a:moveTo>
                  <a:cubicBezTo>
                    <a:pt x="532" y="0"/>
                    <a:pt x="0" y="491"/>
                    <a:pt x="0" y="1022"/>
                  </a:cubicBezTo>
                  <a:lnTo>
                    <a:pt x="0" y="13448"/>
                  </a:lnTo>
                  <a:cubicBezTo>
                    <a:pt x="0" y="14102"/>
                    <a:pt x="532" y="14470"/>
                    <a:pt x="1022" y="14470"/>
                  </a:cubicBezTo>
                  <a:cubicBezTo>
                    <a:pt x="1554" y="14470"/>
                    <a:pt x="2044" y="14102"/>
                    <a:pt x="2044" y="13448"/>
                  </a:cubicBezTo>
                  <a:lnTo>
                    <a:pt x="2044" y="1022"/>
                  </a:lnTo>
                  <a:cubicBezTo>
                    <a:pt x="2044" y="491"/>
                    <a:pt x="1554" y="0"/>
                    <a:pt x="1022" y="0"/>
                  </a:cubicBezTo>
                  <a:close/>
                </a:path>
              </a:pathLst>
            </a:custGeom>
            <a:solidFill>
              <a:schemeClr val="accent1">
                <a:alpha val="122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4"/>
            <p:cNvSpPr/>
            <p:nvPr/>
          </p:nvSpPr>
          <p:spPr>
            <a:xfrm>
              <a:off x="7907551" y="-114309"/>
              <a:ext cx="1238654" cy="3139619"/>
            </a:xfrm>
            <a:custGeom>
              <a:rect b="b" l="l" r="r" t="t"/>
              <a:pathLst>
                <a:path extrusionOk="0" h="80710" w="31842">
                  <a:moveTo>
                    <a:pt x="3210" y="0"/>
                  </a:moveTo>
                  <a:cubicBezTo>
                    <a:pt x="2252" y="0"/>
                    <a:pt x="1348" y="293"/>
                    <a:pt x="818" y="992"/>
                  </a:cubicBezTo>
                  <a:cubicBezTo>
                    <a:pt x="164" y="1851"/>
                    <a:pt x="1" y="2873"/>
                    <a:pt x="1" y="3894"/>
                  </a:cubicBezTo>
                  <a:cubicBezTo>
                    <a:pt x="1" y="8677"/>
                    <a:pt x="4088" y="12928"/>
                    <a:pt x="3557" y="17710"/>
                  </a:cubicBezTo>
                  <a:cubicBezTo>
                    <a:pt x="3393" y="20408"/>
                    <a:pt x="1513" y="22983"/>
                    <a:pt x="1513" y="25680"/>
                  </a:cubicBezTo>
                  <a:cubicBezTo>
                    <a:pt x="1513" y="29768"/>
                    <a:pt x="5437" y="33038"/>
                    <a:pt x="6295" y="36921"/>
                  </a:cubicBezTo>
                  <a:cubicBezTo>
                    <a:pt x="7481" y="43420"/>
                    <a:pt x="655" y="50736"/>
                    <a:pt x="4579" y="56009"/>
                  </a:cubicBezTo>
                  <a:cubicBezTo>
                    <a:pt x="6295" y="58584"/>
                    <a:pt x="10219" y="59933"/>
                    <a:pt x="10383" y="62998"/>
                  </a:cubicBezTo>
                  <a:cubicBezTo>
                    <a:pt x="10546" y="65369"/>
                    <a:pt x="7971" y="67086"/>
                    <a:pt x="6786" y="69293"/>
                  </a:cubicBezTo>
                  <a:cubicBezTo>
                    <a:pt x="5273" y="71663"/>
                    <a:pt x="5437" y="74729"/>
                    <a:pt x="6786" y="77141"/>
                  </a:cubicBezTo>
                  <a:cubicBezTo>
                    <a:pt x="8254" y="79382"/>
                    <a:pt x="10929" y="80710"/>
                    <a:pt x="13496" y="80710"/>
                  </a:cubicBezTo>
                  <a:cubicBezTo>
                    <a:pt x="13644" y="80710"/>
                    <a:pt x="13792" y="80706"/>
                    <a:pt x="13939" y="80697"/>
                  </a:cubicBezTo>
                  <a:lnTo>
                    <a:pt x="22645" y="79838"/>
                  </a:lnTo>
                  <a:cubicBezTo>
                    <a:pt x="28245" y="79511"/>
                    <a:pt x="31842" y="71663"/>
                    <a:pt x="28245" y="67249"/>
                  </a:cubicBezTo>
                  <a:cubicBezTo>
                    <a:pt x="26569" y="65042"/>
                    <a:pt x="23503" y="63489"/>
                    <a:pt x="22645" y="60791"/>
                  </a:cubicBezTo>
                  <a:cubicBezTo>
                    <a:pt x="21623" y="56540"/>
                    <a:pt x="26732" y="52248"/>
                    <a:pt x="25016" y="48161"/>
                  </a:cubicBezTo>
                  <a:cubicBezTo>
                    <a:pt x="24321" y="46322"/>
                    <a:pt x="22277" y="45300"/>
                    <a:pt x="21092" y="43583"/>
                  </a:cubicBezTo>
                  <a:cubicBezTo>
                    <a:pt x="17863" y="39169"/>
                    <a:pt x="21787" y="32670"/>
                    <a:pt x="20601" y="27397"/>
                  </a:cubicBezTo>
                  <a:cubicBezTo>
                    <a:pt x="19743" y="22615"/>
                    <a:pt x="15124" y="19549"/>
                    <a:pt x="12917" y="15298"/>
                  </a:cubicBezTo>
                  <a:cubicBezTo>
                    <a:pt x="10383" y="10353"/>
                    <a:pt x="10546" y="3404"/>
                    <a:pt x="5764" y="665"/>
                  </a:cubicBezTo>
                  <a:cubicBezTo>
                    <a:pt x="5036" y="252"/>
                    <a:pt x="4100" y="0"/>
                    <a:pt x="3210" y="0"/>
                  </a:cubicBezTo>
                  <a:close/>
                </a:path>
              </a:pathLst>
            </a:custGeom>
            <a:solidFill>
              <a:schemeClr val="accent3"/>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4"/>
            <p:cNvSpPr/>
            <p:nvPr/>
          </p:nvSpPr>
          <p:spPr>
            <a:xfrm>
              <a:off x="8119015" y="89647"/>
              <a:ext cx="596298" cy="2776176"/>
            </a:xfrm>
            <a:custGeom>
              <a:rect b="b" l="l" r="r" t="t"/>
              <a:pathLst>
                <a:path extrusionOk="0" h="71367" w="15329">
                  <a:moveTo>
                    <a:pt x="328" y="0"/>
                  </a:moveTo>
                  <a:cubicBezTo>
                    <a:pt x="164" y="0"/>
                    <a:pt x="1" y="205"/>
                    <a:pt x="1" y="368"/>
                  </a:cubicBezTo>
                  <a:cubicBezTo>
                    <a:pt x="164" y="695"/>
                    <a:pt x="5805" y="23339"/>
                    <a:pt x="10219" y="43776"/>
                  </a:cubicBezTo>
                  <a:lnTo>
                    <a:pt x="10219" y="43776"/>
                  </a:lnTo>
                  <a:lnTo>
                    <a:pt x="4252" y="39525"/>
                  </a:lnTo>
                  <a:cubicBezTo>
                    <a:pt x="4252" y="39362"/>
                    <a:pt x="4088" y="39362"/>
                    <a:pt x="4088" y="39362"/>
                  </a:cubicBezTo>
                  <a:cubicBezTo>
                    <a:pt x="3925" y="39362"/>
                    <a:pt x="3925" y="39362"/>
                    <a:pt x="3925" y="39525"/>
                  </a:cubicBezTo>
                  <a:cubicBezTo>
                    <a:pt x="3761" y="39689"/>
                    <a:pt x="3761" y="39852"/>
                    <a:pt x="3925" y="40057"/>
                  </a:cubicBezTo>
                  <a:lnTo>
                    <a:pt x="10056" y="44471"/>
                  </a:lnTo>
                  <a:lnTo>
                    <a:pt x="10219" y="44635"/>
                  </a:lnTo>
                  <a:lnTo>
                    <a:pt x="10383" y="44635"/>
                  </a:lnTo>
                  <a:cubicBezTo>
                    <a:pt x="11568" y="50929"/>
                    <a:pt x="12754" y="57060"/>
                    <a:pt x="13612" y="62170"/>
                  </a:cubicBezTo>
                  <a:lnTo>
                    <a:pt x="8666" y="57060"/>
                  </a:lnTo>
                  <a:cubicBezTo>
                    <a:pt x="8666" y="56897"/>
                    <a:pt x="8503" y="56897"/>
                    <a:pt x="8503" y="56897"/>
                  </a:cubicBezTo>
                  <a:cubicBezTo>
                    <a:pt x="8339" y="56897"/>
                    <a:pt x="8339" y="56897"/>
                    <a:pt x="8176" y="57060"/>
                  </a:cubicBezTo>
                  <a:lnTo>
                    <a:pt x="8176" y="57428"/>
                  </a:lnTo>
                  <a:lnTo>
                    <a:pt x="13775" y="63355"/>
                  </a:lnTo>
                  <a:cubicBezTo>
                    <a:pt x="14307" y="66420"/>
                    <a:pt x="14634" y="69159"/>
                    <a:pt x="14797" y="71366"/>
                  </a:cubicBezTo>
                  <a:lnTo>
                    <a:pt x="15329" y="71366"/>
                  </a:lnTo>
                  <a:cubicBezTo>
                    <a:pt x="15329" y="69322"/>
                    <a:pt x="15002" y="66788"/>
                    <a:pt x="14470" y="64050"/>
                  </a:cubicBezTo>
                  <a:lnTo>
                    <a:pt x="14634" y="64050"/>
                  </a:lnTo>
                  <a:cubicBezTo>
                    <a:pt x="14634" y="64050"/>
                    <a:pt x="14797" y="64050"/>
                    <a:pt x="14797" y="63886"/>
                  </a:cubicBezTo>
                  <a:cubicBezTo>
                    <a:pt x="15002" y="63886"/>
                    <a:pt x="15002" y="63559"/>
                    <a:pt x="14797" y="63559"/>
                  </a:cubicBezTo>
                  <a:lnTo>
                    <a:pt x="14470" y="63028"/>
                  </a:lnTo>
                  <a:cubicBezTo>
                    <a:pt x="11078" y="41406"/>
                    <a:pt x="859" y="695"/>
                    <a:pt x="696" y="205"/>
                  </a:cubicBezTo>
                  <a:cubicBezTo>
                    <a:pt x="696" y="0"/>
                    <a:pt x="491" y="0"/>
                    <a:pt x="328"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4"/>
            <p:cNvSpPr/>
            <p:nvPr/>
          </p:nvSpPr>
          <p:spPr>
            <a:xfrm>
              <a:off x="8424307" y="938692"/>
              <a:ext cx="111332" cy="318046"/>
            </a:xfrm>
            <a:custGeom>
              <a:rect b="b" l="l" r="r" t="t"/>
              <a:pathLst>
                <a:path extrusionOk="0" h="8176" w="2862">
                  <a:moveTo>
                    <a:pt x="2535" y="1"/>
                  </a:moveTo>
                  <a:cubicBezTo>
                    <a:pt x="2371" y="1"/>
                    <a:pt x="2208" y="164"/>
                    <a:pt x="2208" y="328"/>
                  </a:cubicBezTo>
                  <a:lnTo>
                    <a:pt x="1" y="7808"/>
                  </a:lnTo>
                  <a:cubicBezTo>
                    <a:pt x="1" y="8012"/>
                    <a:pt x="1" y="8176"/>
                    <a:pt x="164" y="8176"/>
                  </a:cubicBezTo>
                  <a:lnTo>
                    <a:pt x="328" y="8176"/>
                  </a:lnTo>
                  <a:cubicBezTo>
                    <a:pt x="491" y="8176"/>
                    <a:pt x="491" y="8176"/>
                    <a:pt x="655" y="8012"/>
                  </a:cubicBezTo>
                  <a:lnTo>
                    <a:pt x="2862" y="491"/>
                  </a:lnTo>
                  <a:cubicBezTo>
                    <a:pt x="2862" y="328"/>
                    <a:pt x="2698" y="164"/>
                    <a:pt x="2535" y="1"/>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4"/>
            <p:cNvSpPr/>
            <p:nvPr/>
          </p:nvSpPr>
          <p:spPr>
            <a:xfrm>
              <a:off x="8788417" y="298310"/>
              <a:ext cx="1027193" cy="2682583"/>
            </a:xfrm>
            <a:custGeom>
              <a:rect b="b" l="l" r="r" t="t"/>
              <a:pathLst>
                <a:path extrusionOk="0" h="68961" w="26406">
                  <a:moveTo>
                    <a:pt x="18871" y="0"/>
                  </a:moveTo>
                  <a:cubicBezTo>
                    <a:pt x="18467" y="0"/>
                    <a:pt x="18069" y="86"/>
                    <a:pt x="17699" y="277"/>
                  </a:cubicBezTo>
                  <a:cubicBezTo>
                    <a:pt x="17004" y="604"/>
                    <a:pt x="16514" y="1462"/>
                    <a:pt x="16187" y="2321"/>
                  </a:cubicBezTo>
                  <a:cubicBezTo>
                    <a:pt x="14961" y="6081"/>
                    <a:pt x="16841" y="10495"/>
                    <a:pt x="15165" y="14256"/>
                  </a:cubicBezTo>
                  <a:cubicBezTo>
                    <a:pt x="14143" y="16299"/>
                    <a:pt x="12100" y="17648"/>
                    <a:pt x="11241" y="19856"/>
                  </a:cubicBezTo>
                  <a:cubicBezTo>
                    <a:pt x="10056" y="23085"/>
                    <a:pt x="12263" y="26845"/>
                    <a:pt x="11568" y="30237"/>
                  </a:cubicBezTo>
                  <a:cubicBezTo>
                    <a:pt x="10710" y="35715"/>
                    <a:pt x="3230" y="39434"/>
                    <a:pt x="4742" y="44707"/>
                  </a:cubicBezTo>
                  <a:cubicBezTo>
                    <a:pt x="5437" y="47282"/>
                    <a:pt x="8176" y="49326"/>
                    <a:pt x="7317" y="51696"/>
                  </a:cubicBezTo>
                  <a:cubicBezTo>
                    <a:pt x="6786" y="53740"/>
                    <a:pt x="4415" y="54435"/>
                    <a:pt x="2699" y="55784"/>
                  </a:cubicBezTo>
                  <a:cubicBezTo>
                    <a:pt x="859" y="57173"/>
                    <a:pt x="1" y="59708"/>
                    <a:pt x="491" y="62078"/>
                  </a:cubicBezTo>
                  <a:cubicBezTo>
                    <a:pt x="1023" y="64326"/>
                    <a:pt x="2903" y="66166"/>
                    <a:pt x="5110" y="66861"/>
                  </a:cubicBezTo>
                  <a:lnTo>
                    <a:pt x="12263" y="68741"/>
                  </a:lnTo>
                  <a:cubicBezTo>
                    <a:pt x="12754" y="68891"/>
                    <a:pt x="13251" y="68961"/>
                    <a:pt x="13745" y="68961"/>
                  </a:cubicBezTo>
                  <a:cubicBezTo>
                    <a:pt x="17699" y="68961"/>
                    <a:pt x="21473" y="64472"/>
                    <a:pt x="20274" y="60402"/>
                  </a:cubicBezTo>
                  <a:cubicBezTo>
                    <a:pt x="19580" y="58195"/>
                    <a:pt x="17536" y="56152"/>
                    <a:pt x="17699" y="53577"/>
                  </a:cubicBezTo>
                  <a:cubicBezTo>
                    <a:pt x="18026" y="50020"/>
                    <a:pt x="23340" y="48140"/>
                    <a:pt x="23136" y="44380"/>
                  </a:cubicBezTo>
                  <a:cubicBezTo>
                    <a:pt x="23136" y="42663"/>
                    <a:pt x="21787" y="41314"/>
                    <a:pt x="21460" y="39598"/>
                  </a:cubicBezTo>
                  <a:cubicBezTo>
                    <a:pt x="20070" y="35183"/>
                    <a:pt x="25016" y="31259"/>
                    <a:pt x="25711" y="26681"/>
                  </a:cubicBezTo>
                  <a:cubicBezTo>
                    <a:pt x="26406" y="22758"/>
                    <a:pt x="23667" y="18997"/>
                    <a:pt x="23340" y="14910"/>
                  </a:cubicBezTo>
                  <a:cubicBezTo>
                    <a:pt x="22645" y="10332"/>
                    <a:pt x="24852" y="4855"/>
                    <a:pt x="21787" y="1462"/>
                  </a:cubicBezTo>
                  <a:cubicBezTo>
                    <a:pt x="21045" y="602"/>
                    <a:pt x="19938" y="0"/>
                    <a:pt x="18871" y="0"/>
                  </a:cubicBezTo>
                  <a:close/>
                </a:path>
              </a:pathLst>
            </a:custGeom>
            <a:solidFill>
              <a:schemeClr val="accent3"/>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4"/>
            <p:cNvSpPr/>
            <p:nvPr/>
          </p:nvSpPr>
          <p:spPr>
            <a:xfrm>
              <a:off x="9179562" y="495109"/>
              <a:ext cx="410278" cy="2370722"/>
            </a:xfrm>
            <a:custGeom>
              <a:rect b="b" l="l" r="r" t="t"/>
              <a:pathLst>
                <a:path extrusionOk="0" h="60944" w="10547">
                  <a:moveTo>
                    <a:pt x="10383" y="0"/>
                  </a:moveTo>
                  <a:cubicBezTo>
                    <a:pt x="10219" y="0"/>
                    <a:pt x="10015" y="0"/>
                    <a:pt x="10015" y="164"/>
                  </a:cubicBezTo>
                  <a:cubicBezTo>
                    <a:pt x="10015" y="491"/>
                    <a:pt x="7971" y="19906"/>
                    <a:pt x="5437" y="37277"/>
                  </a:cubicBezTo>
                  <a:lnTo>
                    <a:pt x="2045" y="32168"/>
                  </a:lnTo>
                  <a:cubicBezTo>
                    <a:pt x="2045" y="32168"/>
                    <a:pt x="2045" y="32004"/>
                    <a:pt x="1840" y="32004"/>
                  </a:cubicBezTo>
                  <a:lnTo>
                    <a:pt x="1677" y="32168"/>
                  </a:lnTo>
                  <a:cubicBezTo>
                    <a:pt x="1677" y="32168"/>
                    <a:pt x="1513" y="32331"/>
                    <a:pt x="1677" y="32495"/>
                  </a:cubicBezTo>
                  <a:lnTo>
                    <a:pt x="5274" y="37972"/>
                  </a:lnTo>
                  <a:lnTo>
                    <a:pt x="5437" y="37972"/>
                  </a:lnTo>
                  <a:cubicBezTo>
                    <a:pt x="4579" y="43408"/>
                    <a:pt x="3720" y="48518"/>
                    <a:pt x="2862" y="52768"/>
                  </a:cubicBezTo>
                  <a:lnTo>
                    <a:pt x="491" y="47332"/>
                  </a:lnTo>
                  <a:cubicBezTo>
                    <a:pt x="491" y="47169"/>
                    <a:pt x="328" y="47169"/>
                    <a:pt x="328" y="47169"/>
                  </a:cubicBezTo>
                  <a:lnTo>
                    <a:pt x="164" y="47169"/>
                  </a:lnTo>
                  <a:cubicBezTo>
                    <a:pt x="1" y="47169"/>
                    <a:pt x="1" y="47332"/>
                    <a:pt x="1" y="47496"/>
                  </a:cubicBezTo>
                  <a:lnTo>
                    <a:pt x="2699" y="53790"/>
                  </a:lnTo>
                  <a:cubicBezTo>
                    <a:pt x="2208" y="56692"/>
                    <a:pt x="1513" y="59063"/>
                    <a:pt x="1023" y="60943"/>
                  </a:cubicBezTo>
                  <a:lnTo>
                    <a:pt x="1513" y="60943"/>
                  </a:lnTo>
                  <a:cubicBezTo>
                    <a:pt x="2045" y="59267"/>
                    <a:pt x="2535" y="57019"/>
                    <a:pt x="3066" y="54485"/>
                  </a:cubicBezTo>
                  <a:lnTo>
                    <a:pt x="3393" y="54485"/>
                  </a:lnTo>
                  <a:cubicBezTo>
                    <a:pt x="3393" y="54485"/>
                    <a:pt x="3557" y="54322"/>
                    <a:pt x="3393" y="54158"/>
                  </a:cubicBezTo>
                  <a:lnTo>
                    <a:pt x="3230" y="53627"/>
                  </a:lnTo>
                  <a:cubicBezTo>
                    <a:pt x="6786" y="35560"/>
                    <a:pt x="10546" y="654"/>
                    <a:pt x="10546" y="164"/>
                  </a:cubicBezTo>
                  <a:cubicBezTo>
                    <a:pt x="10546" y="164"/>
                    <a:pt x="10546" y="0"/>
                    <a:pt x="10383"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4"/>
            <p:cNvSpPr/>
            <p:nvPr/>
          </p:nvSpPr>
          <p:spPr>
            <a:xfrm>
              <a:off x="9476919" y="1275805"/>
              <a:ext cx="179718" cy="225815"/>
            </a:xfrm>
            <a:custGeom>
              <a:rect b="b" l="l" r="r" t="t"/>
              <a:pathLst>
                <a:path extrusionOk="0" h="5805" w="4620">
                  <a:moveTo>
                    <a:pt x="4251" y="0"/>
                  </a:moveTo>
                  <a:cubicBezTo>
                    <a:pt x="4088" y="0"/>
                    <a:pt x="4088" y="0"/>
                    <a:pt x="4088" y="164"/>
                  </a:cubicBezTo>
                  <a:lnTo>
                    <a:pt x="0" y="5477"/>
                  </a:lnTo>
                  <a:cubicBezTo>
                    <a:pt x="0" y="5477"/>
                    <a:pt x="0" y="5641"/>
                    <a:pt x="164" y="5804"/>
                  </a:cubicBezTo>
                  <a:lnTo>
                    <a:pt x="532" y="5804"/>
                  </a:lnTo>
                  <a:lnTo>
                    <a:pt x="4415" y="368"/>
                  </a:lnTo>
                  <a:cubicBezTo>
                    <a:pt x="4619" y="368"/>
                    <a:pt x="4415" y="164"/>
                    <a:pt x="4415"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4"/>
            <p:cNvSpPr/>
            <p:nvPr/>
          </p:nvSpPr>
          <p:spPr>
            <a:xfrm>
              <a:off x="8106294" y="2865830"/>
              <a:ext cx="1510565" cy="1636134"/>
            </a:xfrm>
            <a:custGeom>
              <a:rect b="b" l="l" r="r" t="t"/>
              <a:pathLst>
                <a:path extrusionOk="0" h="42060" w="38832">
                  <a:moveTo>
                    <a:pt x="1" y="0"/>
                  </a:moveTo>
                  <a:lnTo>
                    <a:pt x="5437" y="42059"/>
                  </a:lnTo>
                  <a:lnTo>
                    <a:pt x="34744" y="42059"/>
                  </a:lnTo>
                  <a:lnTo>
                    <a:pt x="38831" y="0"/>
                  </a:lnTo>
                  <a:close/>
                </a:path>
              </a:pathLst>
            </a:custGeom>
            <a:solidFill>
              <a:schemeClr val="accent1"/>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4"/>
            <p:cNvSpPr/>
            <p:nvPr/>
          </p:nvSpPr>
          <p:spPr>
            <a:xfrm>
              <a:off x="8522881" y="3144086"/>
              <a:ext cx="39" cy="483371"/>
            </a:xfrm>
            <a:custGeom>
              <a:rect b="b" l="l" r="r" t="t"/>
              <a:pathLst>
                <a:path extrusionOk="0" h="12426" w="1">
                  <a:moveTo>
                    <a:pt x="1" y="0"/>
                  </a:moveTo>
                  <a:lnTo>
                    <a:pt x="1" y="12426"/>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4"/>
            <p:cNvSpPr/>
            <p:nvPr/>
          </p:nvSpPr>
          <p:spPr>
            <a:xfrm>
              <a:off x="8483163" y="3104329"/>
              <a:ext cx="79512" cy="562883"/>
            </a:xfrm>
            <a:custGeom>
              <a:rect b="b" l="l" r="r" t="t"/>
              <a:pathLst>
                <a:path extrusionOk="0" h="14470" w="2044">
                  <a:moveTo>
                    <a:pt x="1022" y="0"/>
                  </a:moveTo>
                  <a:cubicBezTo>
                    <a:pt x="327" y="0"/>
                    <a:pt x="0" y="368"/>
                    <a:pt x="0" y="1022"/>
                  </a:cubicBezTo>
                  <a:lnTo>
                    <a:pt x="0" y="13448"/>
                  </a:lnTo>
                  <a:cubicBezTo>
                    <a:pt x="0" y="13979"/>
                    <a:pt x="327" y="14470"/>
                    <a:pt x="1022" y="14470"/>
                  </a:cubicBezTo>
                  <a:cubicBezTo>
                    <a:pt x="1553" y="14470"/>
                    <a:pt x="2044" y="13979"/>
                    <a:pt x="2044" y="13448"/>
                  </a:cubicBezTo>
                  <a:lnTo>
                    <a:pt x="2044" y="1022"/>
                  </a:lnTo>
                  <a:cubicBezTo>
                    <a:pt x="2044" y="368"/>
                    <a:pt x="1553" y="0"/>
                    <a:pt x="102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4"/>
            <p:cNvSpPr/>
            <p:nvPr/>
          </p:nvSpPr>
          <p:spPr>
            <a:xfrm>
              <a:off x="9139845" y="3031196"/>
              <a:ext cx="79512" cy="564478"/>
            </a:xfrm>
            <a:custGeom>
              <a:rect b="b" l="l" r="r" t="t"/>
              <a:pathLst>
                <a:path extrusionOk="0" h="14511" w="2044">
                  <a:moveTo>
                    <a:pt x="1022" y="0"/>
                  </a:moveTo>
                  <a:cubicBezTo>
                    <a:pt x="491" y="0"/>
                    <a:pt x="0" y="368"/>
                    <a:pt x="0" y="1022"/>
                  </a:cubicBezTo>
                  <a:lnTo>
                    <a:pt x="0" y="13488"/>
                  </a:lnTo>
                  <a:cubicBezTo>
                    <a:pt x="0" y="13979"/>
                    <a:pt x="491" y="14510"/>
                    <a:pt x="1022" y="14510"/>
                  </a:cubicBezTo>
                  <a:cubicBezTo>
                    <a:pt x="1512" y="14510"/>
                    <a:pt x="2044" y="13979"/>
                    <a:pt x="2044" y="13488"/>
                  </a:cubicBezTo>
                  <a:lnTo>
                    <a:pt x="2044" y="1022"/>
                  </a:lnTo>
                  <a:cubicBezTo>
                    <a:pt x="2044" y="368"/>
                    <a:pt x="1512" y="0"/>
                    <a:pt x="102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4"/>
            <p:cNvSpPr/>
            <p:nvPr/>
          </p:nvSpPr>
          <p:spPr>
            <a:xfrm>
              <a:off x="8993540" y="3323729"/>
              <a:ext cx="79551" cy="562922"/>
            </a:xfrm>
            <a:custGeom>
              <a:rect b="b" l="l" r="r" t="t"/>
              <a:pathLst>
                <a:path extrusionOk="0" h="14471" w="2045">
                  <a:moveTo>
                    <a:pt x="1022" y="1"/>
                  </a:moveTo>
                  <a:cubicBezTo>
                    <a:pt x="491" y="1"/>
                    <a:pt x="1" y="328"/>
                    <a:pt x="1" y="1023"/>
                  </a:cubicBezTo>
                  <a:lnTo>
                    <a:pt x="1" y="13448"/>
                  </a:lnTo>
                  <a:cubicBezTo>
                    <a:pt x="1" y="14143"/>
                    <a:pt x="491" y="14470"/>
                    <a:pt x="1022" y="14470"/>
                  </a:cubicBezTo>
                  <a:cubicBezTo>
                    <a:pt x="1513" y="14470"/>
                    <a:pt x="2044" y="14143"/>
                    <a:pt x="2044" y="13448"/>
                  </a:cubicBezTo>
                  <a:lnTo>
                    <a:pt x="2044" y="1023"/>
                  </a:lnTo>
                  <a:cubicBezTo>
                    <a:pt x="2044" y="328"/>
                    <a:pt x="1513" y="1"/>
                    <a:pt x="102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4"/>
            <p:cNvSpPr/>
            <p:nvPr/>
          </p:nvSpPr>
          <p:spPr>
            <a:xfrm>
              <a:off x="9165286" y="3733975"/>
              <a:ext cx="79512" cy="569263"/>
            </a:xfrm>
            <a:custGeom>
              <a:rect b="b" l="l" r="r" t="t"/>
              <a:pathLst>
                <a:path extrusionOk="0" h="14634" w="2044">
                  <a:moveTo>
                    <a:pt x="1022" y="0"/>
                  </a:moveTo>
                  <a:cubicBezTo>
                    <a:pt x="368" y="0"/>
                    <a:pt x="0" y="532"/>
                    <a:pt x="0" y="1022"/>
                  </a:cubicBezTo>
                  <a:lnTo>
                    <a:pt x="0" y="13611"/>
                  </a:lnTo>
                  <a:cubicBezTo>
                    <a:pt x="0" y="14143"/>
                    <a:pt x="368" y="14633"/>
                    <a:pt x="1022" y="14633"/>
                  </a:cubicBezTo>
                  <a:cubicBezTo>
                    <a:pt x="1553" y="14633"/>
                    <a:pt x="2044" y="14143"/>
                    <a:pt x="2044" y="13611"/>
                  </a:cubicBezTo>
                  <a:lnTo>
                    <a:pt x="2044" y="1022"/>
                  </a:lnTo>
                  <a:cubicBezTo>
                    <a:pt x="2044" y="532"/>
                    <a:pt x="1553" y="0"/>
                    <a:pt x="102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3" name="Google Shape;133;p4"/>
          <p:cNvSpPr/>
          <p:nvPr/>
        </p:nvSpPr>
        <p:spPr>
          <a:xfrm>
            <a:off x="806725" y="4675051"/>
            <a:ext cx="1832405" cy="244805"/>
          </a:xfrm>
          <a:custGeom>
            <a:rect b="b" l="l" r="r" t="t"/>
            <a:pathLst>
              <a:path extrusionOk="0" h="7463" w="55866">
                <a:moveTo>
                  <a:pt x="16082" y="0"/>
                </a:moveTo>
                <a:cubicBezTo>
                  <a:pt x="15991" y="0"/>
                  <a:pt x="15916" y="25"/>
                  <a:pt x="15866" y="75"/>
                </a:cubicBezTo>
                <a:lnTo>
                  <a:pt x="8247" y="6542"/>
                </a:lnTo>
                <a:lnTo>
                  <a:pt x="728" y="75"/>
                </a:lnTo>
                <a:cubicBezTo>
                  <a:pt x="634" y="34"/>
                  <a:pt x="528" y="10"/>
                  <a:pt x="428" y="10"/>
                </a:cubicBezTo>
                <a:cubicBezTo>
                  <a:pt x="287" y="10"/>
                  <a:pt x="160" y="58"/>
                  <a:pt x="101" y="176"/>
                </a:cubicBezTo>
                <a:cubicBezTo>
                  <a:pt x="1" y="276"/>
                  <a:pt x="1" y="602"/>
                  <a:pt x="101" y="702"/>
                </a:cubicBezTo>
                <a:lnTo>
                  <a:pt x="8021" y="7369"/>
                </a:lnTo>
                <a:cubicBezTo>
                  <a:pt x="8084" y="7431"/>
                  <a:pt x="8165" y="7463"/>
                  <a:pt x="8256" y="7463"/>
                </a:cubicBezTo>
                <a:cubicBezTo>
                  <a:pt x="8347" y="7463"/>
                  <a:pt x="8447" y="7431"/>
                  <a:pt x="8547" y="7369"/>
                </a:cubicBezTo>
                <a:lnTo>
                  <a:pt x="16066" y="1003"/>
                </a:lnTo>
                <a:lnTo>
                  <a:pt x="23685" y="7369"/>
                </a:lnTo>
                <a:cubicBezTo>
                  <a:pt x="23748" y="7431"/>
                  <a:pt x="23854" y="7463"/>
                  <a:pt x="23958" y="7463"/>
                </a:cubicBezTo>
                <a:cubicBezTo>
                  <a:pt x="24061" y="7463"/>
                  <a:pt x="24161" y="7431"/>
                  <a:pt x="24212" y="7369"/>
                </a:cubicBezTo>
                <a:lnTo>
                  <a:pt x="31831" y="1003"/>
                </a:lnTo>
                <a:lnTo>
                  <a:pt x="39349" y="7369"/>
                </a:lnTo>
                <a:cubicBezTo>
                  <a:pt x="39462" y="7431"/>
                  <a:pt x="39569" y="7463"/>
                  <a:pt x="39672" y="7463"/>
                </a:cubicBezTo>
                <a:cubicBezTo>
                  <a:pt x="39776" y="7463"/>
                  <a:pt x="39876" y="7431"/>
                  <a:pt x="39976" y="7369"/>
                </a:cubicBezTo>
                <a:lnTo>
                  <a:pt x="47495" y="1003"/>
                </a:lnTo>
                <a:lnTo>
                  <a:pt x="55139" y="7369"/>
                </a:lnTo>
                <a:cubicBezTo>
                  <a:pt x="55225" y="7422"/>
                  <a:pt x="55310" y="7453"/>
                  <a:pt x="55388" y="7453"/>
                </a:cubicBezTo>
                <a:cubicBezTo>
                  <a:pt x="55493" y="7453"/>
                  <a:pt x="55583" y="7398"/>
                  <a:pt x="55640" y="7268"/>
                </a:cubicBezTo>
                <a:cubicBezTo>
                  <a:pt x="55866" y="7168"/>
                  <a:pt x="55866" y="6867"/>
                  <a:pt x="55640" y="6742"/>
                </a:cubicBezTo>
                <a:lnTo>
                  <a:pt x="47821" y="75"/>
                </a:lnTo>
                <a:cubicBezTo>
                  <a:pt x="47720" y="25"/>
                  <a:pt x="47614" y="0"/>
                  <a:pt x="47520" y="0"/>
                </a:cubicBezTo>
                <a:cubicBezTo>
                  <a:pt x="47426" y="0"/>
                  <a:pt x="47345" y="25"/>
                  <a:pt x="47294" y="75"/>
                </a:cubicBezTo>
                <a:lnTo>
                  <a:pt x="39675" y="6542"/>
                </a:lnTo>
                <a:lnTo>
                  <a:pt x="32056" y="75"/>
                </a:lnTo>
                <a:cubicBezTo>
                  <a:pt x="32006" y="25"/>
                  <a:pt x="31925" y="0"/>
                  <a:pt x="31831" y="0"/>
                </a:cubicBezTo>
                <a:cubicBezTo>
                  <a:pt x="31737" y="0"/>
                  <a:pt x="31630" y="25"/>
                  <a:pt x="31530" y="75"/>
                </a:cubicBezTo>
                <a:lnTo>
                  <a:pt x="24011" y="6542"/>
                </a:lnTo>
                <a:lnTo>
                  <a:pt x="16392" y="75"/>
                </a:lnTo>
                <a:cubicBezTo>
                  <a:pt x="16279" y="25"/>
                  <a:pt x="16173" y="0"/>
                  <a:pt x="16082"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34" name="Google Shape;134;p4"/>
          <p:cNvCxnSpPr/>
          <p:nvPr/>
        </p:nvCxnSpPr>
        <p:spPr>
          <a:xfrm rot="10800000">
            <a:off x="7381950" y="4895850"/>
            <a:ext cx="1133400" cy="0"/>
          </a:xfrm>
          <a:prstGeom prst="straightConnector1">
            <a:avLst/>
          </a:prstGeom>
          <a:noFill/>
          <a:ln cap="flat" cmpd="sng" w="28575">
            <a:solidFill>
              <a:schemeClr val="accent5"/>
            </a:solidFill>
            <a:prstDash val="solid"/>
            <a:round/>
            <a:headEnd len="med" w="med" type="none"/>
            <a:tailEnd len="med" w="med" type="none"/>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chemeClr val="accent2"/>
        </a:solidFill>
      </p:bgPr>
    </p:bg>
    <p:spTree>
      <p:nvGrpSpPr>
        <p:cNvPr id="135" name="Shape 135"/>
        <p:cNvGrpSpPr/>
        <p:nvPr/>
      </p:nvGrpSpPr>
      <p:grpSpPr>
        <a:xfrm>
          <a:off x="0" y="0"/>
          <a:ext cx="0" cy="0"/>
          <a:chOff x="0" y="0"/>
          <a:chExt cx="0" cy="0"/>
        </a:xfrm>
      </p:grpSpPr>
      <p:sp>
        <p:nvSpPr>
          <p:cNvPr id="136" name="Google Shape;136;p5"/>
          <p:cNvSpPr/>
          <p:nvPr/>
        </p:nvSpPr>
        <p:spPr>
          <a:xfrm flipH="1">
            <a:off x="319043" y="283350"/>
            <a:ext cx="8505900" cy="4576800"/>
          </a:xfrm>
          <a:prstGeom prst="roundRect">
            <a:avLst>
              <a:gd fmla="val 3396" name="adj"/>
            </a:avLst>
          </a:prstGeom>
          <a:solidFill>
            <a:schemeClr val="accent1"/>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5"/>
          <p:cNvSpPr/>
          <p:nvPr/>
        </p:nvSpPr>
        <p:spPr>
          <a:xfrm flipH="1" rot="10800000">
            <a:off x="4675100" y="579312"/>
            <a:ext cx="3804000" cy="3983400"/>
          </a:xfrm>
          <a:prstGeom prst="roundRect">
            <a:avLst>
              <a:gd fmla="val 3396" name="adj"/>
            </a:avLst>
          </a:prstGeom>
          <a:solidFill>
            <a:schemeClr val="accent4"/>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8" name="Google Shape;138;p5"/>
          <p:cNvGrpSpPr/>
          <p:nvPr/>
        </p:nvGrpSpPr>
        <p:grpSpPr>
          <a:xfrm>
            <a:off x="6659628" y="3464137"/>
            <a:ext cx="1805174" cy="1083810"/>
            <a:chOff x="6659628" y="3464137"/>
            <a:chExt cx="1805174" cy="1083810"/>
          </a:xfrm>
        </p:grpSpPr>
        <p:sp>
          <p:nvSpPr>
            <p:cNvPr id="139" name="Google Shape;139;p5"/>
            <p:cNvSpPr/>
            <p:nvPr/>
          </p:nvSpPr>
          <p:spPr>
            <a:xfrm flipH="1">
              <a:off x="6659628" y="3545595"/>
              <a:ext cx="1262868" cy="1002352"/>
            </a:xfrm>
            <a:custGeom>
              <a:rect b="b" l="l" r="r" t="t"/>
              <a:pathLst>
                <a:path extrusionOk="0" h="19743" w="24157">
                  <a:moveTo>
                    <a:pt x="1676" y="0"/>
                  </a:moveTo>
                  <a:cubicBezTo>
                    <a:pt x="1185" y="0"/>
                    <a:pt x="818" y="164"/>
                    <a:pt x="491" y="532"/>
                  </a:cubicBezTo>
                  <a:cubicBezTo>
                    <a:pt x="0" y="1022"/>
                    <a:pt x="0" y="2044"/>
                    <a:pt x="654" y="2575"/>
                  </a:cubicBezTo>
                  <a:lnTo>
                    <a:pt x="19742" y="19743"/>
                  </a:lnTo>
                  <a:lnTo>
                    <a:pt x="24157" y="19743"/>
                  </a:lnTo>
                  <a:lnTo>
                    <a:pt x="2534" y="327"/>
                  </a:lnTo>
                  <a:cubicBezTo>
                    <a:pt x="2371" y="0"/>
                    <a:pt x="2044" y="0"/>
                    <a:pt x="1676" y="0"/>
                  </a:cubicBezTo>
                  <a:close/>
                </a:path>
              </a:pathLst>
            </a:custGeom>
            <a:solidFill>
              <a:srgbClr val="FFFFFF">
                <a:alpha val="200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5"/>
            <p:cNvSpPr/>
            <p:nvPr/>
          </p:nvSpPr>
          <p:spPr>
            <a:xfrm flipH="1" rot="10800000">
              <a:off x="7611614" y="3464137"/>
              <a:ext cx="853189" cy="845690"/>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rgbClr val="FFFFFF">
                <a:alpha val="200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1" name="Google Shape;141;p5"/>
          <p:cNvSpPr/>
          <p:nvPr/>
        </p:nvSpPr>
        <p:spPr>
          <a:xfrm flipH="1" rot="10800000">
            <a:off x="661175" y="576012"/>
            <a:ext cx="3807600" cy="3986700"/>
          </a:xfrm>
          <a:prstGeom prst="roundRect">
            <a:avLst>
              <a:gd fmla="val 3396" name="adj"/>
            </a:avLst>
          </a:prstGeom>
          <a:solidFill>
            <a:schemeClr val="accent4"/>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5"/>
          <p:cNvSpPr/>
          <p:nvPr/>
        </p:nvSpPr>
        <p:spPr>
          <a:xfrm flipH="1">
            <a:off x="947000" y="591709"/>
            <a:ext cx="1028800" cy="820648"/>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rgbClr val="FFFFFF">
              <a:alpha val="200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5"/>
          <p:cNvSpPr/>
          <p:nvPr/>
        </p:nvSpPr>
        <p:spPr>
          <a:xfrm flipH="1">
            <a:off x="1535518" y="590653"/>
            <a:ext cx="804131" cy="641399"/>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rgbClr val="FFFFFF">
              <a:alpha val="200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5"/>
          <p:cNvSpPr/>
          <p:nvPr/>
        </p:nvSpPr>
        <p:spPr>
          <a:xfrm flipH="1">
            <a:off x="674764" y="1598807"/>
            <a:ext cx="768932" cy="729508"/>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rgbClr val="FFFFFF">
              <a:alpha val="200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5" name="Google Shape;145;p5"/>
          <p:cNvGrpSpPr/>
          <p:nvPr/>
        </p:nvGrpSpPr>
        <p:grpSpPr>
          <a:xfrm>
            <a:off x="4281415" y="375214"/>
            <a:ext cx="581170" cy="125403"/>
            <a:chOff x="4685288" y="186288"/>
            <a:chExt cx="419375" cy="90485"/>
          </a:xfrm>
        </p:grpSpPr>
        <p:sp>
          <p:nvSpPr>
            <p:cNvPr id="146" name="Google Shape;146;p5"/>
            <p:cNvSpPr/>
            <p:nvPr/>
          </p:nvSpPr>
          <p:spPr>
            <a:xfrm>
              <a:off x="4687513" y="186288"/>
              <a:ext cx="414900" cy="822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7" name="Google Shape;147;p5"/>
            <p:cNvGrpSpPr/>
            <p:nvPr/>
          </p:nvGrpSpPr>
          <p:grpSpPr>
            <a:xfrm>
              <a:off x="4685288" y="186300"/>
              <a:ext cx="419375" cy="90473"/>
              <a:chOff x="4390000" y="182175"/>
              <a:chExt cx="419375" cy="90473"/>
            </a:xfrm>
          </p:grpSpPr>
          <p:sp>
            <p:nvSpPr>
              <p:cNvPr id="148" name="Google Shape;148;p5"/>
              <p:cNvSpPr/>
              <p:nvPr/>
            </p:nvSpPr>
            <p:spPr>
              <a:xfrm>
                <a:off x="4390000" y="182175"/>
                <a:ext cx="419375" cy="90473"/>
              </a:xfrm>
              <a:custGeom>
                <a:rect b="b" l="l" r="r" t="t"/>
                <a:pathLst>
                  <a:path extrusionOk="0" h="1906" w="8835">
                    <a:moveTo>
                      <a:pt x="7882" y="155"/>
                    </a:moveTo>
                    <a:cubicBezTo>
                      <a:pt x="8323" y="155"/>
                      <a:pt x="8680" y="512"/>
                      <a:pt x="8680" y="953"/>
                    </a:cubicBezTo>
                    <a:cubicBezTo>
                      <a:pt x="8680" y="1393"/>
                      <a:pt x="8323" y="1750"/>
                      <a:pt x="7882" y="1750"/>
                    </a:cubicBezTo>
                    <a:lnTo>
                      <a:pt x="953" y="1750"/>
                    </a:lnTo>
                    <a:cubicBezTo>
                      <a:pt x="512" y="1750"/>
                      <a:pt x="155" y="1393"/>
                      <a:pt x="155" y="953"/>
                    </a:cubicBezTo>
                    <a:cubicBezTo>
                      <a:pt x="155" y="512"/>
                      <a:pt x="512" y="155"/>
                      <a:pt x="953" y="155"/>
                    </a:cubicBezTo>
                    <a:close/>
                    <a:moveTo>
                      <a:pt x="953" y="0"/>
                    </a:moveTo>
                    <a:cubicBezTo>
                      <a:pt x="429" y="0"/>
                      <a:pt x="0" y="429"/>
                      <a:pt x="0" y="953"/>
                    </a:cubicBezTo>
                    <a:cubicBezTo>
                      <a:pt x="0" y="1476"/>
                      <a:pt x="429" y="1905"/>
                      <a:pt x="953" y="1905"/>
                    </a:cubicBezTo>
                    <a:lnTo>
                      <a:pt x="7882" y="1905"/>
                    </a:lnTo>
                    <a:cubicBezTo>
                      <a:pt x="8406" y="1905"/>
                      <a:pt x="8835" y="1476"/>
                      <a:pt x="8835" y="953"/>
                    </a:cubicBezTo>
                    <a:cubicBezTo>
                      <a:pt x="8835" y="429"/>
                      <a:pt x="8406" y="0"/>
                      <a:pt x="7882"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5"/>
              <p:cNvSpPr/>
              <p:nvPr/>
            </p:nvSpPr>
            <p:spPr>
              <a:xfrm>
                <a:off x="4464048" y="201352"/>
                <a:ext cx="52024" cy="52072"/>
              </a:xfrm>
              <a:custGeom>
                <a:rect b="b" l="l" r="r" t="t"/>
                <a:pathLst>
                  <a:path extrusionOk="0" h="1097" w="1096">
                    <a:moveTo>
                      <a:pt x="548" y="144"/>
                    </a:moveTo>
                    <a:cubicBezTo>
                      <a:pt x="774" y="144"/>
                      <a:pt x="953" y="322"/>
                      <a:pt x="953" y="549"/>
                    </a:cubicBezTo>
                    <a:cubicBezTo>
                      <a:pt x="953" y="763"/>
                      <a:pt x="774" y="941"/>
                      <a:pt x="548" y="941"/>
                    </a:cubicBezTo>
                    <a:cubicBezTo>
                      <a:pt x="333" y="941"/>
                      <a:pt x="155" y="763"/>
                      <a:pt x="155" y="549"/>
                    </a:cubicBezTo>
                    <a:cubicBezTo>
                      <a:pt x="155" y="322"/>
                      <a:pt x="333" y="144"/>
                      <a:pt x="548" y="144"/>
                    </a:cubicBezTo>
                    <a:close/>
                    <a:moveTo>
                      <a:pt x="548" y="1"/>
                    </a:moveTo>
                    <a:cubicBezTo>
                      <a:pt x="250" y="1"/>
                      <a:pt x="0" y="251"/>
                      <a:pt x="0" y="549"/>
                    </a:cubicBezTo>
                    <a:cubicBezTo>
                      <a:pt x="0" y="846"/>
                      <a:pt x="250" y="1096"/>
                      <a:pt x="548" y="1096"/>
                    </a:cubicBezTo>
                    <a:cubicBezTo>
                      <a:pt x="845" y="1096"/>
                      <a:pt x="1095" y="846"/>
                      <a:pt x="1095" y="549"/>
                    </a:cubicBezTo>
                    <a:cubicBezTo>
                      <a:pt x="1095" y="251"/>
                      <a:pt x="845" y="1"/>
                      <a:pt x="54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50" name="Google Shape;150;p5"/>
          <p:cNvGrpSpPr/>
          <p:nvPr/>
        </p:nvGrpSpPr>
        <p:grpSpPr>
          <a:xfrm flipH="1" rot="-10283466">
            <a:off x="223212" y="142930"/>
            <a:ext cx="541137" cy="2225321"/>
            <a:chOff x="871338" y="1945155"/>
            <a:chExt cx="247109" cy="1016148"/>
          </a:xfrm>
        </p:grpSpPr>
        <p:sp>
          <p:nvSpPr>
            <p:cNvPr id="151" name="Google Shape;151;p5"/>
            <p:cNvSpPr/>
            <p:nvPr/>
          </p:nvSpPr>
          <p:spPr>
            <a:xfrm>
              <a:off x="1017893" y="2858365"/>
              <a:ext cx="100554" cy="102938"/>
            </a:xfrm>
            <a:custGeom>
              <a:rect b="b" l="l" r="r" t="t"/>
              <a:pathLst>
                <a:path extrusionOk="0" h="5440" w="5314">
                  <a:moveTo>
                    <a:pt x="2707" y="0"/>
                  </a:moveTo>
                  <a:cubicBezTo>
                    <a:pt x="1253" y="0"/>
                    <a:pt x="0" y="1254"/>
                    <a:pt x="0" y="2707"/>
                  </a:cubicBezTo>
                  <a:cubicBezTo>
                    <a:pt x="0" y="4186"/>
                    <a:pt x="1253" y="5439"/>
                    <a:pt x="2707" y="5439"/>
                  </a:cubicBezTo>
                  <a:cubicBezTo>
                    <a:pt x="4161" y="5439"/>
                    <a:pt x="5314" y="4186"/>
                    <a:pt x="5314" y="2707"/>
                  </a:cubicBezTo>
                  <a:cubicBezTo>
                    <a:pt x="5314" y="1254"/>
                    <a:pt x="4161" y="0"/>
                    <a:pt x="270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5"/>
            <p:cNvSpPr/>
            <p:nvPr/>
          </p:nvSpPr>
          <p:spPr>
            <a:xfrm>
              <a:off x="871338" y="2075844"/>
              <a:ext cx="215338" cy="853670"/>
            </a:xfrm>
            <a:custGeom>
              <a:rect b="b" l="l" r="r" t="t"/>
              <a:pathLst>
                <a:path extrusionOk="0" h="45114" w="11380">
                  <a:moveTo>
                    <a:pt x="6066" y="1"/>
                  </a:moveTo>
                  <a:cubicBezTo>
                    <a:pt x="2206" y="5640"/>
                    <a:pt x="1" y="12332"/>
                    <a:pt x="1" y="19625"/>
                  </a:cubicBezTo>
                  <a:cubicBezTo>
                    <a:pt x="1" y="29650"/>
                    <a:pt x="4287" y="38748"/>
                    <a:pt x="11079" y="45114"/>
                  </a:cubicBezTo>
                  <a:lnTo>
                    <a:pt x="11379" y="44813"/>
                  </a:lnTo>
                  <a:cubicBezTo>
                    <a:pt x="4612" y="38547"/>
                    <a:pt x="427" y="29550"/>
                    <a:pt x="427" y="19625"/>
                  </a:cubicBezTo>
                  <a:cubicBezTo>
                    <a:pt x="427" y="12432"/>
                    <a:pt x="2607" y="5740"/>
                    <a:pt x="6367" y="201"/>
                  </a:cubicBezTo>
                  <a:lnTo>
                    <a:pt x="6066"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5"/>
            <p:cNvSpPr/>
            <p:nvPr/>
          </p:nvSpPr>
          <p:spPr>
            <a:xfrm>
              <a:off x="1051083" y="1945155"/>
              <a:ext cx="67364" cy="51242"/>
            </a:xfrm>
            <a:custGeom>
              <a:rect b="b" l="l" r="r" t="t"/>
              <a:pathLst>
                <a:path extrusionOk="0" h="2708" w="3560">
                  <a:moveTo>
                    <a:pt x="1780" y="1"/>
                  </a:moveTo>
                  <a:cubicBezTo>
                    <a:pt x="1" y="1"/>
                    <a:pt x="1" y="2708"/>
                    <a:pt x="1780" y="2708"/>
                  </a:cubicBezTo>
                  <a:cubicBezTo>
                    <a:pt x="3459" y="2708"/>
                    <a:pt x="3560" y="1"/>
                    <a:pt x="178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4" name="Google Shape;154;p5"/>
          <p:cNvGrpSpPr/>
          <p:nvPr/>
        </p:nvGrpSpPr>
        <p:grpSpPr>
          <a:xfrm rot="-1025565">
            <a:off x="7915709" y="165251"/>
            <a:ext cx="961174" cy="1962025"/>
            <a:chOff x="3789888" y="1403830"/>
            <a:chExt cx="569113" cy="1161936"/>
          </a:xfrm>
        </p:grpSpPr>
        <p:sp>
          <p:nvSpPr>
            <p:cNvPr id="155" name="Google Shape;155;p5"/>
            <p:cNvSpPr/>
            <p:nvPr/>
          </p:nvSpPr>
          <p:spPr>
            <a:xfrm>
              <a:off x="3817855" y="1437512"/>
              <a:ext cx="541146" cy="1128254"/>
            </a:xfrm>
            <a:custGeom>
              <a:rect b="b" l="l" r="r" t="t"/>
              <a:pathLst>
                <a:path extrusionOk="0" h="59625" w="28598">
                  <a:moveTo>
                    <a:pt x="101" y="0"/>
                  </a:moveTo>
                  <a:lnTo>
                    <a:pt x="1" y="426"/>
                  </a:lnTo>
                  <a:cubicBezTo>
                    <a:pt x="16066" y="3359"/>
                    <a:pt x="28197" y="17344"/>
                    <a:pt x="28197" y="34161"/>
                  </a:cubicBezTo>
                  <a:lnTo>
                    <a:pt x="28197" y="34462"/>
                  </a:lnTo>
                  <a:cubicBezTo>
                    <a:pt x="28096" y="44286"/>
                    <a:pt x="23911" y="53058"/>
                    <a:pt x="17219" y="59324"/>
                  </a:cubicBezTo>
                  <a:lnTo>
                    <a:pt x="17545" y="59625"/>
                  </a:lnTo>
                  <a:cubicBezTo>
                    <a:pt x="24212" y="53359"/>
                    <a:pt x="28497" y="44386"/>
                    <a:pt x="28598" y="34462"/>
                  </a:cubicBezTo>
                  <a:lnTo>
                    <a:pt x="28598" y="34161"/>
                  </a:lnTo>
                  <a:cubicBezTo>
                    <a:pt x="28598" y="17143"/>
                    <a:pt x="16292" y="2933"/>
                    <a:pt x="10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5"/>
            <p:cNvSpPr/>
            <p:nvPr/>
          </p:nvSpPr>
          <p:spPr>
            <a:xfrm>
              <a:off x="3789888" y="1403830"/>
              <a:ext cx="81102" cy="79229"/>
            </a:xfrm>
            <a:custGeom>
              <a:rect b="b" l="l" r="r" t="t"/>
              <a:pathLst>
                <a:path extrusionOk="0" h="4187" w="4286">
                  <a:moveTo>
                    <a:pt x="2206" y="1"/>
                  </a:moveTo>
                  <a:cubicBezTo>
                    <a:pt x="1053" y="1"/>
                    <a:pt x="0" y="953"/>
                    <a:pt x="126" y="2106"/>
                  </a:cubicBezTo>
                  <a:cubicBezTo>
                    <a:pt x="126" y="3259"/>
                    <a:pt x="1053" y="4186"/>
                    <a:pt x="2206" y="4186"/>
                  </a:cubicBezTo>
                  <a:cubicBezTo>
                    <a:pt x="3258" y="4186"/>
                    <a:pt x="4286" y="3259"/>
                    <a:pt x="4286" y="2106"/>
                  </a:cubicBezTo>
                  <a:cubicBezTo>
                    <a:pt x="4186" y="953"/>
                    <a:pt x="3359" y="1"/>
                    <a:pt x="220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5"/>
            <p:cNvSpPr/>
            <p:nvPr/>
          </p:nvSpPr>
          <p:spPr>
            <a:xfrm>
              <a:off x="3985754" y="1615346"/>
              <a:ext cx="39378" cy="29898"/>
            </a:xfrm>
            <a:custGeom>
              <a:rect b="b" l="l" r="r" t="t"/>
              <a:pathLst>
                <a:path extrusionOk="0" h="1580" w="2081">
                  <a:moveTo>
                    <a:pt x="1053" y="1"/>
                  </a:moveTo>
                  <a:cubicBezTo>
                    <a:pt x="0" y="1"/>
                    <a:pt x="0" y="1580"/>
                    <a:pt x="1053" y="1580"/>
                  </a:cubicBezTo>
                  <a:cubicBezTo>
                    <a:pt x="2080" y="1580"/>
                    <a:pt x="2080" y="1"/>
                    <a:pt x="105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8" name="Google Shape;158;p5"/>
          <p:cNvSpPr txBox="1"/>
          <p:nvPr>
            <p:ph idx="1" type="subTitle"/>
          </p:nvPr>
        </p:nvSpPr>
        <p:spPr>
          <a:xfrm>
            <a:off x="1379075" y="3084605"/>
            <a:ext cx="2371800" cy="771900"/>
          </a:xfrm>
          <a:prstGeom prst="rect">
            <a:avLst/>
          </a:prstGeom>
        </p:spPr>
        <p:txBody>
          <a:bodyPr anchorCtr="0" anchor="t" bIns="0" lIns="0" spcFirstLastPara="1" rIns="0" wrap="square" tIns="0">
            <a:noAutofit/>
          </a:bodyPr>
          <a:lstStyle>
            <a:lvl1pPr lvl="0" rtl="0" algn="ctr">
              <a:lnSpc>
                <a:spcPct val="100000"/>
              </a:lnSpc>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
        <p:nvSpPr>
          <p:cNvPr id="159" name="Google Shape;159;p5"/>
          <p:cNvSpPr txBox="1"/>
          <p:nvPr>
            <p:ph idx="2" type="subTitle"/>
          </p:nvPr>
        </p:nvSpPr>
        <p:spPr>
          <a:xfrm>
            <a:off x="5391200" y="3084606"/>
            <a:ext cx="2371800" cy="771900"/>
          </a:xfrm>
          <a:prstGeom prst="rect">
            <a:avLst/>
          </a:prstGeom>
        </p:spPr>
        <p:txBody>
          <a:bodyPr anchorCtr="0" anchor="t" bIns="0" lIns="0" spcFirstLastPara="1" rIns="0" wrap="square" tIns="0">
            <a:noAutofit/>
          </a:bodyPr>
          <a:lstStyle>
            <a:lvl1pPr lvl="0" rtl="0" algn="ctr">
              <a:lnSpc>
                <a:spcPct val="100000"/>
              </a:lnSpc>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
        <p:nvSpPr>
          <p:cNvPr id="160" name="Google Shape;160;p5"/>
          <p:cNvSpPr/>
          <p:nvPr/>
        </p:nvSpPr>
        <p:spPr>
          <a:xfrm>
            <a:off x="3757049" y="4494946"/>
            <a:ext cx="1629891" cy="217696"/>
          </a:xfrm>
          <a:custGeom>
            <a:rect b="b" l="l" r="r" t="t"/>
            <a:pathLst>
              <a:path extrusionOk="0" h="7463" w="55866">
                <a:moveTo>
                  <a:pt x="16082" y="0"/>
                </a:moveTo>
                <a:cubicBezTo>
                  <a:pt x="15991" y="0"/>
                  <a:pt x="15916" y="25"/>
                  <a:pt x="15866" y="75"/>
                </a:cubicBezTo>
                <a:lnTo>
                  <a:pt x="8247" y="6542"/>
                </a:lnTo>
                <a:lnTo>
                  <a:pt x="728" y="75"/>
                </a:lnTo>
                <a:cubicBezTo>
                  <a:pt x="634" y="34"/>
                  <a:pt x="528" y="10"/>
                  <a:pt x="428" y="10"/>
                </a:cubicBezTo>
                <a:cubicBezTo>
                  <a:pt x="287" y="10"/>
                  <a:pt x="160" y="58"/>
                  <a:pt x="101" y="176"/>
                </a:cubicBezTo>
                <a:cubicBezTo>
                  <a:pt x="1" y="276"/>
                  <a:pt x="1" y="602"/>
                  <a:pt x="101" y="702"/>
                </a:cubicBezTo>
                <a:lnTo>
                  <a:pt x="8021" y="7369"/>
                </a:lnTo>
                <a:cubicBezTo>
                  <a:pt x="8084" y="7431"/>
                  <a:pt x="8165" y="7463"/>
                  <a:pt x="8256" y="7463"/>
                </a:cubicBezTo>
                <a:cubicBezTo>
                  <a:pt x="8347" y="7463"/>
                  <a:pt x="8447" y="7431"/>
                  <a:pt x="8547" y="7369"/>
                </a:cubicBezTo>
                <a:lnTo>
                  <a:pt x="16066" y="1003"/>
                </a:lnTo>
                <a:lnTo>
                  <a:pt x="23685" y="7369"/>
                </a:lnTo>
                <a:cubicBezTo>
                  <a:pt x="23748" y="7431"/>
                  <a:pt x="23854" y="7463"/>
                  <a:pt x="23958" y="7463"/>
                </a:cubicBezTo>
                <a:cubicBezTo>
                  <a:pt x="24061" y="7463"/>
                  <a:pt x="24161" y="7431"/>
                  <a:pt x="24212" y="7369"/>
                </a:cubicBezTo>
                <a:lnTo>
                  <a:pt x="31831" y="1003"/>
                </a:lnTo>
                <a:lnTo>
                  <a:pt x="39349" y="7369"/>
                </a:lnTo>
                <a:cubicBezTo>
                  <a:pt x="39462" y="7431"/>
                  <a:pt x="39569" y="7463"/>
                  <a:pt x="39672" y="7463"/>
                </a:cubicBezTo>
                <a:cubicBezTo>
                  <a:pt x="39776" y="7463"/>
                  <a:pt x="39876" y="7431"/>
                  <a:pt x="39976" y="7369"/>
                </a:cubicBezTo>
                <a:lnTo>
                  <a:pt x="47495" y="1003"/>
                </a:lnTo>
                <a:lnTo>
                  <a:pt x="55139" y="7369"/>
                </a:lnTo>
                <a:cubicBezTo>
                  <a:pt x="55225" y="7422"/>
                  <a:pt x="55310" y="7453"/>
                  <a:pt x="55388" y="7453"/>
                </a:cubicBezTo>
                <a:cubicBezTo>
                  <a:pt x="55493" y="7453"/>
                  <a:pt x="55583" y="7398"/>
                  <a:pt x="55640" y="7268"/>
                </a:cubicBezTo>
                <a:cubicBezTo>
                  <a:pt x="55866" y="7168"/>
                  <a:pt x="55866" y="6867"/>
                  <a:pt x="55640" y="6742"/>
                </a:cubicBezTo>
                <a:lnTo>
                  <a:pt x="47821" y="75"/>
                </a:lnTo>
                <a:cubicBezTo>
                  <a:pt x="47720" y="25"/>
                  <a:pt x="47614" y="0"/>
                  <a:pt x="47520" y="0"/>
                </a:cubicBezTo>
                <a:cubicBezTo>
                  <a:pt x="47426" y="0"/>
                  <a:pt x="47345" y="25"/>
                  <a:pt x="47294" y="75"/>
                </a:cubicBezTo>
                <a:lnTo>
                  <a:pt x="39675" y="6542"/>
                </a:lnTo>
                <a:lnTo>
                  <a:pt x="32056" y="75"/>
                </a:lnTo>
                <a:cubicBezTo>
                  <a:pt x="32006" y="25"/>
                  <a:pt x="31925" y="0"/>
                  <a:pt x="31831" y="0"/>
                </a:cubicBezTo>
                <a:cubicBezTo>
                  <a:pt x="31737" y="0"/>
                  <a:pt x="31630" y="25"/>
                  <a:pt x="31530" y="75"/>
                </a:cubicBezTo>
                <a:lnTo>
                  <a:pt x="24011" y="6542"/>
                </a:lnTo>
                <a:lnTo>
                  <a:pt x="16392" y="75"/>
                </a:lnTo>
                <a:cubicBezTo>
                  <a:pt x="16279" y="25"/>
                  <a:pt x="16173" y="0"/>
                  <a:pt x="1608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5"/>
          <p:cNvSpPr txBox="1"/>
          <p:nvPr>
            <p:ph type="title"/>
          </p:nvPr>
        </p:nvSpPr>
        <p:spPr>
          <a:xfrm>
            <a:off x="1276350" y="2638425"/>
            <a:ext cx="2581200" cy="420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b="1" sz="1800"/>
            </a:lvl1pPr>
            <a:lvl2pPr lvl="1" rtl="0">
              <a:spcBef>
                <a:spcPts val="0"/>
              </a:spcBef>
              <a:spcAft>
                <a:spcPts val="0"/>
              </a:spcAft>
              <a:buSzPts val="2800"/>
              <a:buNone/>
              <a:defRPr>
                <a:latin typeface="Didact Gothic"/>
                <a:ea typeface="Didact Gothic"/>
                <a:cs typeface="Didact Gothic"/>
                <a:sym typeface="Didact Gothic"/>
              </a:defRPr>
            </a:lvl2pPr>
            <a:lvl3pPr lvl="2" rtl="0">
              <a:spcBef>
                <a:spcPts val="0"/>
              </a:spcBef>
              <a:spcAft>
                <a:spcPts val="0"/>
              </a:spcAft>
              <a:buSzPts val="2800"/>
              <a:buNone/>
              <a:defRPr>
                <a:latin typeface="Didact Gothic"/>
                <a:ea typeface="Didact Gothic"/>
                <a:cs typeface="Didact Gothic"/>
                <a:sym typeface="Didact Gothic"/>
              </a:defRPr>
            </a:lvl3pPr>
            <a:lvl4pPr lvl="3" rtl="0">
              <a:spcBef>
                <a:spcPts val="0"/>
              </a:spcBef>
              <a:spcAft>
                <a:spcPts val="0"/>
              </a:spcAft>
              <a:buSzPts val="2800"/>
              <a:buNone/>
              <a:defRPr>
                <a:latin typeface="Didact Gothic"/>
                <a:ea typeface="Didact Gothic"/>
                <a:cs typeface="Didact Gothic"/>
                <a:sym typeface="Didact Gothic"/>
              </a:defRPr>
            </a:lvl4pPr>
            <a:lvl5pPr lvl="4" rtl="0">
              <a:spcBef>
                <a:spcPts val="0"/>
              </a:spcBef>
              <a:spcAft>
                <a:spcPts val="0"/>
              </a:spcAft>
              <a:buSzPts val="2800"/>
              <a:buNone/>
              <a:defRPr>
                <a:latin typeface="Didact Gothic"/>
                <a:ea typeface="Didact Gothic"/>
                <a:cs typeface="Didact Gothic"/>
                <a:sym typeface="Didact Gothic"/>
              </a:defRPr>
            </a:lvl5pPr>
            <a:lvl6pPr lvl="5" rtl="0">
              <a:spcBef>
                <a:spcPts val="0"/>
              </a:spcBef>
              <a:spcAft>
                <a:spcPts val="0"/>
              </a:spcAft>
              <a:buSzPts val="2800"/>
              <a:buNone/>
              <a:defRPr>
                <a:latin typeface="Didact Gothic"/>
                <a:ea typeface="Didact Gothic"/>
                <a:cs typeface="Didact Gothic"/>
                <a:sym typeface="Didact Gothic"/>
              </a:defRPr>
            </a:lvl6pPr>
            <a:lvl7pPr lvl="6" rtl="0">
              <a:spcBef>
                <a:spcPts val="0"/>
              </a:spcBef>
              <a:spcAft>
                <a:spcPts val="0"/>
              </a:spcAft>
              <a:buSzPts val="2800"/>
              <a:buNone/>
              <a:defRPr>
                <a:latin typeface="Didact Gothic"/>
                <a:ea typeface="Didact Gothic"/>
                <a:cs typeface="Didact Gothic"/>
                <a:sym typeface="Didact Gothic"/>
              </a:defRPr>
            </a:lvl7pPr>
            <a:lvl8pPr lvl="7" rtl="0">
              <a:spcBef>
                <a:spcPts val="0"/>
              </a:spcBef>
              <a:spcAft>
                <a:spcPts val="0"/>
              </a:spcAft>
              <a:buSzPts val="2800"/>
              <a:buNone/>
              <a:defRPr>
                <a:latin typeface="Didact Gothic"/>
                <a:ea typeface="Didact Gothic"/>
                <a:cs typeface="Didact Gothic"/>
                <a:sym typeface="Didact Gothic"/>
              </a:defRPr>
            </a:lvl8pPr>
            <a:lvl9pPr lvl="8" rtl="0">
              <a:spcBef>
                <a:spcPts val="0"/>
              </a:spcBef>
              <a:spcAft>
                <a:spcPts val="0"/>
              </a:spcAft>
              <a:buSzPts val="2800"/>
              <a:buNone/>
              <a:defRPr>
                <a:latin typeface="Didact Gothic"/>
                <a:ea typeface="Didact Gothic"/>
                <a:cs typeface="Didact Gothic"/>
                <a:sym typeface="Didact Gothic"/>
              </a:defRPr>
            </a:lvl9pPr>
          </a:lstStyle>
          <a:p/>
        </p:txBody>
      </p:sp>
      <p:sp>
        <p:nvSpPr>
          <p:cNvPr id="162" name="Google Shape;162;p5"/>
          <p:cNvSpPr txBox="1"/>
          <p:nvPr>
            <p:ph idx="3" type="title"/>
          </p:nvPr>
        </p:nvSpPr>
        <p:spPr>
          <a:xfrm>
            <a:off x="5286375" y="2638425"/>
            <a:ext cx="2581200" cy="420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b="1" sz="1800"/>
            </a:lvl1pPr>
            <a:lvl2pPr lvl="1" rtl="0">
              <a:spcBef>
                <a:spcPts val="0"/>
              </a:spcBef>
              <a:spcAft>
                <a:spcPts val="0"/>
              </a:spcAft>
              <a:buSzPts val="2800"/>
              <a:buNone/>
              <a:defRPr>
                <a:latin typeface="Didact Gothic"/>
                <a:ea typeface="Didact Gothic"/>
                <a:cs typeface="Didact Gothic"/>
                <a:sym typeface="Didact Gothic"/>
              </a:defRPr>
            </a:lvl2pPr>
            <a:lvl3pPr lvl="2" rtl="0">
              <a:spcBef>
                <a:spcPts val="0"/>
              </a:spcBef>
              <a:spcAft>
                <a:spcPts val="0"/>
              </a:spcAft>
              <a:buSzPts val="2800"/>
              <a:buNone/>
              <a:defRPr>
                <a:latin typeface="Didact Gothic"/>
                <a:ea typeface="Didact Gothic"/>
                <a:cs typeface="Didact Gothic"/>
                <a:sym typeface="Didact Gothic"/>
              </a:defRPr>
            </a:lvl3pPr>
            <a:lvl4pPr lvl="3" rtl="0">
              <a:spcBef>
                <a:spcPts val="0"/>
              </a:spcBef>
              <a:spcAft>
                <a:spcPts val="0"/>
              </a:spcAft>
              <a:buSzPts val="2800"/>
              <a:buNone/>
              <a:defRPr>
                <a:latin typeface="Didact Gothic"/>
                <a:ea typeface="Didact Gothic"/>
                <a:cs typeface="Didact Gothic"/>
                <a:sym typeface="Didact Gothic"/>
              </a:defRPr>
            </a:lvl4pPr>
            <a:lvl5pPr lvl="4" rtl="0">
              <a:spcBef>
                <a:spcPts val="0"/>
              </a:spcBef>
              <a:spcAft>
                <a:spcPts val="0"/>
              </a:spcAft>
              <a:buSzPts val="2800"/>
              <a:buNone/>
              <a:defRPr>
                <a:latin typeface="Didact Gothic"/>
                <a:ea typeface="Didact Gothic"/>
                <a:cs typeface="Didact Gothic"/>
                <a:sym typeface="Didact Gothic"/>
              </a:defRPr>
            </a:lvl5pPr>
            <a:lvl6pPr lvl="5" rtl="0">
              <a:spcBef>
                <a:spcPts val="0"/>
              </a:spcBef>
              <a:spcAft>
                <a:spcPts val="0"/>
              </a:spcAft>
              <a:buSzPts val="2800"/>
              <a:buNone/>
              <a:defRPr>
                <a:latin typeface="Didact Gothic"/>
                <a:ea typeface="Didact Gothic"/>
                <a:cs typeface="Didact Gothic"/>
                <a:sym typeface="Didact Gothic"/>
              </a:defRPr>
            </a:lvl6pPr>
            <a:lvl7pPr lvl="6" rtl="0">
              <a:spcBef>
                <a:spcPts val="0"/>
              </a:spcBef>
              <a:spcAft>
                <a:spcPts val="0"/>
              </a:spcAft>
              <a:buSzPts val="2800"/>
              <a:buNone/>
              <a:defRPr>
                <a:latin typeface="Didact Gothic"/>
                <a:ea typeface="Didact Gothic"/>
                <a:cs typeface="Didact Gothic"/>
                <a:sym typeface="Didact Gothic"/>
              </a:defRPr>
            </a:lvl7pPr>
            <a:lvl8pPr lvl="7" rtl="0">
              <a:spcBef>
                <a:spcPts val="0"/>
              </a:spcBef>
              <a:spcAft>
                <a:spcPts val="0"/>
              </a:spcAft>
              <a:buSzPts val="2800"/>
              <a:buNone/>
              <a:defRPr>
                <a:latin typeface="Didact Gothic"/>
                <a:ea typeface="Didact Gothic"/>
                <a:cs typeface="Didact Gothic"/>
                <a:sym typeface="Didact Gothic"/>
              </a:defRPr>
            </a:lvl8pPr>
            <a:lvl9pPr lvl="8" rtl="0">
              <a:spcBef>
                <a:spcPts val="0"/>
              </a:spcBef>
              <a:spcAft>
                <a:spcPts val="0"/>
              </a:spcAft>
              <a:buSzPts val="2800"/>
              <a:buNone/>
              <a:defRPr>
                <a:latin typeface="Didact Gothic"/>
                <a:ea typeface="Didact Gothic"/>
                <a:cs typeface="Didact Gothic"/>
                <a:sym typeface="Didact Gothic"/>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63" name="Shape 163"/>
        <p:cNvGrpSpPr/>
        <p:nvPr/>
      </p:nvGrpSpPr>
      <p:grpSpPr>
        <a:xfrm>
          <a:off x="0" y="0"/>
          <a:ext cx="0" cy="0"/>
          <a:chOff x="0" y="0"/>
          <a:chExt cx="0" cy="0"/>
        </a:xfrm>
      </p:grpSpPr>
      <p:sp>
        <p:nvSpPr>
          <p:cNvPr id="164" name="Google Shape;164;p6"/>
          <p:cNvSpPr/>
          <p:nvPr/>
        </p:nvSpPr>
        <p:spPr>
          <a:xfrm>
            <a:off x="319050" y="283350"/>
            <a:ext cx="8505900" cy="4576800"/>
          </a:xfrm>
          <a:prstGeom prst="roundRect">
            <a:avLst>
              <a:gd fmla="val 3396" name="adj"/>
            </a:avLst>
          </a:prstGeom>
          <a:solidFill>
            <a:schemeClr val="accent4"/>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5" name="Google Shape;165;p6"/>
          <p:cNvGrpSpPr/>
          <p:nvPr/>
        </p:nvGrpSpPr>
        <p:grpSpPr>
          <a:xfrm>
            <a:off x="4281415" y="75177"/>
            <a:ext cx="581170" cy="125403"/>
            <a:chOff x="4685288" y="186288"/>
            <a:chExt cx="419375" cy="90485"/>
          </a:xfrm>
        </p:grpSpPr>
        <p:sp>
          <p:nvSpPr>
            <p:cNvPr id="166" name="Google Shape;166;p6"/>
            <p:cNvSpPr/>
            <p:nvPr/>
          </p:nvSpPr>
          <p:spPr>
            <a:xfrm>
              <a:off x="4687513" y="186288"/>
              <a:ext cx="414900" cy="822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7" name="Google Shape;167;p6"/>
            <p:cNvGrpSpPr/>
            <p:nvPr/>
          </p:nvGrpSpPr>
          <p:grpSpPr>
            <a:xfrm>
              <a:off x="4685288" y="186300"/>
              <a:ext cx="419375" cy="90473"/>
              <a:chOff x="4390000" y="182175"/>
              <a:chExt cx="419375" cy="90473"/>
            </a:xfrm>
          </p:grpSpPr>
          <p:sp>
            <p:nvSpPr>
              <p:cNvPr id="168" name="Google Shape;168;p6"/>
              <p:cNvSpPr/>
              <p:nvPr/>
            </p:nvSpPr>
            <p:spPr>
              <a:xfrm>
                <a:off x="4390000" y="182175"/>
                <a:ext cx="419375" cy="90473"/>
              </a:xfrm>
              <a:custGeom>
                <a:rect b="b" l="l" r="r" t="t"/>
                <a:pathLst>
                  <a:path extrusionOk="0" h="1906" w="8835">
                    <a:moveTo>
                      <a:pt x="7882" y="155"/>
                    </a:moveTo>
                    <a:cubicBezTo>
                      <a:pt x="8323" y="155"/>
                      <a:pt x="8680" y="512"/>
                      <a:pt x="8680" y="953"/>
                    </a:cubicBezTo>
                    <a:cubicBezTo>
                      <a:pt x="8680" y="1393"/>
                      <a:pt x="8323" y="1750"/>
                      <a:pt x="7882" y="1750"/>
                    </a:cubicBezTo>
                    <a:lnTo>
                      <a:pt x="953" y="1750"/>
                    </a:lnTo>
                    <a:cubicBezTo>
                      <a:pt x="512" y="1750"/>
                      <a:pt x="155" y="1393"/>
                      <a:pt x="155" y="953"/>
                    </a:cubicBezTo>
                    <a:cubicBezTo>
                      <a:pt x="155" y="512"/>
                      <a:pt x="512" y="155"/>
                      <a:pt x="953" y="155"/>
                    </a:cubicBezTo>
                    <a:close/>
                    <a:moveTo>
                      <a:pt x="953" y="0"/>
                    </a:moveTo>
                    <a:cubicBezTo>
                      <a:pt x="429" y="0"/>
                      <a:pt x="0" y="429"/>
                      <a:pt x="0" y="953"/>
                    </a:cubicBezTo>
                    <a:cubicBezTo>
                      <a:pt x="0" y="1476"/>
                      <a:pt x="429" y="1905"/>
                      <a:pt x="953" y="1905"/>
                    </a:cubicBezTo>
                    <a:lnTo>
                      <a:pt x="7882" y="1905"/>
                    </a:lnTo>
                    <a:cubicBezTo>
                      <a:pt x="8406" y="1905"/>
                      <a:pt x="8835" y="1476"/>
                      <a:pt x="8835" y="953"/>
                    </a:cubicBezTo>
                    <a:cubicBezTo>
                      <a:pt x="8835" y="429"/>
                      <a:pt x="8406" y="0"/>
                      <a:pt x="7882"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6"/>
              <p:cNvSpPr/>
              <p:nvPr/>
            </p:nvSpPr>
            <p:spPr>
              <a:xfrm>
                <a:off x="4464048" y="201352"/>
                <a:ext cx="52024" cy="52072"/>
              </a:xfrm>
              <a:custGeom>
                <a:rect b="b" l="l" r="r" t="t"/>
                <a:pathLst>
                  <a:path extrusionOk="0" h="1097" w="1096">
                    <a:moveTo>
                      <a:pt x="548" y="144"/>
                    </a:moveTo>
                    <a:cubicBezTo>
                      <a:pt x="774" y="144"/>
                      <a:pt x="953" y="322"/>
                      <a:pt x="953" y="549"/>
                    </a:cubicBezTo>
                    <a:cubicBezTo>
                      <a:pt x="953" y="763"/>
                      <a:pt x="774" y="941"/>
                      <a:pt x="548" y="941"/>
                    </a:cubicBezTo>
                    <a:cubicBezTo>
                      <a:pt x="333" y="941"/>
                      <a:pt x="155" y="763"/>
                      <a:pt x="155" y="549"/>
                    </a:cubicBezTo>
                    <a:cubicBezTo>
                      <a:pt x="155" y="322"/>
                      <a:pt x="333" y="144"/>
                      <a:pt x="548" y="144"/>
                    </a:cubicBezTo>
                    <a:close/>
                    <a:moveTo>
                      <a:pt x="548" y="1"/>
                    </a:moveTo>
                    <a:cubicBezTo>
                      <a:pt x="250" y="1"/>
                      <a:pt x="0" y="251"/>
                      <a:pt x="0" y="549"/>
                    </a:cubicBezTo>
                    <a:cubicBezTo>
                      <a:pt x="0" y="846"/>
                      <a:pt x="250" y="1096"/>
                      <a:pt x="548" y="1096"/>
                    </a:cubicBezTo>
                    <a:cubicBezTo>
                      <a:pt x="845" y="1096"/>
                      <a:pt x="1095" y="846"/>
                      <a:pt x="1095" y="549"/>
                    </a:cubicBezTo>
                    <a:cubicBezTo>
                      <a:pt x="1095" y="251"/>
                      <a:pt x="845" y="1"/>
                      <a:pt x="54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70" name="Google Shape;170;p6"/>
          <p:cNvSpPr txBox="1"/>
          <p:nvPr>
            <p:ph type="title"/>
          </p:nvPr>
        </p:nvSpPr>
        <p:spPr>
          <a:xfrm>
            <a:off x="722375" y="530750"/>
            <a:ext cx="76992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a:solidFill>
                  <a:schemeClr val="accent5"/>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171" name="Google Shape;171;p6"/>
          <p:cNvGrpSpPr/>
          <p:nvPr/>
        </p:nvGrpSpPr>
        <p:grpSpPr>
          <a:xfrm flipH="1" rot="-9602805">
            <a:off x="29343" y="129067"/>
            <a:ext cx="1386120" cy="2705624"/>
            <a:chOff x="409722" y="228600"/>
            <a:chExt cx="1385931" cy="2705253"/>
          </a:xfrm>
        </p:grpSpPr>
        <p:grpSp>
          <p:nvGrpSpPr>
            <p:cNvPr id="172" name="Google Shape;172;p6"/>
            <p:cNvGrpSpPr/>
            <p:nvPr/>
          </p:nvGrpSpPr>
          <p:grpSpPr>
            <a:xfrm flipH="1" rot="-617154">
              <a:off x="575967" y="402323"/>
              <a:ext cx="1053440" cy="2450002"/>
              <a:chOff x="3817855" y="1437512"/>
              <a:chExt cx="541146" cy="1128254"/>
            </a:xfrm>
          </p:grpSpPr>
          <p:sp>
            <p:nvSpPr>
              <p:cNvPr id="173" name="Google Shape;173;p6"/>
              <p:cNvSpPr/>
              <p:nvPr/>
            </p:nvSpPr>
            <p:spPr>
              <a:xfrm>
                <a:off x="3817855" y="1437512"/>
                <a:ext cx="541146" cy="1128254"/>
              </a:xfrm>
              <a:custGeom>
                <a:rect b="b" l="l" r="r" t="t"/>
                <a:pathLst>
                  <a:path extrusionOk="0" h="59625" w="28598">
                    <a:moveTo>
                      <a:pt x="101" y="0"/>
                    </a:moveTo>
                    <a:lnTo>
                      <a:pt x="1" y="426"/>
                    </a:lnTo>
                    <a:cubicBezTo>
                      <a:pt x="16066" y="3359"/>
                      <a:pt x="28197" y="17344"/>
                      <a:pt x="28197" y="34161"/>
                    </a:cubicBezTo>
                    <a:lnTo>
                      <a:pt x="28197" y="34462"/>
                    </a:lnTo>
                    <a:cubicBezTo>
                      <a:pt x="28096" y="44286"/>
                      <a:pt x="23911" y="53058"/>
                      <a:pt x="17219" y="59324"/>
                    </a:cubicBezTo>
                    <a:lnTo>
                      <a:pt x="17545" y="59625"/>
                    </a:lnTo>
                    <a:cubicBezTo>
                      <a:pt x="24212" y="53359"/>
                      <a:pt x="28497" y="44386"/>
                      <a:pt x="28598" y="34462"/>
                    </a:cubicBezTo>
                    <a:lnTo>
                      <a:pt x="28598" y="34161"/>
                    </a:lnTo>
                    <a:cubicBezTo>
                      <a:pt x="28598" y="17143"/>
                      <a:pt x="16292" y="2933"/>
                      <a:pt x="10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6"/>
              <p:cNvSpPr/>
              <p:nvPr/>
            </p:nvSpPr>
            <p:spPr>
              <a:xfrm>
                <a:off x="3985754" y="1615346"/>
                <a:ext cx="39378" cy="29898"/>
              </a:xfrm>
              <a:custGeom>
                <a:rect b="b" l="l" r="r" t="t"/>
                <a:pathLst>
                  <a:path extrusionOk="0" h="1580" w="2081">
                    <a:moveTo>
                      <a:pt x="1053" y="1"/>
                    </a:moveTo>
                    <a:cubicBezTo>
                      <a:pt x="0" y="1"/>
                      <a:pt x="0" y="1580"/>
                      <a:pt x="1053" y="1580"/>
                    </a:cubicBezTo>
                    <a:cubicBezTo>
                      <a:pt x="2080" y="1580"/>
                      <a:pt x="2080" y="1"/>
                      <a:pt x="105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5" name="Google Shape;175;p6"/>
            <p:cNvSpPr/>
            <p:nvPr/>
          </p:nvSpPr>
          <p:spPr>
            <a:xfrm>
              <a:off x="1419225" y="228600"/>
              <a:ext cx="142800" cy="1428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6" name="Google Shape;176;p6"/>
          <p:cNvGrpSpPr/>
          <p:nvPr/>
        </p:nvGrpSpPr>
        <p:grpSpPr>
          <a:xfrm>
            <a:off x="-9513" y="2"/>
            <a:ext cx="9177947" cy="4737094"/>
            <a:chOff x="-9513" y="2"/>
            <a:chExt cx="9177947" cy="4737094"/>
          </a:xfrm>
        </p:grpSpPr>
        <p:sp>
          <p:nvSpPr>
            <p:cNvPr id="177" name="Google Shape;177;p6"/>
            <p:cNvSpPr/>
            <p:nvPr/>
          </p:nvSpPr>
          <p:spPr>
            <a:xfrm>
              <a:off x="7132742" y="2"/>
              <a:ext cx="1612254" cy="1208486"/>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6"/>
            <p:cNvSpPr/>
            <p:nvPr/>
          </p:nvSpPr>
          <p:spPr>
            <a:xfrm rot="10800000">
              <a:off x="-9513" y="3652041"/>
              <a:ext cx="1143784" cy="1085055"/>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6"/>
            <p:cNvSpPr/>
            <p:nvPr/>
          </p:nvSpPr>
          <p:spPr>
            <a:xfrm>
              <a:off x="7972352" y="1381124"/>
              <a:ext cx="1196082" cy="1134709"/>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bg>
      <p:bgPr>
        <a:solidFill>
          <a:schemeClr val="accent2"/>
        </a:solidFill>
      </p:bgPr>
    </p:bg>
    <p:spTree>
      <p:nvGrpSpPr>
        <p:cNvPr id="180" name="Shape 180"/>
        <p:cNvGrpSpPr/>
        <p:nvPr/>
      </p:nvGrpSpPr>
      <p:grpSpPr>
        <a:xfrm>
          <a:off x="0" y="0"/>
          <a:ext cx="0" cy="0"/>
          <a:chOff x="0" y="0"/>
          <a:chExt cx="0" cy="0"/>
        </a:xfrm>
      </p:grpSpPr>
      <p:sp>
        <p:nvSpPr>
          <p:cNvPr id="181" name="Google Shape;181;p7"/>
          <p:cNvSpPr txBox="1"/>
          <p:nvPr>
            <p:ph type="title"/>
          </p:nvPr>
        </p:nvSpPr>
        <p:spPr>
          <a:xfrm>
            <a:off x="992071" y="1521350"/>
            <a:ext cx="2649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solidFill>
                  <a:schemeClr val="accent5"/>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82" name="Google Shape;182;p7"/>
          <p:cNvSpPr txBox="1"/>
          <p:nvPr>
            <p:ph idx="1" type="subTitle"/>
          </p:nvPr>
        </p:nvSpPr>
        <p:spPr>
          <a:xfrm>
            <a:off x="949500" y="2215050"/>
            <a:ext cx="2907600" cy="1133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800"/>
              <a:buNone/>
              <a:defRPr sz="1600"/>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2"/>
        </a:solidFill>
      </p:bgPr>
    </p:bg>
    <p:spTree>
      <p:nvGrpSpPr>
        <p:cNvPr id="183" name="Shape 183"/>
        <p:cNvGrpSpPr/>
        <p:nvPr/>
      </p:nvGrpSpPr>
      <p:grpSpPr>
        <a:xfrm>
          <a:off x="0" y="0"/>
          <a:ext cx="0" cy="0"/>
          <a:chOff x="0" y="0"/>
          <a:chExt cx="0" cy="0"/>
        </a:xfrm>
      </p:grpSpPr>
      <p:grpSp>
        <p:nvGrpSpPr>
          <p:cNvPr id="184" name="Google Shape;184;p8"/>
          <p:cNvGrpSpPr/>
          <p:nvPr/>
        </p:nvGrpSpPr>
        <p:grpSpPr>
          <a:xfrm>
            <a:off x="319043" y="283350"/>
            <a:ext cx="8505900" cy="4576800"/>
            <a:chOff x="319043" y="283350"/>
            <a:chExt cx="8505900" cy="4576800"/>
          </a:xfrm>
        </p:grpSpPr>
        <p:sp>
          <p:nvSpPr>
            <p:cNvPr id="185" name="Google Shape;185;p8"/>
            <p:cNvSpPr/>
            <p:nvPr/>
          </p:nvSpPr>
          <p:spPr>
            <a:xfrm flipH="1">
              <a:off x="319043" y="283350"/>
              <a:ext cx="8505900" cy="4576800"/>
            </a:xfrm>
            <a:prstGeom prst="roundRect">
              <a:avLst>
                <a:gd fmla="val 3396" name="adj"/>
              </a:avLst>
            </a:prstGeom>
            <a:solidFill>
              <a:schemeClr val="accent1"/>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8"/>
            <p:cNvSpPr/>
            <p:nvPr/>
          </p:nvSpPr>
          <p:spPr>
            <a:xfrm flipH="1" rot="10800000">
              <a:off x="694692" y="580875"/>
              <a:ext cx="7754700" cy="3981600"/>
            </a:xfrm>
            <a:prstGeom prst="roundRect">
              <a:avLst>
                <a:gd fmla="val 3396" name="adj"/>
              </a:avLst>
            </a:prstGeom>
            <a:solidFill>
              <a:schemeClr val="accent4"/>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8"/>
            <p:cNvSpPr/>
            <p:nvPr/>
          </p:nvSpPr>
          <p:spPr>
            <a:xfrm flipH="1">
              <a:off x="1289186" y="298550"/>
              <a:ext cx="1611114" cy="1202094"/>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rgbClr val="FFFFFF">
                <a:alpha val="200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8"/>
            <p:cNvSpPr/>
            <p:nvPr/>
          </p:nvSpPr>
          <p:spPr>
            <a:xfrm flipH="1">
              <a:off x="2162181" y="298550"/>
              <a:ext cx="1348069" cy="995345"/>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rgbClr val="FFFFFF">
                <a:alpha val="200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9" name="Google Shape;189;p8"/>
          <p:cNvGrpSpPr/>
          <p:nvPr/>
        </p:nvGrpSpPr>
        <p:grpSpPr>
          <a:xfrm>
            <a:off x="4281415" y="375214"/>
            <a:ext cx="581170" cy="125403"/>
            <a:chOff x="4685288" y="186288"/>
            <a:chExt cx="419375" cy="90485"/>
          </a:xfrm>
        </p:grpSpPr>
        <p:sp>
          <p:nvSpPr>
            <p:cNvPr id="190" name="Google Shape;190;p8"/>
            <p:cNvSpPr/>
            <p:nvPr/>
          </p:nvSpPr>
          <p:spPr>
            <a:xfrm>
              <a:off x="4687513" y="186288"/>
              <a:ext cx="414900" cy="822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91" name="Google Shape;191;p8"/>
            <p:cNvGrpSpPr/>
            <p:nvPr/>
          </p:nvGrpSpPr>
          <p:grpSpPr>
            <a:xfrm>
              <a:off x="4685288" y="186300"/>
              <a:ext cx="419375" cy="90473"/>
              <a:chOff x="4390000" y="182175"/>
              <a:chExt cx="419375" cy="90473"/>
            </a:xfrm>
          </p:grpSpPr>
          <p:sp>
            <p:nvSpPr>
              <p:cNvPr id="192" name="Google Shape;192;p8"/>
              <p:cNvSpPr/>
              <p:nvPr/>
            </p:nvSpPr>
            <p:spPr>
              <a:xfrm>
                <a:off x="4390000" y="182175"/>
                <a:ext cx="419375" cy="90473"/>
              </a:xfrm>
              <a:custGeom>
                <a:rect b="b" l="l" r="r" t="t"/>
                <a:pathLst>
                  <a:path extrusionOk="0" h="1906" w="8835">
                    <a:moveTo>
                      <a:pt x="7882" y="155"/>
                    </a:moveTo>
                    <a:cubicBezTo>
                      <a:pt x="8323" y="155"/>
                      <a:pt x="8680" y="512"/>
                      <a:pt x="8680" y="953"/>
                    </a:cubicBezTo>
                    <a:cubicBezTo>
                      <a:pt x="8680" y="1393"/>
                      <a:pt x="8323" y="1750"/>
                      <a:pt x="7882" y="1750"/>
                    </a:cubicBezTo>
                    <a:lnTo>
                      <a:pt x="953" y="1750"/>
                    </a:lnTo>
                    <a:cubicBezTo>
                      <a:pt x="512" y="1750"/>
                      <a:pt x="155" y="1393"/>
                      <a:pt x="155" y="953"/>
                    </a:cubicBezTo>
                    <a:cubicBezTo>
                      <a:pt x="155" y="512"/>
                      <a:pt x="512" y="155"/>
                      <a:pt x="953" y="155"/>
                    </a:cubicBezTo>
                    <a:close/>
                    <a:moveTo>
                      <a:pt x="953" y="0"/>
                    </a:moveTo>
                    <a:cubicBezTo>
                      <a:pt x="429" y="0"/>
                      <a:pt x="0" y="429"/>
                      <a:pt x="0" y="953"/>
                    </a:cubicBezTo>
                    <a:cubicBezTo>
                      <a:pt x="0" y="1476"/>
                      <a:pt x="429" y="1905"/>
                      <a:pt x="953" y="1905"/>
                    </a:cubicBezTo>
                    <a:lnTo>
                      <a:pt x="7882" y="1905"/>
                    </a:lnTo>
                    <a:cubicBezTo>
                      <a:pt x="8406" y="1905"/>
                      <a:pt x="8835" y="1476"/>
                      <a:pt x="8835" y="953"/>
                    </a:cubicBezTo>
                    <a:cubicBezTo>
                      <a:pt x="8835" y="429"/>
                      <a:pt x="8406" y="0"/>
                      <a:pt x="7882"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8"/>
              <p:cNvSpPr/>
              <p:nvPr/>
            </p:nvSpPr>
            <p:spPr>
              <a:xfrm>
                <a:off x="4464048" y="201352"/>
                <a:ext cx="52024" cy="52072"/>
              </a:xfrm>
              <a:custGeom>
                <a:rect b="b" l="l" r="r" t="t"/>
                <a:pathLst>
                  <a:path extrusionOk="0" h="1097" w="1096">
                    <a:moveTo>
                      <a:pt x="548" y="144"/>
                    </a:moveTo>
                    <a:cubicBezTo>
                      <a:pt x="774" y="144"/>
                      <a:pt x="953" y="322"/>
                      <a:pt x="953" y="549"/>
                    </a:cubicBezTo>
                    <a:cubicBezTo>
                      <a:pt x="953" y="763"/>
                      <a:pt x="774" y="941"/>
                      <a:pt x="548" y="941"/>
                    </a:cubicBezTo>
                    <a:cubicBezTo>
                      <a:pt x="333" y="941"/>
                      <a:pt x="155" y="763"/>
                      <a:pt x="155" y="549"/>
                    </a:cubicBezTo>
                    <a:cubicBezTo>
                      <a:pt x="155" y="322"/>
                      <a:pt x="333" y="144"/>
                      <a:pt x="548" y="144"/>
                    </a:cubicBezTo>
                    <a:close/>
                    <a:moveTo>
                      <a:pt x="548" y="1"/>
                    </a:moveTo>
                    <a:cubicBezTo>
                      <a:pt x="250" y="1"/>
                      <a:pt x="0" y="251"/>
                      <a:pt x="0" y="549"/>
                    </a:cubicBezTo>
                    <a:cubicBezTo>
                      <a:pt x="0" y="846"/>
                      <a:pt x="250" y="1096"/>
                      <a:pt x="548" y="1096"/>
                    </a:cubicBezTo>
                    <a:cubicBezTo>
                      <a:pt x="845" y="1096"/>
                      <a:pt x="1095" y="846"/>
                      <a:pt x="1095" y="549"/>
                    </a:cubicBezTo>
                    <a:cubicBezTo>
                      <a:pt x="1095" y="251"/>
                      <a:pt x="845" y="1"/>
                      <a:pt x="54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94" name="Google Shape;194;p8"/>
          <p:cNvSpPr txBox="1"/>
          <p:nvPr>
            <p:ph type="title"/>
          </p:nvPr>
        </p:nvSpPr>
        <p:spPr>
          <a:xfrm>
            <a:off x="2046600" y="1414500"/>
            <a:ext cx="5050800" cy="2314500"/>
          </a:xfrm>
          <a:prstGeom prst="rect">
            <a:avLst/>
          </a:prstGeom>
        </p:spPr>
        <p:txBody>
          <a:bodyPr anchorCtr="0" anchor="ctr" bIns="91425" lIns="91425" spcFirstLastPara="1" rIns="91425" wrap="square" tIns="91425">
            <a:noAutofit/>
          </a:bodyPr>
          <a:lstStyle>
            <a:lvl1pPr lvl="0" algn="ctr">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95" name="Shape 195"/>
        <p:cNvGrpSpPr/>
        <p:nvPr/>
      </p:nvGrpSpPr>
      <p:grpSpPr>
        <a:xfrm>
          <a:off x="0" y="0"/>
          <a:ext cx="0" cy="0"/>
          <a:chOff x="0" y="0"/>
          <a:chExt cx="0" cy="0"/>
        </a:xfrm>
      </p:grpSpPr>
      <p:grpSp>
        <p:nvGrpSpPr>
          <p:cNvPr id="196" name="Google Shape;196;p9"/>
          <p:cNvGrpSpPr/>
          <p:nvPr/>
        </p:nvGrpSpPr>
        <p:grpSpPr>
          <a:xfrm>
            <a:off x="-9513" y="-6"/>
            <a:ext cx="9177947" cy="5143519"/>
            <a:chOff x="-9513" y="-6"/>
            <a:chExt cx="9177947" cy="5143519"/>
          </a:xfrm>
        </p:grpSpPr>
        <p:sp>
          <p:nvSpPr>
            <p:cNvPr id="197" name="Google Shape;197;p9"/>
            <p:cNvSpPr/>
            <p:nvPr/>
          </p:nvSpPr>
          <p:spPr>
            <a:xfrm>
              <a:off x="319050" y="283350"/>
              <a:ext cx="8505900" cy="4576800"/>
            </a:xfrm>
            <a:prstGeom prst="roundRect">
              <a:avLst>
                <a:gd fmla="val 3396" name="adj"/>
              </a:avLst>
            </a:prstGeom>
            <a:solidFill>
              <a:schemeClr val="accent4"/>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9"/>
            <p:cNvSpPr/>
            <p:nvPr/>
          </p:nvSpPr>
          <p:spPr>
            <a:xfrm>
              <a:off x="7132742" y="2"/>
              <a:ext cx="1612254" cy="1208486"/>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9"/>
            <p:cNvSpPr/>
            <p:nvPr/>
          </p:nvSpPr>
          <p:spPr>
            <a:xfrm>
              <a:off x="6426313" y="-6"/>
              <a:ext cx="1250789" cy="937634"/>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9"/>
            <p:cNvSpPr/>
            <p:nvPr/>
          </p:nvSpPr>
          <p:spPr>
            <a:xfrm>
              <a:off x="743298" y="3878776"/>
              <a:ext cx="1664900" cy="1264737"/>
            </a:xfrm>
            <a:custGeom>
              <a:rect b="b" l="l" r="r" t="t"/>
              <a:pathLst>
                <a:path extrusionOk="0" h="19743" w="24157">
                  <a:moveTo>
                    <a:pt x="1676" y="0"/>
                  </a:moveTo>
                  <a:cubicBezTo>
                    <a:pt x="1185" y="0"/>
                    <a:pt x="818" y="164"/>
                    <a:pt x="491" y="532"/>
                  </a:cubicBezTo>
                  <a:cubicBezTo>
                    <a:pt x="0" y="1022"/>
                    <a:pt x="0" y="2044"/>
                    <a:pt x="654" y="2575"/>
                  </a:cubicBezTo>
                  <a:lnTo>
                    <a:pt x="19742" y="19743"/>
                  </a:lnTo>
                  <a:lnTo>
                    <a:pt x="24157" y="19743"/>
                  </a:lnTo>
                  <a:lnTo>
                    <a:pt x="2534" y="327"/>
                  </a:lnTo>
                  <a:cubicBezTo>
                    <a:pt x="2371" y="0"/>
                    <a:pt x="2044" y="0"/>
                    <a:pt x="1676"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9"/>
            <p:cNvSpPr/>
            <p:nvPr/>
          </p:nvSpPr>
          <p:spPr>
            <a:xfrm rot="10800000">
              <a:off x="-9513" y="3652041"/>
              <a:ext cx="1143784" cy="1085055"/>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9"/>
            <p:cNvSpPr/>
            <p:nvPr/>
          </p:nvSpPr>
          <p:spPr>
            <a:xfrm rot="10800000">
              <a:off x="-9513" y="2774418"/>
              <a:ext cx="1143784" cy="1085055"/>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9"/>
            <p:cNvSpPr/>
            <p:nvPr/>
          </p:nvSpPr>
          <p:spPr>
            <a:xfrm>
              <a:off x="7972352" y="1381124"/>
              <a:ext cx="1196082" cy="1134709"/>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4" name="Google Shape;204;p9"/>
          <p:cNvSpPr txBox="1"/>
          <p:nvPr>
            <p:ph type="ctrTitle"/>
          </p:nvPr>
        </p:nvSpPr>
        <p:spPr>
          <a:xfrm>
            <a:off x="4969070" y="1686150"/>
            <a:ext cx="3441000" cy="426900"/>
          </a:xfrm>
          <a:prstGeom prst="rect">
            <a:avLst/>
          </a:prstGeom>
        </p:spPr>
        <p:txBody>
          <a:bodyPr anchorCtr="0" anchor="b" bIns="0" lIns="0" spcFirstLastPara="1" rIns="0" wrap="square" tIns="0">
            <a:noAutofit/>
          </a:bodyPr>
          <a:lstStyle>
            <a:lvl1pPr lvl="0" rtl="0">
              <a:spcBef>
                <a:spcPts val="0"/>
              </a:spcBef>
              <a:spcAft>
                <a:spcPts val="0"/>
              </a:spcAft>
              <a:buSzPts val="3000"/>
              <a:buNone/>
              <a:defRPr sz="3000"/>
            </a:lvl1pPr>
            <a:lvl2pPr lvl="1" rtl="0">
              <a:spcBef>
                <a:spcPts val="0"/>
              </a:spcBef>
              <a:spcAft>
                <a:spcPts val="0"/>
              </a:spcAft>
              <a:buSzPts val="3200"/>
              <a:buNone/>
              <a:defRPr sz="3200"/>
            </a:lvl2pPr>
            <a:lvl3pPr lvl="2" rtl="0">
              <a:spcBef>
                <a:spcPts val="0"/>
              </a:spcBef>
              <a:spcAft>
                <a:spcPts val="0"/>
              </a:spcAft>
              <a:buSzPts val="3200"/>
              <a:buNone/>
              <a:defRPr sz="3200"/>
            </a:lvl3pPr>
            <a:lvl4pPr lvl="3" rtl="0">
              <a:spcBef>
                <a:spcPts val="0"/>
              </a:spcBef>
              <a:spcAft>
                <a:spcPts val="0"/>
              </a:spcAft>
              <a:buSzPts val="3200"/>
              <a:buNone/>
              <a:defRPr sz="3200"/>
            </a:lvl4pPr>
            <a:lvl5pPr lvl="4" rtl="0">
              <a:spcBef>
                <a:spcPts val="0"/>
              </a:spcBef>
              <a:spcAft>
                <a:spcPts val="0"/>
              </a:spcAft>
              <a:buSzPts val="3200"/>
              <a:buNone/>
              <a:defRPr sz="3200"/>
            </a:lvl5pPr>
            <a:lvl6pPr lvl="5" rtl="0">
              <a:spcBef>
                <a:spcPts val="0"/>
              </a:spcBef>
              <a:spcAft>
                <a:spcPts val="0"/>
              </a:spcAft>
              <a:buSzPts val="3200"/>
              <a:buNone/>
              <a:defRPr sz="3200"/>
            </a:lvl6pPr>
            <a:lvl7pPr lvl="6" rtl="0">
              <a:spcBef>
                <a:spcPts val="0"/>
              </a:spcBef>
              <a:spcAft>
                <a:spcPts val="0"/>
              </a:spcAft>
              <a:buSzPts val="3200"/>
              <a:buNone/>
              <a:defRPr sz="3200"/>
            </a:lvl7pPr>
            <a:lvl8pPr lvl="7" rtl="0">
              <a:spcBef>
                <a:spcPts val="0"/>
              </a:spcBef>
              <a:spcAft>
                <a:spcPts val="0"/>
              </a:spcAft>
              <a:buSzPts val="3200"/>
              <a:buNone/>
              <a:defRPr sz="3200"/>
            </a:lvl8pPr>
            <a:lvl9pPr lvl="8" rtl="0">
              <a:spcBef>
                <a:spcPts val="0"/>
              </a:spcBef>
              <a:spcAft>
                <a:spcPts val="0"/>
              </a:spcAft>
              <a:buSzPts val="3200"/>
              <a:buNone/>
              <a:defRPr sz="3200"/>
            </a:lvl9pPr>
          </a:lstStyle>
          <a:p/>
        </p:txBody>
      </p:sp>
      <p:grpSp>
        <p:nvGrpSpPr>
          <p:cNvPr id="205" name="Google Shape;205;p9"/>
          <p:cNvGrpSpPr/>
          <p:nvPr/>
        </p:nvGrpSpPr>
        <p:grpSpPr>
          <a:xfrm>
            <a:off x="4281415" y="75177"/>
            <a:ext cx="581170" cy="125403"/>
            <a:chOff x="4685288" y="186288"/>
            <a:chExt cx="419375" cy="90485"/>
          </a:xfrm>
        </p:grpSpPr>
        <p:sp>
          <p:nvSpPr>
            <p:cNvPr id="206" name="Google Shape;206;p9"/>
            <p:cNvSpPr/>
            <p:nvPr/>
          </p:nvSpPr>
          <p:spPr>
            <a:xfrm>
              <a:off x="4687513" y="186288"/>
              <a:ext cx="414900" cy="822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07" name="Google Shape;207;p9"/>
            <p:cNvGrpSpPr/>
            <p:nvPr/>
          </p:nvGrpSpPr>
          <p:grpSpPr>
            <a:xfrm>
              <a:off x="4685288" y="186300"/>
              <a:ext cx="419375" cy="90473"/>
              <a:chOff x="4390000" y="182175"/>
              <a:chExt cx="419375" cy="90473"/>
            </a:xfrm>
          </p:grpSpPr>
          <p:sp>
            <p:nvSpPr>
              <p:cNvPr id="208" name="Google Shape;208;p9"/>
              <p:cNvSpPr/>
              <p:nvPr/>
            </p:nvSpPr>
            <p:spPr>
              <a:xfrm>
                <a:off x="4390000" y="182175"/>
                <a:ext cx="419375" cy="90473"/>
              </a:xfrm>
              <a:custGeom>
                <a:rect b="b" l="l" r="r" t="t"/>
                <a:pathLst>
                  <a:path extrusionOk="0" h="1906" w="8835">
                    <a:moveTo>
                      <a:pt x="7882" y="155"/>
                    </a:moveTo>
                    <a:cubicBezTo>
                      <a:pt x="8323" y="155"/>
                      <a:pt x="8680" y="512"/>
                      <a:pt x="8680" y="953"/>
                    </a:cubicBezTo>
                    <a:cubicBezTo>
                      <a:pt x="8680" y="1393"/>
                      <a:pt x="8323" y="1750"/>
                      <a:pt x="7882" y="1750"/>
                    </a:cubicBezTo>
                    <a:lnTo>
                      <a:pt x="953" y="1750"/>
                    </a:lnTo>
                    <a:cubicBezTo>
                      <a:pt x="512" y="1750"/>
                      <a:pt x="155" y="1393"/>
                      <a:pt x="155" y="953"/>
                    </a:cubicBezTo>
                    <a:cubicBezTo>
                      <a:pt x="155" y="512"/>
                      <a:pt x="512" y="155"/>
                      <a:pt x="953" y="155"/>
                    </a:cubicBezTo>
                    <a:close/>
                    <a:moveTo>
                      <a:pt x="953" y="0"/>
                    </a:moveTo>
                    <a:cubicBezTo>
                      <a:pt x="429" y="0"/>
                      <a:pt x="0" y="429"/>
                      <a:pt x="0" y="953"/>
                    </a:cubicBezTo>
                    <a:cubicBezTo>
                      <a:pt x="0" y="1476"/>
                      <a:pt x="429" y="1905"/>
                      <a:pt x="953" y="1905"/>
                    </a:cubicBezTo>
                    <a:lnTo>
                      <a:pt x="7882" y="1905"/>
                    </a:lnTo>
                    <a:cubicBezTo>
                      <a:pt x="8406" y="1905"/>
                      <a:pt x="8835" y="1476"/>
                      <a:pt x="8835" y="953"/>
                    </a:cubicBezTo>
                    <a:cubicBezTo>
                      <a:pt x="8835" y="429"/>
                      <a:pt x="8406" y="0"/>
                      <a:pt x="7882"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9"/>
              <p:cNvSpPr/>
              <p:nvPr/>
            </p:nvSpPr>
            <p:spPr>
              <a:xfrm>
                <a:off x="4464048" y="201352"/>
                <a:ext cx="52024" cy="52072"/>
              </a:xfrm>
              <a:custGeom>
                <a:rect b="b" l="l" r="r" t="t"/>
                <a:pathLst>
                  <a:path extrusionOk="0" h="1097" w="1096">
                    <a:moveTo>
                      <a:pt x="548" y="144"/>
                    </a:moveTo>
                    <a:cubicBezTo>
                      <a:pt x="774" y="144"/>
                      <a:pt x="953" y="322"/>
                      <a:pt x="953" y="549"/>
                    </a:cubicBezTo>
                    <a:cubicBezTo>
                      <a:pt x="953" y="763"/>
                      <a:pt x="774" y="941"/>
                      <a:pt x="548" y="941"/>
                    </a:cubicBezTo>
                    <a:cubicBezTo>
                      <a:pt x="333" y="941"/>
                      <a:pt x="155" y="763"/>
                      <a:pt x="155" y="549"/>
                    </a:cubicBezTo>
                    <a:cubicBezTo>
                      <a:pt x="155" y="322"/>
                      <a:pt x="333" y="144"/>
                      <a:pt x="548" y="144"/>
                    </a:cubicBezTo>
                    <a:close/>
                    <a:moveTo>
                      <a:pt x="548" y="1"/>
                    </a:moveTo>
                    <a:cubicBezTo>
                      <a:pt x="250" y="1"/>
                      <a:pt x="0" y="251"/>
                      <a:pt x="0" y="549"/>
                    </a:cubicBezTo>
                    <a:cubicBezTo>
                      <a:pt x="0" y="846"/>
                      <a:pt x="250" y="1096"/>
                      <a:pt x="548" y="1096"/>
                    </a:cubicBezTo>
                    <a:cubicBezTo>
                      <a:pt x="845" y="1096"/>
                      <a:pt x="1095" y="846"/>
                      <a:pt x="1095" y="549"/>
                    </a:cubicBezTo>
                    <a:cubicBezTo>
                      <a:pt x="1095" y="251"/>
                      <a:pt x="845" y="1"/>
                      <a:pt x="54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10" name="Google Shape;210;p9"/>
          <p:cNvSpPr txBox="1"/>
          <p:nvPr>
            <p:ph idx="1" type="subTitle"/>
          </p:nvPr>
        </p:nvSpPr>
        <p:spPr>
          <a:xfrm>
            <a:off x="4876800" y="2313025"/>
            <a:ext cx="3029100" cy="1220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sz="1600">
                <a:solidFill>
                  <a:schemeClr val="accent5"/>
                </a:solidFill>
              </a:defRPr>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11" name="Shape 211"/>
        <p:cNvGrpSpPr/>
        <p:nvPr/>
      </p:nvGrpSpPr>
      <p:grpSpPr>
        <a:xfrm>
          <a:off x="0" y="0"/>
          <a:ext cx="0" cy="0"/>
          <a:chOff x="0" y="0"/>
          <a:chExt cx="0" cy="0"/>
        </a:xfrm>
      </p:grpSpPr>
      <p:sp>
        <p:nvSpPr>
          <p:cNvPr id="212" name="Google Shape;212;p10"/>
          <p:cNvSpPr txBox="1"/>
          <p:nvPr>
            <p:ph type="ctrTitle"/>
          </p:nvPr>
        </p:nvSpPr>
        <p:spPr>
          <a:xfrm>
            <a:off x="712850" y="539500"/>
            <a:ext cx="4278300" cy="1173600"/>
          </a:xfrm>
          <a:prstGeom prst="rect">
            <a:avLst/>
          </a:prstGeom>
        </p:spPr>
        <p:txBody>
          <a:bodyPr anchorCtr="0" anchor="b" bIns="0" lIns="0" spcFirstLastPara="1" rIns="0" wrap="square" tIns="0">
            <a:noAutofit/>
          </a:bodyPr>
          <a:lstStyle>
            <a:lvl1pPr lvl="0" rtl="0">
              <a:spcBef>
                <a:spcPts val="0"/>
              </a:spcBef>
              <a:spcAft>
                <a:spcPts val="0"/>
              </a:spcAft>
              <a:buSzPts val="3000"/>
              <a:buNone/>
              <a:defRPr sz="2400">
                <a:solidFill>
                  <a:schemeClr val="accent5"/>
                </a:solidFill>
              </a:defRPr>
            </a:lvl1pPr>
            <a:lvl2pPr lvl="1" rtl="0">
              <a:spcBef>
                <a:spcPts val="0"/>
              </a:spcBef>
              <a:spcAft>
                <a:spcPts val="0"/>
              </a:spcAft>
              <a:buSzPts val="3200"/>
              <a:buNone/>
              <a:defRPr sz="3200"/>
            </a:lvl2pPr>
            <a:lvl3pPr lvl="2" rtl="0">
              <a:spcBef>
                <a:spcPts val="0"/>
              </a:spcBef>
              <a:spcAft>
                <a:spcPts val="0"/>
              </a:spcAft>
              <a:buSzPts val="3200"/>
              <a:buNone/>
              <a:defRPr sz="3200"/>
            </a:lvl3pPr>
            <a:lvl4pPr lvl="3" rtl="0">
              <a:spcBef>
                <a:spcPts val="0"/>
              </a:spcBef>
              <a:spcAft>
                <a:spcPts val="0"/>
              </a:spcAft>
              <a:buSzPts val="3200"/>
              <a:buNone/>
              <a:defRPr sz="3200"/>
            </a:lvl4pPr>
            <a:lvl5pPr lvl="4" rtl="0">
              <a:spcBef>
                <a:spcPts val="0"/>
              </a:spcBef>
              <a:spcAft>
                <a:spcPts val="0"/>
              </a:spcAft>
              <a:buSzPts val="3200"/>
              <a:buNone/>
              <a:defRPr sz="3200"/>
            </a:lvl5pPr>
            <a:lvl6pPr lvl="5" rtl="0">
              <a:spcBef>
                <a:spcPts val="0"/>
              </a:spcBef>
              <a:spcAft>
                <a:spcPts val="0"/>
              </a:spcAft>
              <a:buSzPts val="3200"/>
              <a:buNone/>
              <a:defRPr sz="3200"/>
            </a:lvl6pPr>
            <a:lvl7pPr lvl="6" rtl="0">
              <a:spcBef>
                <a:spcPts val="0"/>
              </a:spcBef>
              <a:spcAft>
                <a:spcPts val="0"/>
              </a:spcAft>
              <a:buSzPts val="3200"/>
              <a:buNone/>
              <a:defRPr sz="3200"/>
            </a:lvl7pPr>
            <a:lvl8pPr lvl="7" rtl="0">
              <a:spcBef>
                <a:spcPts val="0"/>
              </a:spcBef>
              <a:spcAft>
                <a:spcPts val="0"/>
              </a:spcAft>
              <a:buSzPts val="3200"/>
              <a:buNone/>
              <a:defRPr sz="3200"/>
            </a:lvl8pPr>
            <a:lvl9pPr lvl="8" rtl="0">
              <a:spcBef>
                <a:spcPts val="0"/>
              </a:spcBef>
              <a:spcAft>
                <a:spcPts val="0"/>
              </a:spcAft>
              <a:buSzPts val="3200"/>
              <a:buNone/>
              <a:defRPr sz="32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2"/>
        </a:solidFill>
      </p:bgPr>
    </p:bg>
    <p:spTree>
      <p:nvGrpSpPr>
        <p:cNvPr id="213" name="Shape 213"/>
        <p:cNvGrpSpPr/>
        <p:nvPr/>
      </p:nvGrpSpPr>
      <p:grpSpPr>
        <a:xfrm>
          <a:off x="0" y="0"/>
          <a:ext cx="0" cy="0"/>
          <a:chOff x="0" y="0"/>
          <a:chExt cx="0" cy="0"/>
        </a:xfrm>
      </p:grpSpPr>
      <p:grpSp>
        <p:nvGrpSpPr>
          <p:cNvPr id="214" name="Google Shape;214;p11"/>
          <p:cNvGrpSpPr/>
          <p:nvPr/>
        </p:nvGrpSpPr>
        <p:grpSpPr>
          <a:xfrm>
            <a:off x="319043" y="283350"/>
            <a:ext cx="8505900" cy="4576800"/>
            <a:chOff x="319043" y="283350"/>
            <a:chExt cx="8505900" cy="4576800"/>
          </a:xfrm>
        </p:grpSpPr>
        <p:sp>
          <p:nvSpPr>
            <p:cNvPr id="215" name="Google Shape;215;p11"/>
            <p:cNvSpPr/>
            <p:nvPr/>
          </p:nvSpPr>
          <p:spPr>
            <a:xfrm flipH="1">
              <a:off x="319043" y="283350"/>
              <a:ext cx="8505900" cy="4576800"/>
            </a:xfrm>
            <a:prstGeom prst="roundRect">
              <a:avLst>
                <a:gd fmla="val 3396" name="adj"/>
              </a:avLst>
            </a:prstGeom>
            <a:solidFill>
              <a:schemeClr val="accent1"/>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1"/>
            <p:cNvSpPr/>
            <p:nvPr/>
          </p:nvSpPr>
          <p:spPr>
            <a:xfrm flipH="1" rot="10800000">
              <a:off x="694692" y="580875"/>
              <a:ext cx="7754700" cy="3981600"/>
            </a:xfrm>
            <a:prstGeom prst="roundRect">
              <a:avLst>
                <a:gd fmla="val 3396" name="adj"/>
              </a:avLst>
            </a:prstGeom>
            <a:solidFill>
              <a:schemeClr val="accent4"/>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1"/>
            <p:cNvSpPr/>
            <p:nvPr/>
          </p:nvSpPr>
          <p:spPr>
            <a:xfrm flipH="1">
              <a:off x="1289186" y="298550"/>
              <a:ext cx="1611114" cy="1202094"/>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rgbClr val="FFFFFF">
                <a:alpha val="200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1"/>
            <p:cNvSpPr/>
            <p:nvPr/>
          </p:nvSpPr>
          <p:spPr>
            <a:xfrm flipH="1">
              <a:off x="2162181" y="298550"/>
              <a:ext cx="1348069" cy="995345"/>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rgbClr val="FFFFFF">
                <a:alpha val="200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9" name="Google Shape;219;p11"/>
          <p:cNvGrpSpPr/>
          <p:nvPr/>
        </p:nvGrpSpPr>
        <p:grpSpPr>
          <a:xfrm>
            <a:off x="4281415" y="375214"/>
            <a:ext cx="581170" cy="125403"/>
            <a:chOff x="4685288" y="186288"/>
            <a:chExt cx="419375" cy="90485"/>
          </a:xfrm>
        </p:grpSpPr>
        <p:sp>
          <p:nvSpPr>
            <p:cNvPr id="220" name="Google Shape;220;p11"/>
            <p:cNvSpPr/>
            <p:nvPr/>
          </p:nvSpPr>
          <p:spPr>
            <a:xfrm>
              <a:off x="4687513" y="186288"/>
              <a:ext cx="414900" cy="822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21" name="Google Shape;221;p11"/>
            <p:cNvGrpSpPr/>
            <p:nvPr/>
          </p:nvGrpSpPr>
          <p:grpSpPr>
            <a:xfrm>
              <a:off x="4685288" y="186300"/>
              <a:ext cx="419375" cy="90473"/>
              <a:chOff x="4390000" y="182175"/>
              <a:chExt cx="419375" cy="90473"/>
            </a:xfrm>
          </p:grpSpPr>
          <p:sp>
            <p:nvSpPr>
              <p:cNvPr id="222" name="Google Shape;222;p11"/>
              <p:cNvSpPr/>
              <p:nvPr/>
            </p:nvSpPr>
            <p:spPr>
              <a:xfrm>
                <a:off x="4390000" y="182175"/>
                <a:ext cx="419375" cy="90473"/>
              </a:xfrm>
              <a:custGeom>
                <a:rect b="b" l="l" r="r" t="t"/>
                <a:pathLst>
                  <a:path extrusionOk="0" h="1906" w="8835">
                    <a:moveTo>
                      <a:pt x="7882" y="155"/>
                    </a:moveTo>
                    <a:cubicBezTo>
                      <a:pt x="8323" y="155"/>
                      <a:pt x="8680" y="512"/>
                      <a:pt x="8680" y="953"/>
                    </a:cubicBezTo>
                    <a:cubicBezTo>
                      <a:pt x="8680" y="1393"/>
                      <a:pt x="8323" y="1750"/>
                      <a:pt x="7882" y="1750"/>
                    </a:cubicBezTo>
                    <a:lnTo>
                      <a:pt x="953" y="1750"/>
                    </a:lnTo>
                    <a:cubicBezTo>
                      <a:pt x="512" y="1750"/>
                      <a:pt x="155" y="1393"/>
                      <a:pt x="155" y="953"/>
                    </a:cubicBezTo>
                    <a:cubicBezTo>
                      <a:pt x="155" y="512"/>
                      <a:pt x="512" y="155"/>
                      <a:pt x="953" y="155"/>
                    </a:cubicBezTo>
                    <a:close/>
                    <a:moveTo>
                      <a:pt x="953" y="0"/>
                    </a:moveTo>
                    <a:cubicBezTo>
                      <a:pt x="429" y="0"/>
                      <a:pt x="0" y="429"/>
                      <a:pt x="0" y="953"/>
                    </a:cubicBezTo>
                    <a:cubicBezTo>
                      <a:pt x="0" y="1476"/>
                      <a:pt x="429" y="1905"/>
                      <a:pt x="953" y="1905"/>
                    </a:cubicBezTo>
                    <a:lnTo>
                      <a:pt x="7882" y="1905"/>
                    </a:lnTo>
                    <a:cubicBezTo>
                      <a:pt x="8406" y="1905"/>
                      <a:pt x="8835" y="1476"/>
                      <a:pt x="8835" y="953"/>
                    </a:cubicBezTo>
                    <a:cubicBezTo>
                      <a:pt x="8835" y="429"/>
                      <a:pt x="8406" y="0"/>
                      <a:pt x="7882"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11"/>
              <p:cNvSpPr/>
              <p:nvPr/>
            </p:nvSpPr>
            <p:spPr>
              <a:xfrm>
                <a:off x="4464048" y="201352"/>
                <a:ext cx="52024" cy="52072"/>
              </a:xfrm>
              <a:custGeom>
                <a:rect b="b" l="l" r="r" t="t"/>
                <a:pathLst>
                  <a:path extrusionOk="0" h="1097" w="1096">
                    <a:moveTo>
                      <a:pt x="548" y="144"/>
                    </a:moveTo>
                    <a:cubicBezTo>
                      <a:pt x="774" y="144"/>
                      <a:pt x="953" y="322"/>
                      <a:pt x="953" y="549"/>
                    </a:cubicBezTo>
                    <a:cubicBezTo>
                      <a:pt x="953" y="763"/>
                      <a:pt x="774" y="941"/>
                      <a:pt x="548" y="941"/>
                    </a:cubicBezTo>
                    <a:cubicBezTo>
                      <a:pt x="333" y="941"/>
                      <a:pt x="155" y="763"/>
                      <a:pt x="155" y="549"/>
                    </a:cubicBezTo>
                    <a:cubicBezTo>
                      <a:pt x="155" y="322"/>
                      <a:pt x="333" y="144"/>
                      <a:pt x="548" y="144"/>
                    </a:cubicBezTo>
                    <a:close/>
                    <a:moveTo>
                      <a:pt x="548" y="1"/>
                    </a:moveTo>
                    <a:cubicBezTo>
                      <a:pt x="250" y="1"/>
                      <a:pt x="0" y="251"/>
                      <a:pt x="0" y="549"/>
                    </a:cubicBezTo>
                    <a:cubicBezTo>
                      <a:pt x="0" y="846"/>
                      <a:pt x="250" y="1096"/>
                      <a:pt x="548" y="1096"/>
                    </a:cubicBezTo>
                    <a:cubicBezTo>
                      <a:pt x="845" y="1096"/>
                      <a:pt x="1095" y="846"/>
                      <a:pt x="1095" y="549"/>
                    </a:cubicBezTo>
                    <a:cubicBezTo>
                      <a:pt x="1095" y="251"/>
                      <a:pt x="845" y="1"/>
                      <a:pt x="54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24" name="Google Shape;224;p11"/>
          <p:cNvSpPr/>
          <p:nvPr/>
        </p:nvSpPr>
        <p:spPr>
          <a:xfrm flipH="1" rot="10800000">
            <a:off x="6388800" y="3636168"/>
            <a:ext cx="1611114" cy="1209957"/>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rgbClr val="FFFFFF">
              <a:alpha val="200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1"/>
          <p:cNvSpPr/>
          <p:nvPr/>
        </p:nvSpPr>
        <p:spPr>
          <a:xfrm flipH="1" rot="10800000">
            <a:off x="5778850" y="3842942"/>
            <a:ext cx="1348069" cy="1004358"/>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rgbClr val="FFFFFF">
              <a:alpha val="200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1"/>
          <p:cNvSpPr txBox="1"/>
          <p:nvPr>
            <p:ph hasCustomPrompt="1" type="title"/>
          </p:nvPr>
        </p:nvSpPr>
        <p:spPr>
          <a:xfrm>
            <a:off x="1057200" y="1106125"/>
            <a:ext cx="7029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8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227" name="Google Shape;227;p11"/>
          <p:cNvSpPr txBox="1"/>
          <p:nvPr>
            <p:ph idx="1" type="subTitle"/>
          </p:nvPr>
        </p:nvSpPr>
        <p:spPr>
          <a:xfrm>
            <a:off x="1284000" y="3069625"/>
            <a:ext cx="6576000" cy="713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sz="1600"/>
            </a:lvl1pPr>
            <a:lvl2pPr lvl="1" rtl="0" algn="ctr">
              <a:lnSpc>
                <a:spcPct val="100000"/>
              </a:lnSpc>
              <a:spcBef>
                <a:spcPts val="1600"/>
              </a:spcBef>
              <a:spcAft>
                <a:spcPts val="0"/>
              </a:spcAft>
              <a:buSzPts val="1600"/>
              <a:buNone/>
              <a:defRPr sz="1600"/>
            </a:lvl2pPr>
            <a:lvl3pPr lvl="2" rtl="0" algn="ctr">
              <a:lnSpc>
                <a:spcPct val="100000"/>
              </a:lnSpc>
              <a:spcBef>
                <a:spcPts val="1600"/>
              </a:spcBef>
              <a:spcAft>
                <a:spcPts val="0"/>
              </a:spcAft>
              <a:buSzPts val="1600"/>
              <a:buNone/>
              <a:defRPr sz="1600"/>
            </a:lvl3pPr>
            <a:lvl4pPr lvl="3" rtl="0" algn="ctr">
              <a:lnSpc>
                <a:spcPct val="100000"/>
              </a:lnSpc>
              <a:spcBef>
                <a:spcPts val="1600"/>
              </a:spcBef>
              <a:spcAft>
                <a:spcPts val="0"/>
              </a:spcAft>
              <a:buSzPts val="1600"/>
              <a:buNone/>
              <a:defRPr sz="1600"/>
            </a:lvl4pPr>
            <a:lvl5pPr lvl="4" rtl="0" algn="ctr">
              <a:lnSpc>
                <a:spcPct val="100000"/>
              </a:lnSpc>
              <a:spcBef>
                <a:spcPts val="1600"/>
              </a:spcBef>
              <a:spcAft>
                <a:spcPts val="0"/>
              </a:spcAft>
              <a:buSzPts val="1600"/>
              <a:buNone/>
              <a:defRPr sz="1600"/>
            </a:lvl5pPr>
            <a:lvl6pPr lvl="5" rtl="0" algn="ctr">
              <a:lnSpc>
                <a:spcPct val="100000"/>
              </a:lnSpc>
              <a:spcBef>
                <a:spcPts val="1600"/>
              </a:spcBef>
              <a:spcAft>
                <a:spcPts val="0"/>
              </a:spcAft>
              <a:buSzPts val="1600"/>
              <a:buNone/>
              <a:defRPr sz="1600"/>
            </a:lvl6pPr>
            <a:lvl7pPr lvl="6" rtl="0" algn="ctr">
              <a:lnSpc>
                <a:spcPct val="100000"/>
              </a:lnSpc>
              <a:spcBef>
                <a:spcPts val="1600"/>
              </a:spcBef>
              <a:spcAft>
                <a:spcPts val="0"/>
              </a:spcAft>
              <a:buSzPts val="1600"/>
              <a:buNone/>
              <a:defRPr sz="1600"/>
            </a:lvl7pPr>
            <a:lvl8pPr lvl="7" rtl="0" algn="ctr">
              <a:lnSpc>
                <a:spcPct val="100000"/>
              </a:lnSpc>
              <a:spcBef>
                <a:spcPts val="1600"/>
              </a:spcBef>
              <a:spcAft>
                <a:spcPts val="0"/>
              </a:spcAft>
              <a:buSzPts val="1600"/>
              <a:buNone/>
              <a:defRPr sz="1600"/>
            </a:lvl8pPr>
            <a:lvl9pPr lvl="8" rtl="0" algn="ctr">
              <a:lnSpc>
                <a:spcPct val="100000"/>
              </a:lnSpc>
              <a:spcBef>
                <a:spcPts val="1600"/>
              </a:spcBef>
              <a:spcAft>
                <a:spcPts val="1600"/>
              </a:spcAft>
              <a:buSzPts val="1600"/>
              <a:buNone/>
              <a:defRPr sz="16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228" name="Shape 228"/>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_3">
    <p:spTree>
      <p:nvGrpSpPr>
        <p:cNvPr id="229" name="Shape 229"/>
        <p:cNvGrpSpPr/>
        <p:nvPr/>
      </p:nvGrpSpPr>
      <p:grpSpPr>
        <a:xfrm>
          <a:off x="0" y="0"/>
          <a:ext cx="0" cy="0"/>
          <a:chOff x="0" y="0"/>
          <a:chExt cx="0" cy="0"/>
        </a:xfrm>
      </p:grpSpPr>
      <p:grpSp>
        <p:nvGrpSpPr>
          <p:cNvPr id="230" name="Google Shape;230;p13"/>
          <p:cNvGrpSpPr/>
          <p:nvPr/>
        </p:nvGrpSpPr>
        <p:grpSpPr>
          <a:xfrm>
            <a:off x="-9513" y="-6"/>
            <a:ext cx="9177947" cy="5143519"/>
            <a:chOff x="-9513" y="-6"/>
            <a:chExt cx="9177947" cy="5143519"/>
          </a:xfrm>
        </p:grpSpPr>
        <p:sp>
          <p:nvSpPr>
            <p:cNvPr id="231" name="Google Shape;231;p13"/>
            <p:cNvSpPr/>
            <p:nvPr/>
          </p:nvSpPr>
          <p:spPr>
            <a:xfrm>
              <a:off x="319050" y="283350"/>
              <a:ext cx="8505900" cy="4576800"/>
            </a:xfrm>
            <a:prstGeom prst="roundRect">
              <a:avLst>
                <a:gd fmla="val 3396" name="adj"/>
              </a:avLst>
            </a:prstGeom>
            <a:solidFill>
              <a:schemeClr val="accent4"/>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3"/>
            <p:cNvSpPr/>
            <p:nvPr/>
          </p:nvSpPr>
          <p:spPr>
            <a:xfrm flipH="1">
              <a:off x="109125" y="2"/>
              <a:ext cx="1612254" cy="1208486"/>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3"/>
            <p:cNvSpPr/>
            <p:nvPr/>
          </p:nvSpPr>
          <p:spPr>
            <a:xfrm flipH="1">
              <a:off x="1100819" y="-6"/>
              <a:ext cx="1250789" cy="937634"/>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13"/>
            <p:cNvSpPr/>
            <p:nvPr/>
          </p:nvSpPr>
          <p:spPr>
            <a:xfrm flipH="1">
              <a:off x="6750722" y="3878776"/>
              <a:ext cx="1664900" cy="1264737"/>
            </a:xfrm>
            <a:custGeom>
              <a:rect b="b" l="l" r="r" t="t"/>
              <a:pathLst>
                <a:path extrusionOk="0" h="19743" w="24157">
                  <a:moveTo>
                    <a:pt x="1676" y="0"/>
                  </a:moveTo>
                  <a:cubicBezTo>
                    <a:pt x="1185" y="0"/>
                    <a:pt x="818" y="164"/>
                    <a:pt x="491" y="532"/>
                  </a:cubicBezTo>
                  <a:cubicBezTo>
                    <a:pt x="0" y="1022"/>
                    <a:pt x="0" y="2044"/>
                    <a:pt x="654" y="2575"/>
                  </a:cubicBezTo>
                  <a:lnTo>
                    <a:pt x="19742" y="19743"/>
                  </a:lnTo>
                  <a:lnTo>
                    <a:pt x="24157" y="19743"/>
                  </a:lnTo>
                  <a:lnTo>
                    <a:pt x="2534" y="327"/>
                  </a:lnTo>
                  <a:cubicBezTo>
                    <a:pt x="2371" y="0"/>
                    <a:pt x="2044" y="0"/>
                    <a:pt x="1676"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13"/>
            <p:cNvSpPr/>
            <p:nvPr/>
          </p:nvSpPr>
          <p:spPr>
            <a:xfrm flipH="1" rot="10800000">
              <a:off x="8024650" y="2432841"/>
              <a:ext cx="1143784" cy="1085055"/>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3"/>
            <p:cNvSpPr/>
            <p:nvPr/>
          </p:nvSpPr>
          <p:spPr>
            <a:xfrm flipH="1" rot="10800000">
              <a:off x="8024650" y="259818"/>
              <a:ext cx="1143784" cy="1085055"/>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3"/>
            <p:cNvSpPr/>
            <p:nvPr/>
          </p:nvSpPr>
          <p:spPr>
            <a:xfrm flipH="1">
              <a:off x="-9513" y="2600324"/>
              <a:ext cx="1196082" cy="1134709"/>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8" name="Google Shape;238;p13"/>
          <p:cNvGrpSpPr/>
          <p:nvPr/>
        </p:nvGrpSpPr>
        <p:grpSpPr>
          <a:xfrm>
            <a:off x="4281415" y="75177"/>
            <a:ext cx="581170" cy="125403"/>
            <a:chOff x="4685288" y="186288"/>
            <a:chExt cx="419375" cy="90485"/>
          </a:xfrm>
        </p:grpSpPr>
        <p:sp>
          <p:nvSpPr>
            <p:cNvPr id="239" name="Google Shape;239;p13"/>
            <p:cNvSpPr/>
            <p:nvPr/>
          </p:nvSpPr>
          <p:spPr>
            <a:xfrm>
              <a:off x="4687513" y="186288"/>
              <a:ext cx="414900" cy="822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40" name="Google Shape;240;p13"/>
            <p:cNvGrpSpPr/>
            <p:nvPr/>
          </p:nvGrpSpPr>
          <p:grpSpPr>
            <a:xfrm>
              <a:off x="4685288" y="186300"/>
              <a:ext cx="419375" cy="90473"/>
              <a:chOff x="4390000" y="182175"/>
              <a:chExt cx="419375" cy="90473"/>
            </a:xfrm>
          </p:grpSpPr>
          <p:sp>
            <p:nvSpPr>
              <p:cNvPr id="241" name="Google Shape;241;p13"/>
              <p:cNvSpPr/>
              <p:nvPr/>
            </p:nvSpPr>
            <p:spPr>
              <a:xfrm>
                <a:off x="4390000" y="182175"/>
                <a:ext cx="419375" cy="90473"/>
              </a:xfrm>
              <a:custGeom>
                <a:rect b="b" l="l" r="r" t="t"/>
                <a:pathLst>
                  <a:path extrusionOk="0" h="1906" w="8835">
                    <a:moveTo>
                      <a:pt x="7882" y="155"/>
                    </a:moveTo>
                    <a:cubicBezTo>
                      <a:pt x="8323" y="155"/>
                      <a:pt x="8680" y="512"/>
                      <a:pt x="8680" y="953"/>
                    </a:cubicBezTo>
                    <a:cubicBezTo>
                      <a:pt x="8680" y="1393"/>
                      <a:pt x="8323" y="1750"/>
                      <a:pt x="7882" y="1750"/>
                    </a:cubicBezTo>
                    <a:lnTo>
                      <a:pt x="953" y="1750"/>
                    </a:lnTo>
                    <a:cubicBezTo>
                      <a:pt x="512" y="1750"/>
                      <a:pt x="155" y="1393"/>
                      <a:pt x="155" y="953"/>
                    </a:cubicBezTo>
                    <a:cubicBezTo>
                      <a:pt x="155" y="512"/>
                      <a:pt x="512" y="155"/>
                      <a:pt x="953" y="155"/>
                    </a:cubicBezTo>
                    <a:close/>
                    <a:moveTo>
                      <a:pt x="953" y="0"/>
                    </a:moveTo>
                    <a:cubicBezTo>
                      <a:pt x="429" y="0"/>
                      <a:pt x="0" y="429"/>
                      <a:pt x="0" y="953"/>
                    </a:cubicBezTo>
                    <a:cubicBezTo>
                      <a:pt x="0" y="1476"/>
                      <a:pt x="429" y="1905"/>
                      <a:pt x="953" y="1905"/>
                    </a:cubicBezTo>
                    <a:lnTo>
                      <a:pt x="7882" y="1905"/>
                    </a:lnTo>
                    <a:cubicBezTo>
                      <a:pt x="8406" y="1905"/>
                      <a:pt x="8835" y="1476"/>
                      <a:pt x="8835" y="953"/>
                    </a:cubicBezTo>
                    <a:cubicBezTo>
                      <a:pt x="8835" y="429"/>
                      <a:pt x="8406" y="0"/>
                      <a:pt x="7882"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3"/>
              <p:cNvSpPr/>
              <p:nvPr/>
            </p:nvSpPr>
            <p:spPr>
              <a:xfrm>
                <a:off x="4464048" y="201352"/>
                <a:ext cx="52024" cy="52072"/>
              </a:xfrm>
              <a:custGeom>
                <a:rect b="b" l="l" r="r" t="t"/>
                <a:pathLst>
                  <a:path extrusionOk="0" h="1097" w="1096">
                    <a:moveTo>
                      <a:pt x="548" y="144"/>
                    </a:moveTo>
                    <a:cubicBezTo>
                      <a:pt x="774" y="144"/>
                      <a:pt x="953" y="322"/>
                      <a:pt x="953" y="549"/>
                    </a:cubicBezTo>
                    <a:cubicBezTo>
                      <a:pt x="953" y="763"/>
                      <a:pt x="774" y="941"/>
                      <a:pt x="548" y="941"/>
                    </a:cubicBezTo>
                    <a:cubicBezTo>
                      <a:pt x="333" y="941"/>
                      <a:pt x="155" y="763"/>
                      <a:pt x="155" y="549"/>
                    </a:cubicBezTo>
                    <a:cubicBezTo>
                      <a:pt x="155" y="322"/>
                      <a:pt x="333" y="144"/>
                      <a:pt x="548" y="144"/>
                    </a:cubicBezTo>
                    <a:close/>
                    <a:moveTo>
                      <a:pt x="548" y="1"/>
                    </a:moveTo>
                    <a:cubicBezTo>
                      <a:pt x="250" y="1"/>
                      <a:pt x="0" y="251"/>
                      <a:pt x="0" y="549"/>
                    </a:cubicBezTo>
                    <a:cubicBezTo>
                      <a:pt x="0" y="846"/>
                      <a:pt x="250" y="1096"/>
                      <a:pt x="548" y="1096"/>
                    </a:cubicBezTo>
                    <a:cubicBezTo>
                      <a:pt x="845" y="1096"/>
                      <a:pt x="1095" y="846"/>
                      <a:pt x="1095" y="549"/>
                    </a:cubicBezTo>
                    <a:cubicBezTo>
                      <a:pt x="1095" y="251"/>
                      <a:pt x="845" y="1"/>
                      <a:pt x="54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43" name="Google Shape;243;p13"/>
          <p:cNvSpPr txBox="1"/>
          <p:nvPr>
            <p:ph idx="1" type="subTitle"/>
          </p:nvPr>
        </p:nvSpPr>
        <p:spPr>
          <a:xfrm>
            <a:off x="1454213" y="2117745"/>
            <a:ext cx="2367600" cy="572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sz="1600">
                <a:solidFill>
                  <a:schemeClr val="accent5"/>
                </a:solidFill>
              </a:defRPr>
            </a:lvl1pPr>
            <a:lvl2pPr lvl="1" rtl="0" algn="ctr">
              <a:lnSpc>
                <a:spcPct val="100000"/>
              </a:lnSpc>
              <a:spcBef>
                <a:spcPts val="0"/>
              </a:spcBef>
              <a:spcAft>
                <a:spcPts val="0"/>
              </a:spcAft>
              <a:buNone/>
              <a:defRPr sz="1600">
                <a:solidFill>
                  <a:schemeClr val="accent5"/>
                </a:solidFill>
              </a:defRPr>
            </a:lvl2pPr>
            <a:lvl3pPr lvl="2" rtl="0" algn="ctr">
              <a:lnSpc>
                <a:spcPct val="100000"/>
              </a:lnSpc>
              <a:spcBef>
                <a:spcPts val="0"/>
              </a:spcBef>
              <a:spcAft>
                <a:spcPts val="0"/>
              </a:spcAft>
              <a:buNone/>
              <a:defRPr sz="1600">
                <a:solidFill>
                  <a:schemeClr val="accent5"/>
                </a:solidFill>
              </a:defRPr>
            </a:lvl3pPr>
            <a:lvl4pPr lvl="3" rtl="0" algn="ctr">
              <a:lnSpc>
                <a:spcPct val="100000"/>
              </a:lnSpc>
              <a:spcBef>
                <a:spcPts val="0"/>
              </a:spcBef>
              <a:spcAft>
                <a:spcPts val="0"/>
              </a:spcAft>
              <a:buNone/>
              <a:defRPr sz="1600">
                <a:solidFill>
                  <a:schemeClr val="accent5"/>
                </a:solidFill>
              </a:defRPr>
            </a:lvl4pPr>
            <a:lvl5pPr lvl="4" rtl="0" algn="ctr">
              <a:lnSpc>
                <a:spcPct val="100000"/>
              </a:lnSpc>
              <a:spcBef>
                <a:spcPts val="0"/>
              </a:spcBef>
              <a:spcAft>
                <a:spcPts val="0"/>
              </a:spcAft>
              <a:buNone/>
              <a:defRPr sz="1600">
                <a:solidFill>
                  <a:schemeClr val="accent5"/>
                </a:solidFill>
              </a:defRPr>
            </a:lvl5pPr>
            <a:lvl6pPr lvl="5" rtl="0" algn="ctr">
              <a:lnSpc>
                <a:spcPct val="100000"/>
              </a:lnSpc>
              <a:spcBef>
                <a:spcPts val="0"/>
              </a:spcBef>
              <a:spcAft>
                <a:spcPts val="0"/>
              </a:spcAft>
              <a:buNone/>
              <a:defRPr sz="1600">
                <a:solidFill>
                  <a:schemeClr val="accent5"/>
                </a:solidFill>
              </a:defRPr>
            </a:lvl6pPr>
            <a:lvl7pPr lvl="6" rtl="0" algn="ctr">
              <a:lnSpc>
                <a:spcPct val="100000"/>
              </a:lnSpc>
              <a:spcBef>
                <a:spcPts val="0"/>
              </a:spcBef>
              <a:spcAft>
                <a:spcPts val="0"/>
              </a:spcAft>
              <a:buNone/>
              <a:defRPr sz="1600">
                <a:solidFill>
                  <a:schemeClr val="accent5"/>
                </a:solidFill>
              </a:defRPr>
            </a:lvl7pPr>
            <a:lvl8pPr lvl="7" rtl="0" algn="ctr">
              <a:lnSpc>
                <a:spcPct val="100000"/>
              </a:lnSpc>
              <a:spcBef>
                <a:spcPts val="0"/>
              </a:spcBef>
              <a:spcAft>
                <a:spcPts val="0"/>
              </a:spcAft>
              <a:buNone/>
              <a:defRPr sz="1600">
                <a:solidFill>
                  <a:schemeClr val="accent5"/>
                </a:solidFill>
              </a:defRPr>
            </a:lvl8pPr>
            <a:lvl9pPr lvl="8" rtl="0" algn="ctr">
              <a:lnSpc>
                <a:spcPct val="100000"/>
              </a:lnSpc>
              <a:spcBef>
                <a:spcPts val="0"/>
              </a:spcBef>
              <a:spcAft>
                <a:spcPts val="0"/>
              </a:spcAft>
              <a:buNone/>
              <a:defRPr sz="1600">
                <a:solidFill>
                  <a:schemeClr val="accent5"/>
                </a:solidFill>
              </a:defRPr>
            </a:lvl9pPr>
          </a:lstStyle>
          <a:p/>
        </p:txBody>
      </p:sp>
      <p:sp>
        <p:nvSpPr>
          <p:cNvPr id="244" name="Google Shape;244;p13"/>
          <p:cNvSpPr txBox="1"/>
          <p:nvPr>
            <p:ph idx="2" type="subTitle"/>
          </p:nvPr>
        </p:nvSpPr>
        <p:spPr>
          <a:xfrm>
            <a:off x="5322225" y="2127834"/>
            <a:ext cx="2367600" cy="572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sz="1600">
                <a:solidFill>
                  <a:schemeClr val="accent5"/>
                </a:solidFill>
              </a:defRPr>
            </a:lvl1pPr>
            <a:lvl2pPr lvl="1" rtl="0" algn="ctr">
              <a:lnSpc>
                <a:spcPct val="100000"/>
              </a:lnSpc>
              <a:spcBef>
                <a:spcPts val="0"/>
              </a:spcBef>
              <a:spcAft>
                <a:spcPts val="0"/>
              </a:spcAft>
              <a:buNone/>
              <a:defRPr sz="1600">
                <a:solidFill>
                  <a:schemeClr val="accent5"/>
                </a:solidFill>
              </a:defRPr>
            </a:lvl2pPr>
            <a:lvl3pPr lvl="2" rtl="0" algn="ctr">
              <a:lnSpc>
                <a:spcPct val="100000"/>
              </a:lnSpc>
              <a:spcBef>
                <a:spcPts val="0"/>
              </a:spcBef>
              <a:spcAft>
                <a:spcPts val="0"/>
              </a:spcAft>
              <a:buNone/>
              <a:defRPr sz="1600">
                <a:solidFill>
                  <a:schemeClr val="accent5"/>
                </a:solidFill>
              </a:defRPr>
            </a:lvl3pPr>
            <a:lvl4pPr lvl="3" rtl="0" algn="ctr">
              <a:lnSpc>
                <a:spcPct val="100000"/>
              </a:lnSpc>
              <a:spcBef>
                <a:spcPts val="0"/>
              </a:spcBef>
              <a:spcAft>
                <a:spcPts val="0"/>
              </a:spcAft>
              <a:buNone/>
              <a:defRPr sz="1600">
                <a:solidFill>
                  <a:schemeClr val="accent5"/>
                </a:solidFill>
              </a:defRPr>
            </a:lvl4pPr>
            <a:lvl5pPr lvl="4" rtl="0" algn="ctr">
              <a:lnSpc>
                <a:spcPct val="100000"/>
              </a:lnSpc>
              <a:spcBef>
                <a:spcPts val="0"/>
              </a:spcBef>
              <a:spcAft>
                <a:spcPts val="0"/>
              </a:spcAft>
              <a:buNone/>
              <a:defRPr sz="1600">
                <a:solidFill>
                  <a:schemeClr val="accent5"/>
                </a:solidFill>
              </a:defRPr>
            </a:lvl5pPr>
            <a:lvl6pPr lvl="5" rtl="0" algn="ctr">
              <a:lnSpc>
                <a:spcPct val="100000"/>
              </a:lnSpc>
              <a:spcBef>
                <a:spcPts val="0"/>
              </a:spcBef>
              <a:spcAft>
                <a:spcPts val="0"/>
              </a:spcAft>
              <a:buNone/>
              <a:defRPr sz="1600">
                <a:solidFill>
                  <a:schemeClr val="accent5"/>
                </a:solidFill>
              </a:defRPr>
            </a:lvl6pPr>
            <a:lvl7pPr lvl="6" rtl="0" algn="ctr">
              <a:lnSpc>
                <a:spcPct val="100000"/>
              </a:lnSpc>
              <a:spcBef>
                <a:spcPts val="0"/>
              </a:spcBef>
              <a:spcAft>
                <a:spcPts val="0"/>
              </a:spcAft>
              <a:buNone/>
              <a:defRPr sz="1600">
                <a:solidFill>
                  <a:schemeClr val="accent5"/>
                </a:solidFill>
              </a:defRPr>
            </a:lvl7pPr>
            <a:lvl8pPr lvl="7" rtl="0" algn="ctr">
              <a:lnSpc>
                <a:spcPct val="100000"/>
              </a:lnSpc>
              <a:spcBef>
                <a:spcPts val="0"/>
              </a:spcBef>
              <a:spcAft>
                <a:spcPts val="0"/>
              </a:spcAft>
              <a:buNone/>
              <a:defRPr sz="1600">
                <a:solidFill>
                  <a:schemeClr val="accent5"/>
                </a:solidFill>
              </a:defRPr>
            </a:lvl8pPr>
            <a:lvl9pPr lvl="8" rtl="0" algn="ctr">
              <a:lnSpc>
                <a:spcPct val="100000"/>
              </a:lnSpc>
              <a:spcBef>
                <a:spcPts val="0"/>
              </a:spcBef>
              <a:spcAft>
                <a:spcPts val="0"/>
              </a:spcAft>
              <a:buNone/>
              <a:defRPr sz="1600">
                <a:solidFill>
                  <a:schemeClr val="accent5"/>
                </a:solidFill>
              </a:defRPr>
            </a:lvl9pPr>
          </a:lstStyle>
          <a:p/>
        </p:txBody>
      </p:sp>
      <p:sp>
        <p:nvSpPr>
          <p:cNvPr id="245" name="Google Shape;245;p13"/>
          <p:cNvSpPr txBox="1"/>
          <p:nvPr>
            <p:ph hasCustomPrompt="1" type="title"/>
          </p:nvPr>
        </p:nvSpPr>
        <p:spPr>
          <a:xfrm>
            <a:off x="2270363" y="1392503"/>
            <a:ext cx="735300" cy="3879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lt1"/>
              </a:buClr>
              <a:buSzPts val="2800"/>
              <a:buNone/>
              <a:defRPr sz="3000">
                <a:solidFill>
                  <a:schemeClr val="accent3"/>
                </a:solidFill>
              </a:defRPr>
            </a:lvl1pPr>
            <a:lvl2pPr lvl="1" rtl="0" algn="ctr">
              <a:spcBef>
                <a:spcPts val="0"/>
              </a:spcBef>
              <a:spcAft>
                <a:spcPts val="0"/>
              </a:spcAft>
              <a:buClr>
                <a:schemeClr val="lt1"/>
              </a:buClr>
              <a:buSzPts val="2800"/>
              <a:buNone/>
              <a:defRPr>
                <a:solidFill>
                  <a:schemeClr val="lt1"/>
                </a:solidFill>
              </a:defRPr>
            </a:lvl2pPr>
            <a:lvl3pPr lvl="2" rtl="0" algn="ctr">
              <a:spcBef>
                <a:spcPts val="0"/>
              </a:spcBef>
              <a:spcAft>
                <a:spcPts val="0"/>
              </a:spcAft>
              <a:buClr>
                <a:schemeClr val="lt1"/>
              </a:buClr>
              <a:buSzPts val="2800"/>
              <a:buNone/>
              <a:defRPr>
                <a:solidFill>
                  <a:schemeClr val="lt1"/>
                </a:solidFill>
              </a:defRPr>
            </a:lvl3pPr>
            <a:lvl4pPr lvl="3" rtl="0" algn="ctr">
              <a:spcBef>
                <a:spcPts val="0"/>
              </a:spcBef>
              <a:spcAft>
                <a:spcPts val="0"/>
              </a:spcAft>
              <a:buClr>
                <a:schemeClr val="lt1"/>
              </a:buClr>
              <a:buSzPts val="2800"/>
              <a:buNone/>
              <a:defRPr>
                <a:solidFill>
                  <a:schemeClr val="lt1"/>
                </a:solidFill>
              </a:defRPr>
            </a:lvl4pPr>
            <a:lvl5pPr lvl="4" rtl="0" algn="ctr">
              <a:spcBef>
                <a:spcPts val="0"/>
              </a:spcBef>
              <a:spcAft>
                <a:spcPts val="0"/>
              </a:spcAft>
              <a:buClr>
                <a:schemeClr val="lt1"/>
              </a:buClr>
              <a:buSzPts val="2800"/>
              <a:buNone/>
              <a:defRPr>
                <a:solidFill>
                  <a:schemeClr val="lt1"/>
                </a:solidFill>
              </a:defRPr>
            </a:lvl5pPr>
            <a:lvl6pPr lvl="5" rtl="0" algn="ctr">
              <a:spcBef>
                <a:spcPts val="0"/>
              </a:spcBef>
              <a:spcAft>
                <a:spcPts val="0"/>
              </a:spcAft>
              <a:buClr>
                <a:schemeClr val="lt1"/>
              </a:buClr>
              <a:buSzPts val="2800"/>
              <a:buNone/>
              <a:defRPr>
                <a:solidFill>
                  <a:schemeClr val="lt1"/>
                </a:solidFill>
              </a:defRPr>
            </a:lvl6pPr>
            <a:lvl7pPr lvl="6" rtl="0" algn="ctr">
              <a:spcBef>
                <a:spcPts val="0"/>
              </a:spcBef>
              <a:spcAft>
                <a:spcPts val="0"/>
              </a:spcAft>
              <a:buClr>
                <a:schemeClr val="lt1"/>
              </a:buClr>
              <a:buSzPts val="2800"/>
              <a:buNone/>
              <a:defRPr>
                <a:solidFill>
                  <a:schemeClr val="lt1"/>
                </a:solidFill>
              </a:defRPr>
            </a:lvl7pPr>
            <a:lvl8pPr lvl="7" rtl="0" algn="ctr">
              <a:spcBef>
                <a:spcPts val="0"/>
              </a:spcBef>
              <a:spcAft>
                <a:spcPts val="0"/>
              </a:spcAft>
              <a:buClr>
                <a:schemeClr val="lt1"/>
              </a:buClr>
              <a:buSzPts val="2800"/>
              <a:buNone/>
              <a:defRPr>
                <a:solidFill>
                  <a:schemeClr val="lt1"/>
                </a:solidFill>
              </a:defRPr>
            </a:lvl8pPr>
            <a:lvl9pPr lvl="8" rtl="0" algn="ctr">
              <a:spcBef>
                <a:spcPts val="0"/>
              </a:spcBef>
              <a:spcAft>
                <a:spcPts val="0"/>
              </a:spcAft>
              <a:buClr>
                <a:schemeClr val="lt1"/>
              </a:buClr>
              <a:buSzPts val="2800"/>
              <a:buNone/>
              <a:defRPr>
                <a:solidFill>
                  <a:schemeClr val="lt1"/>
                </a:solidFill>
              </a:defRPr>
            </a:lvl9pPr>
          </a:lstStyle>
          <a:p>
            <a:r>
              <a:t>xx%</a:t>
            </a:r>
          </a:p>
        </p:txBody>
      </p:sp>
      <p:sp>
        <p:nvSpPr>
          <p:cNvPr id="246" name="Google Shape;246;p13"/>
          <p:cNvSpPr txBox="1"/>
          <p:nvPr>
            <p:ph hasCustomPrompt="1" idx="3" type="title"/>
          </p:nvPr>
        </p:nvSpPr>
        <p:spPr>
          <a:xfrm>
            <a:off x="6130262" y="1393328"/>
            <a:ext cx="735300" cy="3879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lt1"/>
              </a:buClr>
              <a:buSzPts val="2800"/>
              <a:buNone/>
              <a:defRPr sz="3000">
                <a:solidFill>
                  <a:schemeClr val="accent3"/>
                </a:solidFill>
              </a:defRPr>
            </a:lvl1pPr>
            <a:lvl2pPr lvl="1" rtl="0" algn="ctr">
              <a:spcBef>
                <a:spcPts val="0"/>
              </a:spcBef>
              <a:spcAft>
                <a:spcPts val="0"/>
              </a:spcAft>
              <a:buClr>
                <a:schemeClr val="lt1"/>
              </a:buClr>
              <a:buSzPts val="2800"/>
              <a:buNone/>
              <a:defRPr>
                <a:solidFill>
                  <a:schemeClr val="lt1"/>
                </a:solidFill>
              </a:defRPr>
            </a:lvl2pPr>
            <a:lvl3pPr lvl="2" rtl="0" algn="ctr">
              <a:spcBef>
                <a:spcPts val="0"/>
              </a:spcBef>
              <a:spcAft>
                <a:spcPts val="0"/>
              </a:spcAft>
              <a:buClr>
                <a:schemeClr val="lt1"/>
              </a:buClr>
              <a:buSzPts val="2800"/>
              <a:buNone/>
              <a:defRPr>
                <a:solidFill>
                  <a:schemeClr val="lt1"/>
                </a:solidFill>
              </a:defRPr>
            </a:lvl3pPr>
            <a:lvl4pPr lvl="3" rtl="0" algn="ctr">
              <a:spcBef>
                <a:spcPts val="0"/>
              </a:spcBef>
              <a:spcAft>
                <a:spcPts val="0"/>
              </a:spcAft>
              <a:buClr>
                <a:schemeClr val="lt1"/>
              </a:buClr>
              <a:buSzPts val="2800"/>
              <a:buNone/>
              <a:defRPr>
                <a:solidFill>
                  <a:schemeClr val="lt1"/>
                </a:solidFill>
              </a:defRPr>
            </a:lvl4pPr>
            <a:lvl5pPr lvl="4" rtl="0" algn="ctr">
              <a:spcBef>
                <a:spcPts val="0"/>
              </a:spcBef>
              <a:spcAft>
                <a:spcPts val="0"/>
              </a:spcAft>
              <a:buClr>
                <a:schemeClr val="lt1"/>
              </a:buClr>
              <a:buSzPts val="2800"/>
              <a:buNone/>
              <a:defRPr>
                <a:solidFill>
                  <a:schemeClr val="lt1"/>
                </a:solidFill>
              </a:defRPr>
            </a:lvl5pPr>
            <a:lvl6pPr lvl="5" rtl="0" algn="ctr">
              <a:spcBef>
                <a:spcPts val="0"/>
              </a:spcBef>
              <a:spcAft>
                <a:spcPts val="0"/>
              </a:spcAft>
              <a:buClr>
                <a:schemeClr val="lt1"/>
              </a:buClr>
              <a:buSzPts val="2800"/>
              <a:buNone/>
              <a:defRPr>
                <a:solidFill>
                  <a:schemeClr val="lt1"/>
                </a:solidFill>
              </a:defRPr>
            </a:lvl6pPr>
            <a:lvl7pPr lvl="6" rtl="0" algn="ctr">
              <a:spcBef>
                <a:spcPts val="0"/>
              </a:spcBef>
              <a:spcAft>
                <a:spcPts val="0"/>
              </a:spcAft>
              <a:buClr>
                <a:schemeClr val="lt1"/>
              </a:buClr>
              <a:buSzPts val="2800"/>
              <a:buNone/>
              <a:defRPr>
                <a:solidFill>
                  <a:schemeClr val="lt1"/>
                </a:solidFill>
              </a:defRPr>
            </a:lvl7pPr>
            <a:lvl8pPr lvl="7" rtl="0" algn="ctr">
              <a:spcBef>
                <a:spcPts val="0"/>
              </a:spcBef>
              <a:spcAft>
                <a:spcPts val="0"/>
              </a:spcAft>
              <a:buClr>
                <a:schemeClr val="lt1"/>
              </a:buClr>
              <a:buSzPts val="2800"/>
              <a:buNone/>
              <a:defRPr>
                <a:solidFill>
                  <a:schemeClr val="lt1"/>
                </a:solidFill>
              </a:defRPr>
            </a:lvl8pPr>
            <a:lvl9pPr lvl="8" rtl="0" algn="ctr">
              <a:spcBef>
                <a:spcPts val="0"/>
              </a:spcBef>
              <a:spcAft>
                <a:spcPts val="0"/>
              </a:spcAft>
              <a:buClr>
                <a:schemeClr val="lt1"/>
              </a:buClr>
              <a:buSzPts val="2800"/>
              <a:buNone/>
              <a:defRPr>
                <a:solidFill>
                  <a:schemeClr val="lt1"/>
                </a:solidFill>
              </a:defRPr>
            </a:lvl9pPr>
          </a:lstStyle>
          <a:p>
            <a:r>
              <a:t>xx%</a:t>
            </a:r>
          </a:p>
        </p:txBody>
      </p:sp>
      <p:sp>
        <p:nvSpPr>
          <p:cNvPr id="247" name="Google Shape;247;p13"/>
          <p:cNvSpPr txBox="1"/>
          <p:nvPr>
            <p:ph idx="4" type="subTitle"/>
          </p:nvPr>
        </p:nvSpPr>
        <p:spPr>
          <a:xfrm>
            <a:off x="1009425" y="1809973"/>
            <a:ext cx="3257100" cy="3885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b="1" sz="1800">
                <a:solidFill>
                  <a:schemeClr val="accent5"/>
                </a:solidFill>
                <a:latin typeface="Aldrich"/>
                <a:ea typeface="Aldrich"/>
                <a:cs typeface="Aldrich"/>
                <a:sym typeface="Aldrich"/>
              </a:defRPr>
            </a:lvl1pPr>
            <a:lvl2pPr lvl="1" rtl="0" algn="ctr">
              <a:lnSpc>
                <a:spcPct val="100000"/>
              </a:lnSpc>
              <a:spcBef>
                <a:spcPts val="0"/>
              </a:spcBef>
              <a:spcAft>
                <a:spcPts val="0"/>
              </a:spcAft>
              <a:buNone/>
              <a:defRPr b="1" sz="1800">
                <a:solidFill>
                  <a:schemeClr val="accent5"/>
                </a:solidFill>
                <a:latin typeface="Aldrich"/>
                <a:ea typeface="Aldrich"/>
                <a:cs typeface="Aldrich"/>
                <a:sym typeface="Aldrich"/>
              </a:defRPr>
            </a:lvl2pPr>
            <a:lvl3pPr lvl="2" rtl="0" algn="ctr">
              <a:lnSpc>
                <a:spcPct val="100000"/>
              </a:lnSpc>
              <a:spcBef>
                <a:spcPts val="0"/>
              </a:spcBef>
              <a:spcAft>
                <a:spcPts val="0"/>
              </a:spcAft>
              <a:buNone/>
              <a:defRPr b="1" sz="1800">
                <a:solidFill>
                  <a:schemeClr val="accent5"/>
                </a:solidFill>
                <a:latin typeface="Aldrich"/>
                <a:ea typeface="Aldrich"/>
                <a:cs typeface="Aldrich"/>
                <a:sym typeface="Aldrich"/>
              </a:defRPr>
            </a:lvl3pPr>
            <a:lvl4pPr lvl="3" rtl="0" algn="ctr">
              <a:lnSpc>
                <a:spcPct val="100000"/>
              </a:lnSpc>
              <a:spcBef>
                <a:spcPts val="0"/>
              </a:spcBef>
              <a:spcAft>
                <a:spcPts val="0"/>
              </a:spcAft>
              <a:buNone/>
              <a:defRPr b="1" sz="1800">
                <a:solidFill>
                  <a:schemeClr val="accent5"/>
                </a:solidFill>
                <a:latin typeface="Aldrich"/>
                <a:ea typeface="Aldrich"/>
                <a:cs typeface="Aldrich"/>
                <a:sym typeface="Aldrich"/>
              </a:defRPr>
            </a:lvl4pPr>
            <a:lvl5pPr lvl="4" rtl="0" algn="ctr">
              <a:lnSpc>
                <a:spcPct val="100000"/>
              </a:lnSpc>
              <a:spcBef>
                <a:spcPts val="0"/>
              </a:spcBef>
              <a:spcAft>
                <a:spcPts val="0"/>
              </a:spcAft>
              <a:buNone/>
              <a:defRPr b="1" sz="1800">
                <a:solidFill>
                  <a:schemeClr val="accent5"/>
                </a:solidFill>
                <a:latin typeface="Aldrich"/>
                <a:ea typeface="Aldrich"/>
                <a:cs typeface="Aldrich"/>
                <a:sym typeface="Aldrich"/>
              </a:defRPr>
            </a:lvl5pPr>
            <a:lvl6pPr lvl="5" rtl="0" algn="ctr">
              <a:lnSpc>
                <a:spcPct val="100000"/>
              </a:lnSpc>
              <a:spcBef>
                <a:spcPts val="0"/>
              </a:spcBef>
              <a:spcAft>
                <a:spcPts val="0"/>
              </a:spcAft>
              <a:buNone/>
              <a:defRPr b="1" sz="1800">
                <a:solidFill>
                  <a:schemeClr val="accent5"/>
                </a:solidFill>
                <a:latin typeface="Aldrich"/>
                <a:ea typeface="Aldrich"/>
                <a:cs typeface="Aldrich"/>
                <a:sym typeface="Aldrich"/>
              </a:defRPr>
            </a:lvl6pPr>
            <a:lvl7pPr lvl="6" rtl="0" algn="ctr">
              <a:lnSpc>
                <a:spcPct val="100000"/>
              </a:lnSpc>
              <a:spcBef>
                <a:spcPts val="0"/>
              </a:spcBef>
              <a:spcAft>
                <a:spcPts val="0"/>
              </a:spcAft>
              <a:buNone/>
              <a:defRPr b="1" sz="1800">
                <a:solidFill>
                  <a:schemeClr val="accent5"/>
                </a:solidFill>
                <a:latin typeface="Aldrich"/>
                <a:ea typeface="Aldrich"/>
                <a:cs typeface="Aldrich"/>
                <a:sym typeface="Aldrich"/>
              </a:defRPr>
            </a:lvl7pPr>
            <a:lvl8pPr lvl="7" rtl="0" algn="ctr">
              <a:lnSpc>
                <a:spcPct val="100000"/>
              </a:lnSpc>
              <a:spcBef>
                <a:spcPts val="0"/>
              </a:spcBef>
              <a:spcAft>
                <a:spcPts val="0"/>
              </a:spcAft>
              <a:buNone/>
              <a:defRPr b="1" sz="1800">
                <a:solidFill>
                  <a:schemeClr val="accent5"/>
                </a:solidFill>
                <a:latin typeface="Aldrich"/>
                <a:ea typeface="Aldrich"/>
                <a:cs typeface="Aldrich"/>
                <a:sym typeface="Aldrich"/>
              </a:defRPr>
            </a:lvl8pPr>
            <a:lvl9pPr lvl="8" rtl="0" algn="ctr">
              <a:lnSpc>
                <a:spcPct val="100000"/>
              </a:lnSpc>
              <a:spcBef>
                <a:spcPts val="0"/>
              </a:spcBef>
              <a:spcAft>
                <a:spcPts val="0"/>
              </a:spcAft>
              <a:buNone/>
              <a:defRPr b="1" sz="1800">
                <a:solidFill>
                  <a:schemeClr val="accent5"/>
                </a:solidFill>
                <a:latin typeface="Aldrich"/>
                <a:ea typeface="Aldrich"/>
                <a:cs typeface="Aldrich"/>
                <a:sym typeface="Aldrich"/>
              </a:defRPr>
            </a:lvl9pPr>
          </a:lstStyle>
          <a:p/>
        </p:txBody>
      </p:sp>
      <p:sp>
        <p:nvSpPr>
          <p:cNvPr id="248" name="Google Shape;248;p13"/>
          <p:cNvSpPr txBox="1"/>
          <p:nvPr>
            <p:ph idx="5" type="subTitle"/>
          </p:nvPr>
        </p:nvSpPr>
        <p:spPr>
          <a:xfrm>
            <a:off x="4877475" y="1820073"/>
            <a:ext cx="3257100" cy="3885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b="1" sz="1800">
                <a:solidFill>
                  <a:schemeClr val="accent5"/>
                </a:solidFill>
                <a:latin typeface="Aldrich"/>
                <a:ea typeface="Aldrich"/>
                <a:cs typeface="Aldrich"/>
                <a:sym typeface="Aldrich"/>
              </a:defRPr>
            </a:lvl1pPr>
            <a:lvl2pPr lvl="1" rtl="0" algn="ctr">
              <a:lnSpc>
                <a:spcPct val="100000"/>
              </a:lnSpc>
              <a:spcBef>
                <a:spcPts val="0"/>
              </a:spcBef>
              <a:spcAft>
                <a:spcPts val="0"/>
              </a:spcAft>
              <a:buNone/>
              <a:defRPr b="1" sz="1800">
                <a:solidFill>
                  <a:schemeClr val="accent5"/>
                </a:solidFill>
                <a:latin typeface="Aldrich"/>
                <a:ea typeface="Aldrich"/>
                <a:cs typeface="Aldrich"/>
                <a:sym typeface="Aldrich"/>
              </a:defRPr>
            </a:lvl2pPr>
            <a:lvl3pPr lvl="2" rtl="0" algn="ctr">
              <a:lnSpc>
                <a:spcPct val="100000"/>
              </a:lnSpc>
              <a:spcBef>
                <a:spcPts val="0"/>
              </a:spcBef>
              <a:spcAft>
                <a:spcPts val="0"/>
              </a:spcAft>
              <a:buNone/>
              <a:defRPr b="1" sz="1800">
                <a:solidFill>
                  <a:schemeClr val="accent5"/>
                </a:solidFill>
                <a:latin typeface="Aldrich"/>
                <a:ea typeface="Aldrich"/>
                <a:cs typeface="Aldrich"/>
                <a:sym typeface="Aldrich"/>
              </a:defRPr>
            </a:lvl3pPr>
            <a:lvl4pPr lvl="3" rtl="0" algn="ctr">
              <a:lnSpc>
                <a:spcPct val="100000"/>
              </a:lnSpc>
              <a:spcBef>
                <a:spcPts val="0"/>
              </a:spcBef>
              <a:spcAft>
                <a:spcPts val="0"/>
              </a:spcAft>
              <a:buNone/>
              <a:defRPr b="1" sz="1800">
                <a:solidFill>
                  <a:schemeClr val="accent5"/>
                </a:solidFill>
                <a:latin typeface="Aldrich"/>
                <a:ea typeface="Aldrich"/>
                <a:cs typeface="Aldrich"/>
                <a:sym typeface="Aldrich"/>
              </a:defRPr>
            </a:lvl4pPr>
            <a:lvl5pPr lvl="4" rtl="0" algn="ctr">
              <a:lnSpc>
                <a:spcPct val="100000"/>
              </a:lnSpc>
              <a:spcBef>
                <a:spcPts val="0"/>
              </a:spcBef>
              <a:spcAft>
                <a:spcPts val="0"/>
              </a:spcAft>
              <a:buNone/>
              <a:defRPr b="1" sz="1800">
                <a:solidFill>
                  <a:schemeClr val="accent5"/>
                </a:solidFill>
                <a:latin typeface="Aldrich"/>
                <a:ea typeface="Aldrich"/>
                <a:cs typeface="Aldrich"/>
                <a:sym typeface="Aldrich"/>
              </a:defRPr>
            </a:lvl5pPr>
            <a:lvl6pPr lvl="5" rtl="0" algn="ctr">
              <a:lnSpc>
                <a:spcPct val="100000"/>
              </a:lnSpc>
              <a:spcBef>
                <a:spcPts val="0"/>
              </a:spcBef>
              <a:spcAft>
                <a:spcPts val="0"/>
              </a:spcAft>
              <a:buNone/>
              <a:defRPr b="1" sz="1800">
                <a:solidFill>
                  <a:schemeClr val="accent5"/>
                </a:solidFill>
                <a:latin typeface="Aldrich"/>
                <a:ea typeface="Aldrich"/>
                <a:cs typeface="Aldrich"/>
                <a:sym typeface="Aldrich"/>
              </a:defRPr>
            </a:lvl6pPr>
            <a:lvl7pPr lvl="6" rtl="0" algn="ctr">
              <a:lnSpc>
                <a:spcPct val="100000"/>
              </a:lnSpc>
              <a:spcBef>
                <a:spcPts val="0"/>
              </a:spcBef>
              <a:spcAft>
                <a:spcPts val="0"/>
              </a:spcAft>
              <a:buNone/>
              <a:defRPr b="1" sz="1800">
                <a:solidFill>
                  <a:schemeClr val="accent5"/>
                </a:solidFill>
                <a:latin typeface="Aldrich"/>
                <a:ea typeface="Aldrich"/>
                <a:cs typeface="Aldrich"/>
                <a:sym typeface="Aldrich"/>
              </a:defRPr>
            </a:lvl7pPr>
            <a:lvl8pPr lvl="7" rtl="0" algn="ctr">
              <a:lnSpc>
                <a:spcPct val="100000"/>
              </a:lnSpc>
              <a:spcBef>
                <a:spcPts val="0"/>
              </a:spcBef>
              <a:spcAft>
                <a:spcPts val="0"/>
              </a:spcAft>
              <a:buNone/>
              <a:defRPr b="1" sz="1800">
                <a:solidFill>
                  <a:schemeClr val="accent5"/>
                </a:solidFill>
                <a:latin typeface="Aldrich"/>
                <a:ea typeface="Aldrich"/>
                <a:cs typeface="Aldrich"/>
                <a:sym typeface="Aldrich"/>
              </a:defRPr>
            </a:lvl8pPr>
            <a:lvl9pPr lvl="8" rtl="0" algn="ctr">
              <a:lnSpc>
                <a:spcPct val="100000"/>
              </a:lnSpc>
              <a:spcBef>
                <a:spcPts val="0"/>
              </a:spcBef>
              <a:spcAft>
                <a:spcPts val="0"/>
              </a:spcAft>
              <a:buNone/>
              <a:defRPr b="1" sz="1800">
                <a:solidFill>
                  <a:schemeClr val="accent5"/>
                </a:solidFill>
                <a:latin typeface="Aldrich"/>
                <a:ea typeface="Aldrich"/>
                <a:cs typeface="Aldrich"/>
                <a:sym typeface="Aldrich"/>
              </a:defRPr>
            </a:lvl9pPr>
          </a:lstStyle>
          <a:p/>
        </p:txBody>
      </p:sp>
      <p:sp>
        <p:nvSpPr>
          <p:cNvPr id="249" name="Google Shape;249;p13"/>
          <p:cNvSpPr txBox="1"/>
          <p:nvPr>
            <p:ph idx="6" type="title"/>
          </p:nvPr>
        </p:nvSpPr>
        <p:spPr>
          <a:xfrm>
            <a:off x="722375" y="530750"/>
            <a:ext cx="76992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50" name="Google Shape;250;p13"/>
          <p:cNvSpPr txBox="1"/>
          <p:nvPr>
            <p:ph idx="7" type="subTitle"/>
          </p:nvPr>
        </p:nvSpPr>
        <p:spPr>
          <a:xfrm>
            <a:off x="1454213" y="3738095"/>
            <a:ext cx="2367600" cy="572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sz="1600">
                <a:solidFill>
                  <a:schemeClr val="accent5"/>
                </a:solidFill>
              </a:defRPr>
            </a:lvl1pPr>
            <a:lvl2pPr lvl="1" rtl="0" algn="ctr">
              <a:lnSpc>
                <a:spcPct val="100000"/>
              </a:lnSpc>
              <a:spcBef>
                <a:spcPts val="0"/>
              </a:spcBef>
              <a:spcAft>
                <a:spcPts val="0"/>
              </a:spcAft>
              <a:buNone/>
              <a:defRPr sz="1600">
                <a:solidFill>
                  <a:schemeClr val="accent5"/>
                </a:solidFill>
              </a:defRPr>
            </a:lvl2pPr>
            <a:lvl3pPr lvl="2" rtl="0" algn="ctr">
              <a:lnSpc>
                <a:spcPct val="100000"/>
              </a:lnSpc>
              <a:spcBef>
                <a:spcPts val="0"/>
              </a:spcBef>
              <a:spcAft>
                <a:spcPts val="0"/>
              </a:spcAft>
              <a:buNone/>
              <a:defRPr sz="1600">
                <a:solidFill>
                  <a:schemeClr val="accent5"/>
                </a:solidFill>
              </a:defRPr>
            </a:lvl3pPr>
            <a:lvl4pPr lvl="3" rtl="0" algn="ctr">
              <a:lnSpc>
                <a:spcPct val="100000"/>
              </a:lnSpc>
              <a:spcBef>
                <a:spcPts val="0"/>
              </a:spcBef>
              <a:spcAft>
                <a:spcPts val="0"/>
              </a:spcAft>
              <a:buNone/>
              <a:defRPr sz="1600">
                <a:solidFill>
                  <a:schemeClr val="accent5"/>
                </a:solidFill>
              </a:defRPr>
            </a:lvl4pPr>
            <a:lvl5pPr lvl="4" rtl="0" algn="ctr">
              <a:lnSpc>
                <a:spcPct val="100000"/>
              </a:lnSpc>
              <a:spcBef>
                <a:spcPts val="0"/>
              </a:spcBef>
              <a:spcAft>
                <a:spcPts val="0"/>
              </a:spcAft>
              <a:buNone/>
              <a:defRPr sz="1600">
                <a:solidFill>
                  <a:schemeClr val="accent5"/>
                </a:solidFill>
              </a:defRPr>
            </a:lvl5pPr>
            <a:lvl6pPr lvl="5" rtl="0" algn="ctr">
              <a:lnSpc>
                <a:spcPct val="100000"/>
              </a:lnSpc>
              <a:spcBef>
                <a:spcPts val="0"/>
              </a:spcBef>
              <a:spcAft>
                <a:spcPts val="0"/>
              </a:spcAft>
              <a:buNone/>
              <a:defRPr sz="1600">
                <a:solidFill>
                  <a:schemeClr val="accent5"/>
                </a:solidFill>
              </a:defRPr>
            </a:lvl6pPr>
            <a:lvl7pPr lvl="6" rtl="0" algn="ctr">
              <a:lnSpc>
                <a:spcPct val="100000"/>
              </a:lnSpc>
              <a:spcBef>
                <a:spcPts val="0"/>
              </a:spcBef>
              <a:spcAft>
                <a:spcPts val="0"/>
              </a:spcAft>
              <a:buNone/>
              <a:defRPr sz="1600">
                <a:solidFill>
                  <a:schemeClr val="accent5"/>
                </a:solidFill>
              </a:defRPr>
            </a:lvl7pPr>
            <a:lvl8pPr lvl="7" rtl="0" algn="ctr">
              <a:lnSpc>
                <a:spcPct val="100000"/>
              </a:lnSpc>
              <a:spcBef>
                <a:spcPts val="0"/>
              </a:spcBef>
              <a:spcAft>
                <a:spcPts val="0"/>
              </a:spcAft>
              <a:buNone/>
              <a:defRPr sz="1600">
                <a:solidFill>
                  <a:schemeClr val="accent5"/>
                </a:solidFill>
              </a:defRPr>
            </a:lvl8pPr>
            <a:lvl9pPr lvl="8" rtl="0" algn="ctr">
              <a:lnSpc>
                <a:spcPct val="100000"/>
              </a:lnSpc>
              <a:spcBef>
                <a:spcPts val="0"/>
              </a:spcBef>
              <a:spcAft>
                <a:spcPts val="0"/>
              </a:spcAft>
              <a:buNone/>
              <a:defRPr sz="1600">
                <a:solidFill>
                  <a:schemeClr val="accent5"/>
                </a:solidFill>
              </a:defRPr>
            </a:lvl9pPr>
          </a:lstStyle>
          <a:p/>
        </p:txBody>
      </p:sp>
      <p:sp>
        <p:nvSpPr>
          <p:cNvPr id="251" name="Google Shape;251;p13"/>
          <p:cNvSpPr txBox="1"/>
          <p:nvPr>
            <p:ph idx="8" type="subTitle"/>
          </p:nvPr>
        </p:nvSpPr>
        <p:spPr>
          <a:xfrm>
            <a:off x="5322225" y="3748184"/>
            <a:ext cx="2367600" cy="572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sz="1600">
                <a:solidFill>
                  <a:schemeClr val="accent5"/>
                </a:solidFill>
              </a:defRPr>
            </a:lvl1pPr>
            <a:lvl2pPr lvl="1" rtl="0" algn="ctr">
              <a:lnSpc>
                <a:spcPct val="100000"/>
              </a:lnSpc>
              <a:spcBef>
                <a:spcPts val="0"/>
              </a:spcBef>
              <a:spcAft>
                <a:spcPts val="0"/>
              </a:spcAft>
              <a:buNone/>
              <a:defRPr sz="1600">
                <a:solidFill>
                  <a:schemeClr val="accent5"/>
                </a:solidFill>
              </a:defRPr>
            </a:lvl2pPr>
            <a:lvl3pPr lvl="2" rtl="0" algn="ctr">
              <a:lnSpc>
                <a:spcPct val="100000"/>
              </a:lnSpc>
              <a:spcBef>
                <a:spcPts val="0"/>
              </a:spcBef>
              <a:spcAft>
                <a:spcPts val="0"/>
              </a:spcAft>
              <a:buNone/>
              <a:defRPr sz="1600">
                <a:solidFill>
                  <a:schemeClr val="accent5"/>
                </a:solidFill>
              </a:defRPr>
            </a:lvl3pPr>
            <a:lvl4pPr lvl="3" rtl="0" algn="ctr">
              <a:lnSpc>
                <a:spcPct val="100000"/>
              </a:lnSpc>
              <a:spcBef>
                <a:spcPts val="0"/>
              </a:spcBef>
              <a:spcAft>
                <a:spcPts val="0"/>
              </a:spcAft>
              <a:buNone/>
              <a:defRPr sz="1600">
                <a:solidFill>
                  <a:schemeClr val="accent5"/>
                </a:solidFill>
              </a:defRPr>
            </a:lvl4pPr>
            <a:lvl5pPr lvl="4" rtl="0" algn="ctr">
              <a:lnSpc>
                <a:spcPct val="100000"/>
              </a:lnSpc>
              <a:spcBef>
                <a:spcPts val="0"/>
              </a:spcBef>
              <a:spcAft>
                <a:spcPts val="0"/>
              </a:spcAft>
              <a:buNone/>
              <a:defRPr sz="1600">
                <a:solidFill>
                  <a:schemeClr val="accent5"/>
                </a:solidFill>
              </a:defRPr>
            </a:lvl5pPr>
            <a:lvl6pPr lvl="5" rtl="0" algn="ctr">
              <a:lnSpc>
                <a:spcPct val="100000"/>
              </a:lnSpc>
              <a:spcBef>
                <a:spcPts val="0"/>
              </a:spcBef>
              <a:spcAft>
                <a:spcPts val="0"/>
              </a:spcAft>
              <a:buNone/>
              <a:defRPr sz="1600">
                <a:solidFill>
                  <a:schemeClr val="accent5"/>
                </a:solidFill>
              </a:defRPr>
            </a:lvl6pPr>
            <a:lvl7pPr lvl="6" rtl="0" algn="ctr">
              <a:lnSpc>
                <a:spcPct val="100000"/>
              </a:lnSpc>
              <a:spcBef>
                <a:spcPts val="0"/>
              </a:spcBef>
              <a:spcAft>
                <a:spcPts val="0"/>
              </a:spcAft>
              <a:buNone/>
              <a:defRPr sz="1600">
                <a:solidFill>
                  <a:schemeClr val="accent5"/>
                </a:solidFill>
              </a:defRPr>
            </a:lvl7pPr>
            <a:lvl8pPr lvl="7" rtl="0" algn="ctr">
              <a:lnSpc>
                <a:spcPct val="100000"/>
              </a:lnSpc>
              <a:spcBef>
                <a:spcPts val="0"/>
              </a:spcBef>
              <a:spcAft>
                <a:spcPts val="0"/>
              </a:spcAft>
              <a:buNone/>
              <a:defRPr sz="1600">
                <a:solidFill>
                  <a:schemeClr val="accent5"/>
                </a:solidFill>
              </a:defRPr>
            </a:lvl8pPr>
            <a:lvl9pPr lvl="8" rtl="0" algn="ctr">
              <a:lnSpc>
                <a:spcPct val="100000"/>
              </a:lnSpc>
              <a:spcBef>
                <a:spcPts val="0"/>
              </a:spcBef>
              <a:spcAft>
                <a:spcPts val="0"/>
              </a:spcAft>
              <a:buNone/>
              <a:defRPr sz="1600">
                <a:solidFill>
                  <a:schemeClr val="accent5"/>
                </a:solidFill>
              </a:defRPr>
            </a:lvl9pPr>
          </a:lstStyle>
          <a:p/>
        </p:txBody>
      </p:sp>
      <p:sp>
        <p:nvSpPr>
          <p:cNvPr id="252" name="Google Shape;252;p13"/>
          <p:cNvSpPr txBox="1"/>
          <p:nvPr>
            <p:ph hasCustomPrompt="1" idx="9" type="title"/>
          </p:nvPr>
        </p:nvSpPr>
        <p:spPr>
          <a:xfrm>
            <a:off x="2270363" y="3012853"/>
            <a:ext cx="735300" cy="3879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lt1"/>
              </a:buClr>
              <a:buSzPts val="2800"/>
              <a:buNone/>
              <a:defRPr sz="3000">
                <a:solidFill>
                  <a:schemeClr val="accent3"/>
                </a:solidFill>
              </a:defRPr>
            </a:lvl1pPr>
            <a:lvl2pPr lvl="1" rtl="0" algn="ctr">
              <a:spcBef>
                <a:spcPts val="0"/>
              </a:spcBef>
              <a:spcAft>
                <a:spcPts val="0"/>
              </a:spcAft>
              <a:buClr>
                <a:schemeClr val="lt1"/>
              </a:buClr>
              <a:buSzPts val="2800"/>
              <a:buNone/>
              <a:defRPr>
                <a:solidFill>
                  <a:schemeClr val="lt1"/>
                </a:solidFill>
              </a:defRPr>
            </a:lvl2pPr>
            <a:lvl3pPr lvl="2" rtl="0" algn="ctr">
              <a:spcBef>
                <a:spcPts val="0"/>
              </a:spcBef>
              <a:spcAft>
                <a:spcPts val="0"/>
              </a:spcAft>
              <a:buClr>
                <a:schemeClr val="lt1"/>
              </a:buClr>
              <a:buSzPts val="2800"/>
              <a:buNone/>
              <a:defRPr>
                <a:solidFill>
                  <a:schemeClr val="lt1"/>
                </a:solidFill>
              </a:defRPr>
            </a:lvl3pPr>
            <a:lvl4pPr lvl="3" rtl="0" algn="ctr">
              <a:spcBef>
                <a:spcPts val="0"/>
              </a:spcBef>
              <a:spcAft>
                <a:spcPts val="0"/>
              </a:spcAft>
              <a:buClr>
                <a:schemeClr val="lt1"/>
              </a:buClr>
              <a:buSzPts val="2800"/>
              <a:buNone/>
              <a:defRPr>
                <a:solidFill>
                  <a:schemeClr val="lt1"/>
                </a:solidFill>
              </a:defRPr>
            </a:lvl4pPr>
            <a:lvl5pPr lvl="4" rtl="0" algn="ctr">
              <a:spcBef>
                <a:spcPts val="0"/>
              </a:spcBef>
              <a:spcAft>
                <a:spcPts val="0"/>
              </a:spcAft>
              <a:buClr>
                <a:schemeClr val="lt1"/>
              </a:buClr>
              <a:buSzPts val="2800"/>
              <a:buNone/>
              <a:defRPr>
                <a:solidFill>
                  <a:schemeClr val="lt1"/>
                </a:solidFill>
              </a:defRPr>
            </a:lvl5pPr>
            <a:lvl6pPr lvl="5" rtl="0" algn="ctr">
              <a:spcBef>
                <a:spcPts val="0"/>
              </a:spcBef>
              <a:spcAft>
                <a:spcPts val="0"/>
              </a:spcAft>
              <a:buClr>
                <a:schemeClr val="lt1"/>
              </a:buClr>
              <a:buSzPts val="2800"/>
              <a:buNone/>
              <a:defRPr>
                <a:solidFill>
                  <a:schemeClr val="lt1"/>
                </a:solidFill>
              </a:defRPr>
            </a:lvl6pPr>
            <a:lvl7pPr lvl="6" rtl="0" algn="ctr">
              <a:spcBef>
                <a:spcPts val="0"/>
              </a:spcBef>
              <a:spcAft>
                <a:spcPts val="0"/>
              </a:spcAft>
              <a:buClr>
                <a:schemeClr val="lt1"/>
              </a:buClr>
              <a:buSzPts val="2800"/>
              <a:buNone/>
              <a:defRPr>
                <a:solidFill>
                  <a:schemeClr val="lt1"/>
                </a:solidFill>
              </a:defRPr>
            </a:lvl7pPr>
            <a:lvl8pPr lvl="7" rtl="0" algn="ctr">
              <a:spcBef>
                <a:spcPts val="0"/>
              </a:spcBef>
              <a:spcAft>
                <a:spcPts val="0"/>
              </a:spcAft>
              <a:buClr>
                <a:schemeClr val="lt1"/>
              </a:buClr>
              <a:buSzPts val="2800"/>
              <a:buNone/>
              <a:defRPr>
                <a:solidFill>
                  <a:schemeClr val="lt1"/>
                </a:solidFill>
              </a:defRPr>
            </a:lvl8pPr>
            <a:lvl9pPr lvl="8" rtl="0" algn="ctr">
              <a:spcBef>
                <a:spcPts val="0"/>
              </a:spcBef>
              <a:spcAft>
                <a:spcPts val="0"/>
              </a:spcAft>
              <a:buClr>
                <a:schemeClr val="lt1"/>
              </a:buClr>
              <a:buSzPts val="2800"/>
              <a:buNone/>
              <a:defRPr>
                <a:solidFill>
                  <a:schemeClr val="lt1"/>
                </a:solidFill>
              </a:defRPr>
            </a:lvl9pPr>
          </a:lstStyle>
          <a:p>
            <a:r>
              <a:t>xx%</a:t>
            </a:r>
          </a:p>
        </p:txBody>
      </p:sp>
      <p:sp>
        <p:nvSpPr>
          <p:cNvPr id="253" name="Google Shape;253;p13"/>
          <p:cNvSpPr txBox="1"/>
          <p:nvPr>
            <p:ph hasCustomPrompt="1" idx="13" type="title"/>
          </p:nvPr>
        </p:nvSpPr>
        <p:spPr>
          <a:xfrm>
            <a:off x="6130262" y="3013678"/>
            <a:ext cx="735300" cy="3879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lt1"/>
              </a:buClr>
              <a:buSzPts val="2800"/>
              <a:buNone/>
              <a:defRPr sz="3000">
                <a:solidFill>
                  <a:schemeClr val="accent3"/>
                </a:solidFill>
              </a:defRPr>
            </a:lvl1pPr>
            <a:lvl2pPr lvl="1" rtl="0" algn="ctr">
              <a:spcBef>
                <a:spcPts val="0"/>
              </a:spcBef>
              <a:spcAft>
                <a:spcPts val="0"/>
              </a:spcAft>
              <a:buClr>
                <a:schemeClr val="lt1"/>
              </a:buClr>
              <a:buSzPts val="2800"/>
              <a:buNone/>
              <a:defRPr>
                <a:solidFill>
                  <a:schemeClr val="lt1"/>
                </a:solidFill>
              </a:defRPr>
            </a:lvl2pPr>
            <a:lvl3pPr lvl="2" rtl="0" algn="ctr">
              <a:spcBef>
                <a:spcPts val="0"/>
              </a:spcBef>
              <a:spcAft>
                <a:spcPts val="0"/>
              </a:spcAft>
              <a:buClr>
                <a:schemeClr val="lt1"/>
              </a:buClr>
              <a:buSzPts val="2800"/>
              <a:buNone/>
              <a:defRPr>
                <a:solidFill>
                  <a:schemeClr val="lt1"/>
                </a:solidFill>
              </a:defRPr>
            </a:lvl3pPr>
            <a:lvl4pPr lvl="3" rtl="0" algn="ctr">
              <a:spcBef>
                <a:spcPts val="0"/>
              </a:spcBef>
              <a:spcAft>
                <a:spcPts val="0"/>
              </a:spcAft>
              <a:buClr>
                <a:schemeClr val="lt1"/>
              </a:buClr>
              <a:buSzPts val="2800"/>
              <a:buNone/>
              <a:defRPr>
                <a:solidFill>
                  <a:schemeClr val="lt1"/>
                </a:solidFill>
              </a:defRPr>
            </a:lvl4pPr>
            <a:lvl5pPr lvl="4" rtl="0" algn="ctr">
              <a:spcBef>
                <a:spcPts val="0"/>
              </a:spcBef>
              <a:spcAft>
                <a:spcPts val="0"/>
              </a:spcAft>
              <a:buClr>
                <a:schemeClr val="lt1"/>
              </a:buClr>
              <a:buSzPts val="2800"/>
              <a:buNone/>
              <a:defRPr>
                <a:solidFill>
                  <a:schemeClr val="lt1"/>
                </a:solidFill>
              </a:defRPr>
            </a:lvl5pPr>
            <a:lvl6pPr lvl="5" rtl="0" algn="ctr">
              <a:spcBef>
                <a:spcPts val="0"/>
              </a:spcBef>
              <a:spcAft>
                <a:spcPts val="0"/>
              </a:spcAft>
              <a:buClr>
                <a:schemeClr val="lt1"/>
              </a:buClr>
              <a:buSzPts val="2800"/>
              <a:buNone/>
              <a:defRPr>
                <a:solidFill>
                  <a:schemeClr val="lt1"/>
                </a:solidFill>
              </a:defRPr>
            </a:lvl6pPr>
            <a:lvl7pPr lvl="6" rtl="0" algn="ctr">
              <a:spcBef>
                <a:spcPts val="0"/>
              </a:spcBef>
              <a:spcAft>
                <a:spcPts val="0"/>
              </a:spcAft>
              <a:buClr>
                <a:schemeClr val="lt1"/>
              </a:buClr>
              <a:buSzPts val="2800"/>
              <a:buNone/>
              <a:defRPr>
                <a:solidFill>
                  <a:schemeClr val="lt1"/>
                </a:solidFill>
              </a:defRPr>
            </a:lvl7pPr>
            <a:lvl8pPr lvl="7" rtl="0" algn="ctr">
              <a:spcBef>
                <a:spcPts val="0"/>
              </a:spcBef>
              <a:spcAft>
                <a:spcPts val="0"/>
              </a:spcAft>
              <a:buClr>
                <a:schemeClr val="lt1"/>
              </a:buClr>
              <a:buSzPts val="2800"/>
              <a:buNone/>
              <a:defRPr>
                <a:solidFill>
                  <a:schemeClr val="lt1"/>
                </a:solidFill>
              </a:defRPr>
            </a:lvl8pPr>
            <a:lvl9pPr lvl="8" rtl="0" algn="ctr">
              <a:spcBef>
                <a:spcPts val="0"/>
              </a:spcBef>
              <a:spcAft>
                <a:spcPts val="0"/>
              </a:spcAft>
              <a:buClr>
                <a:schemeClr val="lt1"/>
              </a:buClr>
              <a:buSzPts val="2800"/>
              <a:buNone/>
              <a:defRPr>
                <a:solidFill>
                  <a:schemeClr val="lt1"/>
                </a:solidFill>
              </a:defRPr>
            </a:lvl9pPr>
          </a:lstStyle>
          <a:p>
            <a:r>
              <a:t>xx%</a:t>
            </a:r>
          </a:p>
        </p:txBody>
      </p:sp>
      <p:sp>
        <p:nvSpPr>
          <p:cNvPr id="254" name="Google Shape;254;p13"/>
          <p:cNvSpPr txBox="1"/>
          <p:nvPr>
            <p:ph idx="14" type="subTitle"/>
          </p:nvPr>
        </p:nvSpPr>
        <p:spPr>
          <a:xfrm>
            <a:off x="1009425" y="3430323"/>
            <a:ext cx="3257100" cy="3885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b="1" sz="1800">
                <a:solidFill>
                  <a:schemeClr val="accent5"/>
                </a:solidFill>
                <a:latin typeface="Aldrich"/>
                <a:ea typeface="Aldrich"/>
                <a:cs typeface="Aldrich"/>
                <a:sym typeface="Aldrich"/>
              </a:defRPr>
            </a:lvl1pPr>
            <a:lvl2pPr lvl="1" rtl="0" algn="ctr">
              <a:lnSpc>
                <a:spcPct val="100000"/>
              </a:lnSpc>
              <a:spcBef>
                <a:spcPts val="0"/>
              </a:spcBef>
              <a:spcAft>
                <a:spcPts val="0"/>
              </a:spcAft>
              <a:buNone/>
              <a:defRPr b="1" sz="1800">
                <a:solidFill>
                  <a:schemeClr val="accent5"/>
                </a:solidFill>
                <a:latin typeface="Aldrich"/>
                <a:ea typeface="Aldrich"/>
                <a:cs typeface="Aldrich"/>
                <a:sym typeface="Aldrich"/>
              </a:defRPr>
            </a:lvl2pPr>
            <a:lvl3pPr lvl="2" rtl="0" algn="ctr">
              <a:lnSpc>
                <a:spcPct val="100000"/>
              </a:lnSpc>
              <a:spcBef>
                <a:spcPts val="0"/>
              </a:spcBef>
              <a:spcAft>
                <a:spcPts val="0"/>
              </a:spcAft>
              <a:buNone/>
              <a:defRPr b="1" sz="1800">
                <a:solidFill>
                  <a:schemeClr val="accent5"/>
                </a:solidFill>
                <a:latin typeface="Aldrich"/>
                <a:ea typeface="Aldrich"/>
                <a:cs typeface="Aldrich"/>
                <a:sym typeface="Aldrich"/>
              </a:defRPr>
            </a:lvl3pPr>
            <a:lvl4pPr lvl="3" rtl="0" algn="ctr">
              <a:lnSpc>
                <a:spcPct val="100000"/>
              </a:lnSpc>
              <a:spcBef>
                <a:spcPts val="0"/>
              </a:spcBef>
              <a:spcAft>
                <a:spcPts val="0"/>
              </a:spcAft>
              <a:buNone/>
              <a:defRPr b="1" sz="1800">
                <a:solidFill>
                  <a:schemeClr val="accent5"/>
                </a:solidFill>
                <a:latin typeface="Aldrich"/>
                <a:ea typeface="Aldrich"/>
                <a:cs typeface="Aldrich"/>
                <a:sym typeface="Aldrich"/>
              </a:defRPr>
            </a:lvl4pPr>
            <a:lvl5pPr lvl="4" rtl="0" algn="ctr">
              <a:lnSpc>
                <a:spcPct val="100000"/>
              </a:lnSpc>
              <a:spcBef>
                <a:spcPts val="0"/>
              </a:spcBef>
              <a:spcAft>
                <a:spcPts val="0"/>
              </a:spcAft>
              <a:buNone/>
              <a:defRPr b="1" sz="1800">
                <a:solidFill>
                  <a:schemeClr val="accent5"/>
                </a:solidFill>
                <a:latin typeface="Aldrich"/>
                <a:ea typeface="Aldrich"/>
                <a:cs typeface="Aldrich"/>
                <a:sym typeface="Aldrich"/>
              </a:defRPr>
            </a:lvl5pPr>
            <a:lvl6pPr lvl="5" rtl="0" algn="ctr">
              <a:lnSpc>
                <a:spcPct val="100000"/>
              </a:lnSpc>
              <a:spcBef>
                <a:spcPts val="0"/>
              </a:spcBef>
              <a:spcAft>
                <a:spcPts val="0"/>
              </a:spcAft>
              <a:buNone/>
              <a:defRPr b="1" sz="1800">
                <a:solidFill>
                  <a:schemeClr val="accent5"/>
                </a:solidFill>
                <a:latin typeface="Aldrich"/>
                <a:ea typeface="Aldrich"/>
                <a:cs typeface="Aldrich"/>
                <a:sym typeface="Aldrich"/>
              </a:defRPr>
            </a:lvl6pPr>
            <a:lvl7pPr lvl="6" rtl="0" algn="ctr">
              <a:lnSpc>
                <a:spcPct val="100000"/>
              </a:lnSpc>
              <a:spcBef>
                <a:spcPts val="0"/>
              </a:spcBef>
              <a:spcAft>
                <a:spcPts val="0"/>
              </a:spcAft>
              <a:buNone/>
              <a:defRPr b="1" sz="1800">
                <a:solidFill>
                  <a:schemeClr val="accent5"/>
                </a:solidFill>
                <a:latin typeface="Aldrich"/>
                <a:ea typeface="Aldrich"/>
                <a:cs typeface="Aldrich"/>
                <a:sym typeface="Aldrich"/>
              </a:defRPr>
            </a:lvl7pPr>
            <a:lvl8pPr lvl="7" rtl="0" algn="ctr">
              <a:lnSpc>
                <a:spcPct val="100000"/>
              </a:lnSpc>
              <a:spcBef>
                <a:spcPts val="0"/>
              </a:spcBef>
              <a:spcAft>
                <a:spcPts val="0"/>
              </a:spcAft>
              <a:buNone/>
              <a:defRPr b="1" sz="1800">
                <a:solidFill>
                  <a:schemeClr val="accent5"/>
                </a:solidFill>
                <a:latin typeface="Aldrich"/>
                <a:ea typeface="Aldrich"/>
                <a:cs typeface="Aldrich"/>
                <a:sym typeface="Aldrich"/>
              </a:defRPr>
            </a:lvl8pPr>
            <a:lvl9pPr lvl="8" rtl="0" algn="ctr">
              <a:lnSpc>
                <a:spcPct val="100000"/>
              </a:lnSpc>
              <a:spcBef>
                <a:spcPts val="0"/>
              </a:spcBef>
              <a:spcAft>
                <a:spcPts val="0"/>
              </a:spcAft>
              <a:buNone/>
              <a:defRPr b="1" sz="1800">
                <a:solidFill>
                  <a:schemeClr val="accent5"/>
                </a:solidFill>
                <a:latin typeface="Aldrich"/>
                <a:ea typeface="Aldrich"/>
                <a:cs typeface="Aldrich"/>
                <a:sym typeface="Aldrich"/>
              </a:defRPr>
            </a:lvl9pPr>
          </a:lstStyle>
          <a:p/>
        </p:txBody>
      </p:sp>
      <p:sp>
        <p:nvSpPr>
          <p:cNvPr id="255" name="Google Shape;255;p13"/>
          <p:cNvSpPr txBox="1"/>
          <p:nvPr>
            <p:ph idx="15" type="subTitle"/>
          </p:nvPr>
        </p:nvSpPr>
        <p:spPr>
          <a:xfrm>
            <a:off x="4877475" y="3440423"/>
            <a:ext cx="3257100" cy="3885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b="1" sz="1800">
                <a:solidFill>
                  <a:schemeClr val="accent5"/>
                </a:solidFill>
                <a:latin typeface="Aldrich"/>
                <a:ea typeface="Aldrich"/>
                <a:cs typeface="Aldrich"/>
                <a:sym typeface="Aldrich"/>
              </a:defRPr>
            </a:lvl1pPr>
            <a:lvl2pPr lvl="1" rtl="0" algn="ctr">
              <a:lnSpc>
                <a:spcPct val="100000"/>
              </a:lnSpc>
              <a:spcBef>
                <a:spcPts val="0"/>
              </a:spcBef>
              <a:spcAft>
                <a:spcPts val="0"/>
              </a:spcAft>
              <a:buNone/>
              <a:defRPr b="1" sz="1800">
                <a:solidFill>
                  <a:schemeClr val="accent5"/>
                </a:solidFill>
                <a:latin typeface="Aldrich"/>
                <a:ea typeface="Aldrich"/>
                <a:cs typeface="Aldrich"/>
                <a:sym typeface="Aldrich"/>
              </a:defRPr>
            </a:lvl2pPr>
            <a:lvl3pPr lvl="2" rtl="0" algn="ctr">
              <a:lnSpc>
                <a:spcPct val="100000"/>
              </a:lnSpc>
              <a:spcBef>
                <a:spcPts val="0"/>
              </a:spcBef>
              <a:spcAft>
                <a:spcPts val="0"/>
              </a:spcAft>
              <a:buNone/>
              <a:defRPr b="1" sz="1800">
                <a:solidFill>
                  <a:schemeClr val="accent5"/>
                </a:solidFill>
                <a:latin typeface="Aldrich"/>
                <a:ea typeface="Aldrich"/>
                <a:cs typeface="Aldrich"/>
                <a:sym typeface="Aldrich"/>
              </a:defRPr>
            </a:lvl3pPr>
            <a:lvl4pPr lvl="3" rtl="0" algn="ctr">
              <a:lnSpc>
                <a:spcPct val="100000"/>
              </a:lnSpc>
              <a:spcBef>
                <a:spcPts val="0"/>
              </a:spcBef>
              <a:spcAft>
                <a:spcPts val="0"/>
              </a:spcAft>
              <a:buNone/>
              <a:defRPr b="1" sz="1800">
                <a:solidFill>
                  <a:schemeClr val="accent5"/>
                </a:solidFill>
                <a:latin typeface="Aldrich"/>
                <a:ea typeface="Aldrich"/>
                <a:cs typeface="Aldrich"/>
                <a:sym typeface="Aldrich"/>
              </a:defRPr>
            </a:lvl4pPr>
            <a:lvl5pPr lvl="4" rtl="0" algn="ctr">
              <a:lnSpc>
                <a:spcPct val="100000"/>
              </a:lnSpc>
              <a:spcBef>
                <a:spcPts val="0"/>
              </a:spcBef>
              <a:spcAft>
                <a:spcPts val="0"/>
              </a:spcAft>
              <a:buNone/>
              <a:defRPr b="1" sz="1800">
                <a:solidFill>
                  <a:schemeClr val="accent5"/>
                </a:solidFill>
                <a:latin typeface="Aldrich"/>
                <a:ea typeface="Aldrich"/>
                <a:cs typeface="Aldrich"/>
                <a:sym typeface="Aldrich"/>
              </a:defRPr>
            </a:lvl5pPr>
            <a:lvl6pPr lvl="5" rtl="0" algn="ctr">
              <a:lnSpc>
                <a:spcPct val="100000"/>
              </a:lnSpc>
              <a:spcBef>
                <a:spcPts val="0"/>
              </a:spcBef>
              <a:spcAft>
                <a:spcPts val="0"/>
              </a:spcAft>
              <a:buNone/>
              <a:defRPr b="1" sz="1800">
                <a:solidFill>
                  <a:schemeClr val="accent5"/>
                </a:solidFill>
                <a:latin typeface="Aldrich"/>
                <a:ea typeface="Aldrich"/>
                <a:cs typeface="Aldrich"/>
                <a:sym typeface="Aldrich"/>
              </a:defRPr>
            </a:lvl6pPr>
            <a:lvl7pPr lvl="6" rtl="0" algn="ctr">
              <a:lnSpc>
                <a:spcPct val="100000"/>
              </a:lnSpc>
              <a:spcBef>
                <a:spcPts val="0"/>
              </a:spcBef>
              <a:spcAft>
                <a:spcPts val="0"/>
              </a:spcAft>
              <a:buNone/>
              <a:defRPr b="1" sz="1800">
                <a:solidFill>
                  <a:schemeClr val="accent5"/>
                </a:solidFill>
                <a:latin typeface="Aldrich"/>
                <a:ea typeface="Aldrich"/>
                <a:cs typeface="Aldrich"/>
                <a:sym typeface="Aldrich"/>
              </a:defRPr>
            </a:lvl7pPr>
            <a:lvl8pPr lvl="7" rtl="0" algn="ctr">
              <a:lnSpc>
                <a:spcPct val="100000"/>
              </a:lnSpc>
              <a:spcBef>
                <a:spcPts val="0"/>
              </a:spcBef>
              <a:spcAft>
                <a:spcPts val="0"/>
              </a:spcAft>
              <a:buNone/>
              <a:defRPr b="1" sz="1800">
                <a:solidFill>
                  <a:schemeClr val="accent5"/>
                </a:solidFill>
                <a:latin typeface="Aldrich"/>
                <a:ea typeface="Aldrich"/>
                <a:cs typeface="Aldrich"/>
                <a:sym typeface="Aldrich"/>
              </a:defRPr>
            </a:lvl8pPr>
            <a:lvl9pPr lvl="8" rtl="0" algn="ctr">
              <a:lnSpc>
                <a:spcPct val="100000"/>
              </a:lnSpc>
              <a:spcBef>
                <a:spcPts val="0"/>
              </a:spcBef>
              <a:spcAft>
                <a:spcPts val="0"/>
              </a:spcAft>
              <a:buNone/>
              <a:defRPr b="1" sz="1800">
                <a:solidFill>
                  <a:schemeClr val="accent5"/>
                </a:solidFill>
                <a:latin typeface="Aldrich"/>
                <a:ea typeface="Aldrich"/>
                <a:cs typeface="Aldrich"/>
                <a:sym typeface="Aldrich"/>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1">
  <p:cSld name="CUSTOM_3_1">
    <p:spTree>
      <p:nvGrpSpPr>
        <p:cNvPr id="256" name="Shape 256"/>
        <p:cNvGrpSpPr/>
        <p:nvPr/>
      </p:nvGrpSpPr>
      <p:grpSpPr>
        <a:xfrm>
          <a:off x="0" y="0"/>
          <a:ext cx="0" cy="0"/>
          <a:chOff x="0" y="0"/>
          <a:chExt cx="0" cy="0"/>
        </a:xfrm>
      </p:grpSpPr>
      <p:sp>
        <p:nvSpPr>
          <p:cNvPr id="257" name="Google Shape;257;p14"/>
          <p:cNvSpPr/>
          <p:nvPr/>
        </p:nvSpPr>
        <p:spPr>
          <a:xfrm flipH="1">
            <a:off x="333971" y="283350"/>
            <a:ext cx="8505900" cy="4576800"/>
          </a:xfrm>
          <a:prstGeom prst="roundRect">
            <a:avLst>
              <a:gd fmla="val 3396" name="adj"/>
            </a:avLst>
          </a:prstGeom>
          <a:solidFill>
            <a:schemeClr val="accent4"/>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8" name="Google Shape;258;p14"/>
          <p:cNvGrpSpPr/>
          <p:nvPr/>
        </p:nvGrpSpPr>
        <p:grpSpPr>
          <a:xfrm flipH="1">
            <a:off x="-9513" y="-6"/>
            <a:ext cx="9177947" cy="5143519"/>
            <a:chOff x="-9513" y="-6"/>
            <a:chExt cx="9177947" cy="5143519"/>
          </a:xfrm>
        </p:grpSpPr>
        <p:sp>
          <p:nvSpPr>
            <p:cNvPr id="259" name="Google Shape;259;p14"/>
            <p:cNvSpPr/>
            <p:nvPr/>
          </p:nvSpPr>
          <p:spPr>
            <a:xfrm flipH="1">
              <a:off x="109125" y="2"/>
              <a:ext cx="1612254" cy="1208486"/>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14"/>
            <p:cNvSpPr/>
            <p:nvPr/>
          </p:nvSpPr>
          <p:spPr>
            <a:xfrm flipH="1">
              <a:off x="1100819" y="-6"/>
              <a:ext cx="1250789" cy="937634"/>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4"/>
            <p:cNvSpPr/>
            <p:nvPr/>
          </p:nvSpPr>
          <p:spPr>
            <a:xfrm flipH="1">
              <a:off x="7055522" y="3878776"/>
              <a:ext cx="1664900" cy="1264737"/>
            </a:xfrm>
            <a:custGeom>
              <a:rect b="b" l="l" r="r" t="t"/>
              <a:pathLst>
                <a:path extrusionOk="0" h="19743" w="24157">
                  <a:moveTo>
                    <a:pt x="1676" y="0"/>
                  </a:moveTo>
                  <a:cubicBezTo>
                    <a:pt x="1185" y="0"/>
                    <a:pt x="818" y="164"/>
                    <a:pt x="491" y="532"/>
                  </a:cubicBezTo>
                  <a:cubicBezTo>
                    <a:pt x="0" y="1022"/>
                    <a:pt x="0" y="2044"/>
                    <a:pt x="654" y="2575"/>
                  </a:cubicBezTo>
                  <a:lnTo>
                    <a:pt x="19742" y="19743"/>
                  </a:lnTo>
                  <a:lnTo>
                    <a:pt x="24157" y="19743"/>
                  </a:lnTo>
                  <a:lnTo>
                    <a:pt x="2534" y="327"/>
                  </a:lnTo>
                  <a:cubicBezTo>
                    <a:pt x="2371" y="0"/>
                    <a:pt x="2044" y="0"/>
                    <a:pt x="1676"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4"/>
            <p:cNvSpPr/>
            <p:nvPr/>
          </p:nvSpPr>
          <p:spPr>
            <a:xfrm flipH="1" rot="10800000">
              <a:off x="8024650" y="259818"/>
              <a:ext cx="1143784" cy="1085055"/>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14"/>
            <p:cNvSpPr/>
            <p:nvPr/>
          </p:nvSpPr>
          <p:spPr>
            <a:xfrm flipH="1">
              <a:off x="-9513" y="1762124"/>
              <a:ext cx="1196082" cy="1134709"/>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4" name="Google Shape;264;p14"/>
          <p:cNvGrpSpPr/>
          <p:nvPr/>
        </p:nvGrpSpPr>
        <p:grpSpPr>
          <a:xfrm>
            <a:off x="4281415" y="75177"/>
            <a:ext cx="581170" cy="125403"/>
            <a:chOff x="4685288" y="186288"/>
            <a:chExt cx="419375" cy="90485"/>
          </a:xfrm>
        </p:grpSpPr>
        <p:sp>
          <p:nvSpPr>
            <p:cNvPr id="265" name="Google Shape;265;p14"/>
            <p:cNvSpPr/>
            <p:nvPr/>
          </p:nvSpPr>
          <p:spPr>
            <a:xfrm>
              <a:off x="4687513" y="186288"/>
              <a:ext cx="414900" cy="822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66" name="Google Shape;266;p14"/>
            <p:cNvGrpSpPr/>
            <p:nvPr/>
          </p:nvGrpSpPr>
          <p:grpSpPr>
            <a:xfrm>
              <a:off x="4685288" y="186300"/>
              <a:ext cx="419375" cy="90473"/>
              <a:chOff x="4390000" y="182175"/>
              <a:chExt cx="419375" cy="90473"/>
            </a:xfrm>
          </p:grpSpPr>
          <p:sp>
            <p:nvSpPr>
              <p:cNvPr id="267" name="Google Shape;267;p14"/>
              <p:cNvSpPr/>
              <p:nvPr/>
            </p:nvSpPr>
            <p:spPr>
              <a:xfrm>
                <a:off x="4390000" y="182175"/>
                <a:ext cx="419375" cy="90473"/>
              </a:xfrm>
              <a:custGeom>
                <a:rect b="b" l="l" r="r" t="t"/>
                <a:pathLst>
                  <a:path extrusionOk="0" h="1906" w="8835">
                    <a:moveTo>
                      <a:pt x="7882" y="155"/>
                    </a:moveTo>
                    <a:cubicBezTo>
                      <a:pt x="8323" y="155"/>
                      <a:pt x="8680" y="512"/>
                      <a:pt x="8680" y="953"/>
                    </a:cubicBezTo>
                    <a:cubicBezTo>
                      <a:pt x="8680" y="1393"/>
                      <a:pt x="8323" y="1750"/>
                      <a:pt x="7882" y="1750"/>
                    </a:cubicBezTo>
                    <a:lnTo>
                      <a:pt x="953" y="1750"/>
                    </a:lnTo>
                    <a:cubicBezTo>
                      <a:pt x="512" y="1750"/>
                      <a:pt x="155" y="1393"/>
                      <a:pt x="155" y="953"/>
                    </a:cubicBezTo>
                    <a:cubicBezTo>
                      <a:pt x="155" y="512"/>
                      <a:pt x="512" y="155"/>
                      <a:pt x="953" y="155"/>
                    </a:cubicBezTo>
                    <a:close/>
                    <a:moveTo>
                      <a:pt x="953" y="0"/>
                    </a:moveTo>
                    <a:cubicBezTo>
                      <a:pt x="429" y="0"/>
                      <a:pt x="0" y="429"/>
                      <a:pt x="0" y="953"/>
                    </a:cubicBezTo>
                    <a:cubicBezTo>
                      <a:pt x="0" y="1476"/>
                      <a:pt x="429" y="1905"/>
                      <a:pt x="953" y="1905"/>
                    </a:cubicBezTo>
                    <a:lnTo>
                      <a:pt x="7882" y="1905"/>
                    </a:lnTo>
                    <a:cubicBezTo>
                      <a:pt x="8406" y="1905"/>
                      <a:pt x="8835" y="1476"/>
                      <a:pt x="8835" y="953"/>
                    </a:cubicBezTo>
                    <a:cubicBezTo>
                      <a:pt x="8835" y="429"/>
                      <a:pt x="8406" y="0"/>
                      <a:pt x="7882"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14"/>
              <p:cNvSpPr/>
              <p:nvPr/>
            </p:nvSpPr>
            <p:spPr>
              <a:xfrm>
                <a:off x="4464048" y="201352"/>
                <a:ext cx="52024" cy="52072"/>
              </a:xfrm>
              <a:custGeom>
                <a:rect b="b" l="l" r="r" t="t"/>
                <a:pathLst>
                  <a:path extrusionOk="0" h="1097" w="1096">
                    <a:moveTo>
                      <a:pt x="548" y="144"/>
                    </a:moveTo>
                    <a:cubicBezTo>
                      <a:pt x="774" y="144"/>
                      <a:pt x="953" y="322"/>
                      <a:pt x="953" y="549"/>
                    </a:cubicBezTo>
                    <a:cubicBezTo>
                      <a:pt x="953" y="763"/>
                      <a:pt x="774" y="941"/>
                      <a:pt x="548" y="941"/>
                    </a:cubicBezTo>
                    <a:cubicBezTo>
                      <a:pt x="333" y="941"/>
                      <a:pt x="155" y="763"/>
                      <a:pt x="155" y="549"/>
                    </a:cubicBezTo>
                    <a:cubicBezTo>
                      <a:pt x="155" y="322"/>
                      <a:pt x="333" y="144"/>
                      <a:pt x="548" y="144"/>
                    </a:cubicBezTo>
                    <a:close/>
                    <a:moveTo>
                      <a:pt x="548" y="1"/>
                    </a:moveTo>
                    <a:cubicBezTo>
                      <a:pt x="250" y="1"/>
                      <a:pt x="0" y="251"/>
                      <a:pt x="0" y="549"/>
                    </a:cubicBezTo>
                    <a:cubicBezTo>
                      <a:pt x="0" y="846"/>
                      <a:pt x="250" y="1096"/>
                      <a:pt x="548" y="1096"/>
                    </a:cubicBezTo>
                    <a:cubicBezTo>
                      <a:pt x="845" y="1096"/>
                      <a:pt x="1095" y="846"/>
                      <a:pt x="1095" y="549"/>
                    </a:cubicBezTo>
                    <a:cubicBezTo>
                      <a:pt x="1095" y="251"/>
                      <a:pt x="845" y="1"/>
                      <a:pt x="54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69" name="Google Shape;269;p14"/>
          <p:cNvSpPr txBox="1"/>
          <p:nvPr>
            <p:ph type="title"/>
          </p:nvPr>
        </p:nvSpPr>
        <p:spPr>
          <a:xfrm>
            <a:off x="722375" y="530750"/>
            <a:ext cx="76992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70" name="Google Shape;270;p14"/>
          <p:cNvSpPr txBox="1"/>
          <p:nvPr>
            <p:ph idx="2" type="title"/>
          </p:nvPr>
        </p:nvSpPr>
        <p:spPr>
          <a:xfrm>
            <a:off x="716613" y="2772869"/>
            <a:ext cx="1929300" cy="5925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800"/>
              <a:buNone/>
              <a:defRPr b="1" sz="1800"/>
            </a:lvl1pPr>
            <a:lvl2pPr lvl="1" rtl="0">
              <a:spcBef>
                <a:spcPts val="0"/>
              </a:spcBef>
              <a:spcAft>
                <a:spcPts val="0"/>
              </a:spcAft>
              <a:buClr>
                <a:schemeClr val="accent5"/>
              </a:buClr>
              <a:buSzPts val="1800"/>
              <a:buNone/>
              <a:defRPr sz="1800">
                <a:solidFill>
                  <a:schemeClr val="accent5"/>
                </a:solidFill>
              </a:defRPr>
            </a:lvl2pPr>
            <a:lvl3pPr lvl="2" rtl="0">
              <a:spcBef>
                <a:spcPts val="0"/>
              </a:spcBef>
              <a:spcAft>
                <a:spcPts val="0"/>
              </a:spcAft>
              <a:buClr>
                <a:schemeClr val="accent5"/>
              </a:buClr>
              <a:buSzPts val="1800"/>
              <a:buNone/>
              <a:defRPr sz="1800">
                <a:solidFill>
                  <a:schemeClr val="accent5"/>
                </a:solidFill>
              </a:defRPr>
            </a:lvl3pPr>
            <a:lvl4pPr lvl="3" rtl="0">
              <a:spcBef>
                <a:spcPts val="0"/>
              </a:spcBef>
              <a:spcAft>
                <a:spcPts val="0"/>
              </a:spcAft>
              <a:buClr>
                <a:schemeClr val="accent5"/>
              </a:buClr>
              <a:buSzPts val="1800"/>
              <a:buNone/>
              <a:defRPr sz="1800">
                <a:solidFill>
                  <a:schemeClr val="accent5"/>
                </a:solidFill>
              </a:defRPr>
            </a:lvl4pPr>
            <a:lvl5pPr lvl="4" rtl="0">
              <a:spcBef>
                <a:spcPts val="0"/>
              </a:spcBef>
              <a:spcAft>
                <a:spcPts val="0"/>
              </a:spcAft>
              <a:buClr>
                <a:schemeClr val="accent5"/>
              </a:buClr>
              <a:buSzPts val="1800"/>
              <a:buNone/>
              <a:defRPr sz="1800">
                <a:solidFill>
                  <a:schemeClr val="accent5"/>
                </a:solidFill>
              </a:defRPr>
            </a:lvl5pPr>
            <a:lvl6pPr lvl="5" rtl="0">
              <a:spcBef>
                <a:spcPts val="0"/>
              </a:spcBef>
              <a:spcAft>
                <a:spcPts val="0"/>
              </a:spcAft>
              <a:buClr>
                <a:schemeClr val="accent5"/>
              </a:buClr>
              <a:buSzPts val="1800"/>
              <a:buNone/>
              <a:defRPr sz="1800">
                <a:solidFill>
                  <a:schemeClr val="accent5"/>
                </a:solidFill>
              </a:defRPr>
            </a:lvl6pPr>
            <a:lvl7pPr lvl="6" rtl="0">
              <a:spcBef>
                <a:spcPts val="0"/>
              </a:spcBef>
              <a:spcAft>
                <a:spcPts val="0"/>
              </a:spcAft>
              <a:buClr>
                <a:schemeClr val="accent5"/>
              </a:buClr>
              <a:buSzPts val="1800"/>
              <a:buNone/>
              <a:defRPr sz="1800">
                <a:solidFill>
                  <a:schemeClr val="accent5"/>
                </a:solidFill>
              </a:defRPr>
            </a:lvl7pPr>
            <a:lvl8pPr lvl="7" rtl="0">
              <a:spcBef>
                <a:spcPts val="0"/>
              </a:spcBef>
              <a:spcAft>
                <a:spcPts val="0"/>
              </a:spcAft>
              <a:buClr>
                <a:schemeClr val="accent5"/>
              </a:buClr>
              <a:buSzPts val="1800"/>
              <a:buNone/>
              <a:defRPr sz="1800">
                <a:solidFill>
                  <a:schemeClr val="accent5"/>
                </a:solidFill>
              </a:defRPr>
            </a:lvl8pPr>
            <a:lvl9pPr lvl="8" rtl="0">
              <a:spcBef>
                <a:spcPts val="0"/>
              </a:spcBef>
              <a:spcAft>
                <a:spcPts val="0"/>
              </a:spcAft>
              <a:buClr>
                <a:schemeClr val="accent5"/>
              </a:buClr>
              <a:buSzPts val="1800"/>
              <a:buNone/>
              <a:defRPr sz="1800">
                <a:solidFill>
                  <a:schemeClr val="accent5"/>
                </a:solidFill>
              </a:defRPr>
            </a:lvl9pPr>
          </a:lstStyle>
          <a:p/>
        </p:txBody>
      </p:sp>
      <p:sp>
        <p:nvSpPr>
          <p:cNvPr id="271" name="Google Shape;271;p14"/>
          <p:cNvSpPr txBox="1"/>
          <p:nvPr>
            <p:ph idx="1" type="subTitle"/>
          </p:nvPr>
        </p:nvSpPr>
        <p:spPr>
          <a:xfrm>
            <a:off x="717288" y="3505638"/>
            <a:ext cx="1929300" cy="729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800"/>
              <a:buNone/>
              <a:defRPr sz="16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p:txBody>
      </p:sp>
      <p:sp>
        <p:nvSpPr>
          <p:cNvPr id="272" name="Google Shape;272;p14"/>
          <p:cNvSpPr txBox="1"/>
          <p:nvPr>
            <p:ph idx="3" type="title"/>
          </p:nvPr>
        </p:nvSpPr>
        <p:spPr>
          <a:xfrm>
            <a:off x="2644521" y="2772869"/>
            <a:ext cx="1929300" cy="5925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800"/>
              <a:buNone/>
              <a:defRPr b="1" sz="1800"/>
            </a:lvl1pPr>
            <a:lvl2pPr lvl="1" rtl="0">
              <a:spcBef>
                <a:spcPts val="0"/>
              </a:spcBef>
              <a:spcAft>
                <a:spcPts val="0"/>
              </a:spcAft>
              <a:buClr>
                <a:schemeClr val="accent5"/>
              </a:buClr>
              <a:buSzPts val="1800"/>
              <a:buNone/>
              <a:defRPr sz="1800">
                <a:solidFill>
                  <a:schemeClr val="accent5"/>
                </a:solidFill>
              </a:defRPr>
            </a:lvl2pPr>
            <a:lvl3pPr lvl="2" rtl="0">
              <a:spcBef>
                <a:spcPts val="0"/>
              </a:spcBef>
              <a:spcAft>
                <a:spcPts val="0"/>
              </a:spcAft>
              <a:buClr>
                <a:schemeClr val="accent5"/>
              </a:buClr>
              <a:buSzPts val="1800"/>
              <a:buNone/>
              <a:defRPr sz="1800">
                <a:solidFill>
                  <a:schemeClr val="accent5"/>
                </a:solidFill>
              </a:defRPr>
            </a:lvl3pPr>
            <a:lvl4pPr lvl="3" rtl="0">
              <a:spcBef>
                <a:spcPts val="0"/>
              </a:spcBef>
              <a:spcAft>
                <a:spcPts val="0"/>
              </a:spcAft>
              <a:buClr>
                <a:schemeClr val="accent5"/>
              </a:buClr>
              <a:buSzPts val="1800"/>
              <a:buNone/>
              <a:defRPr sz="1800">
                <a:solidFill>
                  <a:schemeClr val="accent5"/>
                </a:solidFill>
              </a:defRPr>
            </a:lvl4pPr>
            <a:lvl5pPr lvl="4" rtl="0">
              <a:spcBef>
                <a:spcPts val="0"/>
              </a:spcBef>
              <a:spcAft>
                <a:spcPts val="0"/>
              </a:spcAft>
              <a:buClr>
                <a:schemeClr val="accent5"/>
              </a:buClr>
              <a:buSzPts val="1800"/>
              <a:buNone/>
              <a:defRPr sz="1800">
                <a:solidFill>
                  <a:schemeClr val="accent5"/>
                </a:solidFill>
              </a:defRPr>
            </a:lvl5pPr>
            <a:lvl6pPr lvl="5" rtl="0">
              <a:spcBef>
                <a:spcPts val="0"/>
              </a:spcBef>
              <a:spcAft>
                <a:spcPts val="0"/>
              </a:spcAft>
              <a:buClr>
                <a:schemeClr val="accent5"/>
              </a:buClr>
              <a:buSzPts val="1800"/>
              <a:buNone/>
              <a:defRPr sz="1800">
                <a:solidFill>
                  <a:schemeClr val="accent5"/>
                </a:solidFill>
              </a:defRPr>
            </a:lvl6pPr>
            <a:lvl7pPr lvl="6" rtl="0">
              <a:spcBef>
                <a:spcPts val="0"/>
              </a:spcBef>
              <a:spcAft>
                <a:spcPts val="0"/>
              </a:spcAft>
              <a:buClr>
                <a:schemeClr val="accent5"/>
              </a:buClr>
              <a:buSzPts val="1800"/>
              <a:buNone/>
              <a:defRPr sz="1800">
                <a:solidFill>
                  <a:schemeClr val="accent5"/>
                </a:solidFill>
              </a:defRPr>
            </a:lvl7pPr>
            <a:lvl8pPr lvl="7" rtl="0">
              <a:spcBef>
                <a:spcPts val="0"/>
              </a:spcBef>
              <a:spcAft>
                <a:spcPts val="0"/>
              </a:spcAft>
              <a:buClr>
                <a:schemeClr val="accent5"/>
              </a:buClr>
              <a:buSzPts val="1800"/>
              <a:buNone/>
              <a:defRPr sz="1800">
                <a:solidFill>
                  <a:schemeClr val="accent5"/>
                </a:solidFill>
              </a:defRPr>
            </a:lvl8pPr>
            <a:lvl9pPr lvl="8" rtl="0">
              <a:spcBef>
                <a:spcPts val="0"/>
              </a:spcBef>
              <a:spcAft>
                <a:spcPts val="0"/>
              </a:spcAft>
              <a:buClr>
                <a:schemeClr val="accent5"/>
              </a:buClr>
              <a:buSzPts val="1800"/>
              <a:buNone/>
              <a:defRPr sz="1800">
                <a:solidFill>
                  <a:schemeClr val="accent5"/>
                </a:solidFill>
              </a:defRPr>
            </a:lvl9pPr>
          </a:lstStyle>
          <a:p/>
        </p:txBody>
      </p:sp>
      <p:sp>
        <p:nvSpPr>
          <p:cNvPr id="273" name="Google Shape;273;p14"/>
          <p:cNvSpPr txBox="1"/>
          <p:nvPr>
            <p:ph idx="4" type="subTitle"/>
          </p:nvPr>
        </p:nvSpPr>
        <p:spPr>
          <a:xfrm>
            <a:off x="2645196" y="3505638"/>
            <a:ext cx="1929300" cy="729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800"/>
              <a:buNone/>
              <a:defRPr sz="16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p:txBody>
      </p:sp>
      <p:sp>
        <p:nvSpPr>
          <p:cNvPr id="274" name="Google Shape;274;p14"/>
          <p:cNvSpPr txBox="1"/>
          <p:nvPr>
            <p:ph idx="5" type="title"/>
          </p:nvPr>
        </p:nvSpPr>
        <p:spPr>
          <a:xfrm>
            <a:off x="4572429" y="2772869"/>
            <a:ext cx="1929300" cy="5925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800"/>
              <a:buNone/>
              <a:defRPr b="1" sz="1800"/>
            </a:lvl1pPr>
            <a:lvl2pPr lvl="1" rtl="0">
              <a:spcBef>
                <a:spcPts val="0"/>
              </a:spcBef>
              <a:spcAft>
                <a:spcPts val="0"/>
              </a:spcAft>
              <a:buClr>
                <a:schemeClr val="accent5"/>
              </a:buClr>
              <a:buSzPts val="1800"/>
              <a:buNone/>
              <a:defRPr sz="1800">
                <a:solidFill>
                  <a:schemeClr val="accent5"/>
                </a:solidFill>
              </a:defRPr>
            </a:lvl2pPr>
            <a:lvl3pPr lvl="2" rtl="0">
              <a:spcBef>
                <a:spcPts val="0"/>
              </a:spcBef>
              <a:spcAft>
                <a:spcPts val="0"/>
              </a:spcAft>
              <a:buClr>
                <a:schemeClr val="accent5"/>
              </a:buClr>
              <a:buSzPts val="1800"/>
              <a:buNone/>
              <a:defRPr sz="1800">
                <a:solidFill>
                  <a:schemeClr val="accent5"/>
                </a:solidFill>
              </a:defRPr>
            </a:lvl3pPr>
            <a:lvl4pPr lvl="3" rtl="0">
              <a:spcBef>
                <a:spcPts val="0"/>
              </a:spcBef>
              <a:spcAft>
                <a:spcPts val="0"/>
              </a:spcAft>
              <a:buClr>
                <a:schemeClr val="accent5"/>
              </a:buClr>
              <a:buSzPts val="1800"/>
              <a:buNone/>
              <a:defRPr sz="1800">
                <a:solidFill>
                  <a:schemeClr val="accent5"/>
                </a:solidFill>
              </a:defRPr>
            </a:lvl4pPr>
            <a:lvl5pPr lvl="4" rtl="0">
              <a:spcBef>
                <a:spcPts val="0"/>
              </a:spcBef>
              <a:spcAft>
                <a:spcPts val="0"/>
              </a:spcAft>
              <a:buClr>
                <a:schemeClr val="accent5"/>
              </a:buClr>
              <a:buSzPts val="1800"/>
              <a:buNone/>
              <a:defRPr sz="1800">
                <a:solidFill>
                  <a:schemeClr val="accent5"/>
                </a:solidFill>
              </a:defRPr>
            </a:lvl5pPr>
            <a:lvl6pPr lvl="5" rtl="0">
              <a:spcBef>
                <a:spcPts val="0"/>
              </a:spcBef>
              <a:spcAft>
                <a:spcPts val="0"/>
              </a:spcAft>
              <a:buClr>
                <a:schemeClr val="accent5"/>
              </a:buClr>
              <a:buSzPts val="1800"/>
              <a:buNone/>
              <a:defRPr sz="1800">
                <a:solidFill>
                  <a:schemeClr val="accent5"/>
                </a:solidFill>
              </a:defRPr>
            </a:lvl6pPr>
            <a:lvl7pPr lvl="6" rtl="0">
              <a:spcBef>
                <a:spcPts val="0"/>
              </a:spcBef>
              <a:spcAft>
                <a:spcPts val="0"/>
              </a:spcAft>
              <a:buClr>
                <a:schemeClr val="accent5"/>
              </a:buClr>
              <a:buSzPts val="1800"/>
              <a:buNone/>
              <a:defRPr sz="1800">
                <a:solidFill>
                  <a:schemeClr val="accent5"/>
                </a:solidFill>
              </a:defRPr>
            </a:lvl7pPr>
            <a:lvl8pPr lvl="7" rtl="0">
              <a:spcBef>
                <a:spcPts val="0"/>
              </a:spcBef>
              <a:spcAft>
                <a:spcPts val="0"/>
              </a:spcAft>
              <a:buClr>
                <a:schemeClr val="accent5"/>
              </a:buClr>
              <a:buSzPts val="1800"/>
              <a:buNone/>
              <a:defRPr sz="1800">
                <a:solidFill>
                  <a:schemeClr val="accent5"/>
                </a:solidFill>
              </a:defRPr>
            </a:lvl8pPr>
            <a:lvl9pPr lvl="8" rtl="0">
              <a:spcBef>
                <a:spcPts val="0"/>
              </a:spcBef>
              <a:spcAft>
                <a:spcPts val="0"/>
              </a:spcAft>
              <a:buClr>
                <a:schemeClr val="accent5"/>
              </a:buClr>
              <a:buSzPts val="1800"/>
              <a:buNone/>
              <a:defRPr sz="1800">
                <a:solidFill>
                  <a:schemeClr val="accent5"/>
                </a:solidFill>
              </a:defRPr>
            </a:lvl9pPr>
          </a:lstStyle>
          <a:p/>
        </p:txBody>
      </p:sp>
      <p:sp>
        <p:nvSpPr>
          <p:cNvPr id="275" name="Google Shape;275;p14"/>
          <p:cNvSpPr txBox="1"/>
          <p:nvPr>
            <p:ph idx="6" type="subTitle"/>
          </p:nvPr>
        </p:nvSpPr>
        <p:spPr>
          <a:xfrm>
            <a:off x="5914325" y="2692900"/>
            <a:ext cx="2516700" cy="1173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800"/>
              <a:buNone/>
              <a:defRPr sz="1200">
                <a:solidFill>
                  <a:srgbClr val="4C5966"/>
                </a:solidFill>
                <a:highlight>
                  <a:srgbClr val="FFFFFF"/>
                </a:highlight>
                <a:latin typeface="DM Sans"/>
                <a:ea typeface="DM Sans"/>
                <a:cs typeface="DM Sans"/>
                <a:sym typeface="DM Sans"/>
              </a:defRPr>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p:txBody>
      </p:sp>
      <p:sp>
        <p:nvSpPr>
          <p:cNvPr id="276" name="Google Shape;276;p14"/>
          <p:cNvSpPr txBox="1"/>
          <p:nvPr>
            <p:ph idx="7" type="title"/>
          </p:nvPr>
        </p:nvSpPr>
        <p:spPr>
          <a:xfrm>
            <a:off x="6500337" y="2772869"/>
            <a:ext cx="1925700" cy="5925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800"/>
              <a:buNone/>
              <a:defRPr b="1" sz="1800"/>
            </a:lvl1pPr>
            <a:lvl2pPr lvl="1" rtl="0">
              <a:spcBef>
                <a:spcPts val="0"/>
              </a:spcBef>
              <a:spcAft>
                <a:spcPts val="0"/>
              </a:spcAft>
              <a:buClr>
                <a:schemeClr val="accent5"/>
              </a:buClr>
              <a:buSzPts val="1800"/>
              <a:buNone/>
              <a:defRPr sz="1800">
                <a:solidFill>
                  <a:schemeClr val="accent5"/>
                </a:solidFill>
              </a:defRPr>
            </a:lvl2pPr>
            <a:lvl3pPr lvl="2" rtl="0">
              <a:spcBef>
                <a:spcPts val="0"/>
              </a:spcBef>
              <a:spcAft>
                <a:spcPts val="0"/>
              </a:spcAft>
              <a:buClr>
                <a:schemeClr val="accent5"/>
              </a:buClr>
              <a:buSzPts val="1800"/>
              <a:buNone/>
              <a:defRPr sz="1800">
                <a:solidFill>
                  <a:schemeClr val="accent5"/>
                </a:solidFill>
              </a:defRPr>
            </a:lvl3pPr>
            <a:lvl4pPr lvl="3" rtl="0">
              <a:spcBef>
                <a:spcPts val="0"/>
              </a:spcBef>
              <a:spcAft>
                <a:spcPts val="0"/>
              </a:spcAft>
              <a:buClr>
                <a:schemeClr val="accent5"/>
              </a:buClr>
              <a:buSzPts val="1800"/>
              <a:buNone/>
              <a:defRPr sz="1800">
                <a:solidFill>
                  <a:schemeClr val="accent5"/>
                </a:solidFill>
              </a:defRPr>
            </a:lvl4pPr>
            <a:lvl5pPr lvl="4" rtl="0">
              <a:spcBef>
                <a:spcPts val="0"/>
              </a:spcBef>
              <a:spcAft>
                <a:spcPts val="0"/>
              </a:spcAft>
              <a:buClr>
                <a:schemeClr val="accent5"/>
              </a:buClr>
              <a:buSzPts val="1800"/>
              <a:buNone/>
              <a:defRPr sz="1800">
                <a:solidFill>
                  <a:schemeClr val="accent5"/>
                </a:solidFill>
              </a:defRPr>
            </a:lvl5pPr>
            <a:lvl6pPr lvl="5" rtl="0">
              <a:spcBef>
                <a:spcPts val="0"/>
              </a:spcBef>
              <a:spcAft>
                <a:spcPts val="0"/>
              </a:spcAft>
              <a:buClr>
                <a:schemeClr val="accent5"/>
              </a:buClr>
              <a:buSzPts val="1800"/>
              <a:buNone/>
              <a:defRPr sz="1800">
                <a:solidFill>
                  <a:schemeClr val="accent5"/>
                </a:solidFill>
              </a:defRPr>
            </a:lvl6pPr>
            <a:lvl7pPr lvl="6" rtl="0">
              <a:spcBef>
                <a:spcPts val="0"/>
              </a:spcBef>
              <a:spcAft>
                <a:spcPts val="0"/>
              </a:spcAft>
              <a:buClr>
                <a:schemeClr val="accent5"/>
              </a:buClr>
              <a:buSzPts val="1800"/>
              <a:buNone/>
              <a:defRPr sz="1800">
                <a:solidFill>
                  <a:schemeClr val="accent5"/>
                </a:solidFill>
              </a:defRPr>
            </a:lvl7pPr>
            <a:lvl8pPr lvl="7" rtl="0">
              <a:spcBef>
                <a:spcPts val="0"/>
              </a:spcBef>
              <a:spcAft>
                <a:spcPts val="0"/>
              </a:spcAft>
              <a:buClr>
                <a:schemeClr val="accent5"/>
              </a:buClr>
              <a:buSzPts val="1800"/>
              <a:buNone/>
              <a:defRPr sz="1800">
                <a:solidFill>
                  <a:schemeClr val="accent5"/>
                </a:solidFill>
              </a:defRPr>
            </a:lvl8pPr>
            <a:lvl9pPr lvl="8" rtl="0">
              <a:spcBef>
                <a:spcPts val="0"/>
              </a:spcBef>
              <a:spcAft>
                <a:spcPts val="0"/>
              </a:spcAft>
              <a:buClr>
                <a:schemeClr val="accent5"/>
              </a:buClr>
              <a:buSzPts val="1800"/>
              <a:buNone/>
              <a:defRPr sz="1800">
                <a:solidFill>
                  <a:schemeClr val="accent5"/>
                </a:solidFill>
              </a:defRPr>
            </a:lvl9pPr>
          </a:lstStyle>
          <a:p/>
        </p:txBody>
      </p:sp>
      <p:sp>
        <p:nvSpPr>
          <p:cNvPr id="277" name="Google Shape;277;p14"/>
          <p:cNvSpPr txBox="1"/>
          <p:nvPr>
            <p:ph idx="8" type="subTitle"/>
          </p:nvPr>
        </p:nvSpPr>
        <p:spPr>
          <a:xfrm>
            <a:off x="6501012" y="3505638"/>
            <a:ext cx="1925700" cy="729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800"/>
              <a:buNone/>
              <a:defRPr sz="16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p:txBody>
      </p:sp>
      <p:sp>
        <p:nvSpPr>
          <p:cNvPr id="278" name="Google Shape;278;p14"/>
          <p:cNvSpPr txBox="1"/>
          <p:nvPr>
            <p:ph hasCustomPrompt="1" idx="9" type="title"/>
          </p:nvPr>
        </p:nvSpPr>
        <p:spPr>
          <a:xfrm>
            <a:off x="716388" y="1685550"/>
            <a:ext cx="1929300" cy="5934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4000">
                <a:solidFill>
                  <a:schemeClr val="accent3"/>
                </a:solidFill>
              </a:defRPr>
            </a:lvl1pPr>
            <a:lvl2pPr lvl="1" rtl="0">
              <a:spcBef>
                <a:spcPts val="0"/>
              </a:spcBef>
              <a:spcAft>
                <a:spcPts val="0"/>
              </a:spcAft>
              <a:buClr>
                <a:schemeClr val="accent5"/>
              </a:buClr>
              <a:buSzPts val="3000"/>
              <a:buNone/>
              <a:defRPr sz="3000">
                <a:solidFill>
                  <a:schemeClr val="accent5"/>
                </a:solidFill>
              </a:defRPr>
            </a:lvl2pPr>
            <a:lvl3pPr lvl="2" rtl="0">
              <a:spcBef>
                <a:spcPts val="0"/>
              </a:spcBef>
              <a:spcAft>
                <a:spcPts val="0"/>
              </a:spcAft>
              <a:buClr>
                <a:schemeClr val="accent5"/>
              </a:buClr>
              <a:buSzPts val="3000"/>
              <a:buNone/>
              <a:defRPr sz="3000">
                <a:solidFill>
                  <a:schemeClr val="accent5"/>
                </a:solidFill>
              </a:defRPr>
            </a:lvl3pPr>
            <a:lvl4pPr lvl="3" rtl="0">
              <a:spcBef>
                <a:spcPts val="0"/>
              </a:spcBef>
              <a:spcAft>
                <a:spcPts val="0"/>
              </a:spcAft>
              <a:buClr>
                <a:schemeClr val="accent5"/>
              </a:buClr>
              <a:buSzPts val="3000"/>
              <a:buNone/>
              <a:defRPr sz="3000">
                <a:solidFill>
                  <a:schemeClr val="accent5"/>
                </a:solidFill>
              </a:defRPr>
            </a:lvl4pPr>
            <a:lvl5pPr lvl="4" rtl="0">
              <a:spcBef>
                <a:spcPts val="0"/>
              </a:spcBef>
              <a:spcAft>
                <a:spcPts val="0"/>
              </a:spcAft>
              <a:buClr>
                <a:schemeClr val="accent5"/>
              </a:buClr>
              <a:buSzPts val="3000"/>
              <a:buNone/>
              <a:defRPr sz="3000">
                <a:solidFill>
                  <a:schemeClr val="accent5"/>
                </a:solidFill>
              </a:defRPr>
            </a:lvl5pPr>
            <a:lvl6pPr lvl="5" rtl="0">
              <a:spcBef>
                <a:spcPts val="0"/>
              </a:spcBef>
              <a:spcAft>
                <a:spcPts val="0"/>
              </a:spcAft>
              <a:buClr>
                <a:schemeClr val="accent5"/>
              </a:buClr>
              <a:buSzPts val="3000"/>
              <a:buNone/>
              <a:defRPr sz="3000">
                <a:solidFill>
                  <a:schemeClr val="accent5"/>
                </a:solidFill>
              </a:defRPr>
            </a:lvl6pPr>
            <a:lvl7pPr lvl="6" rtl="0">
              <a:spcBef>
                <a:spcPts val="0"/>
              </a:spcBef>
              <a:spcAft>
                <a:spcPts val="0"/>
              </a:spcAft>
              <a:buClr>
                <a:schemeClr val="accent5"/>
              </a:buClr>
              <a:buSzPts val="3000"/>
              <a:buNone/>
              <a:defRPr sz="3000">
                <a:solidFill>
                  <a:schemeClr val="accent5"/>
                </a:solidFill>
              </a:defRPr>
            </a:lvl7pPr>
            <a:lvl8pPr lvl="7" rtl="0">
              <a:spcBef>
                <a:spcPts val="0"/>
              </a:spcBef>
              <a:spcAft>
                <a:spcPts val="0"/>
              </a:spcAft>
              <a:buClr>
                <a:schemeClr val="accent5"/>
              </a:buClr>
              <a:buSzPts val="3000"/>
              <a:buNone/>
              <a:defRPr sz="3000">
                <a:solidFill>
                  <a:schemeClr val="accent5"/>
                </a:solidFill>
              </a:defRPr>
            </a:lvl8pPr>
            <a:lvl9pPr lvl="8" rtl="0">
              <a:spcBef>
                <a:spcPts val="0"/>
              </a:spcBef>
              <a:spcAft>
                <a:spcPts val="0"/>
              </a:spcAft>
              <a:buClr>
                <a:schemeClr val="accent5"/>
              </a:buClr>
              <a:buSzPts val="3000"/>
              <a:buNone/>
              <a:defRPr sz="3000">
                <a:solidFill>
                  <a:schemeClr val="accent5"/>
                </a:solidFill>
              </a:defRPr>
            </a:lvl9pPr>
          </a:lstStyle>
          <a:p>
            <a:r>
              <a:t>xx%</a:t>
            </a:r>
          </a:p>
        </p:txBody>
      </p:sp>
      <p:sp>
        <p:nvSpPr>
          <p:cNvPr id="279" name="Google Shape;279;p14"/>
          <p:cNvSpPr txBox="1"/>
          <p:nvPr>
            <p:ph hasCustomPrompt="1" idx="13" type="title"/>
          </p:nvPr>
        </p:nvSpPr>
        <p:spPr>
          <a:xfrm>
            <a:off x="2643696" y="1685550"/>
            <a:ext cx="1929300" cy="5934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4000">
                <a:solidFill>
                  <a:schemeClr val="accent3"/>
                </a:solidFill>
              </a:defRPr>
            </a:lvl1pPr>
            <a:lvl2pPr lvl="1" rtl="0">
              <a:spcBef>
                <a:spcPts val="0"/>
              </a:spcBef>
              <a:spcAft>
                <a:spcPts val="0"/>
              </a:spcAft>
              <a:buClr>
                <a:schemeClr val="accent5"/>
              </a:buClr>
              <a:buSzPts val="3000"/>
              <a:buNone/>
              <a:defRPr sz="3000">
                <a:solidFill>
                  <a:schemeClr val="accent5"/>
                </a:solidFill>
              </a:defRPr>
            </a:lvl2pPr>
            <a:lvl3pPr lvl="2" rtl="0">
              <a:spcBef>
                <a:spcPts val="0"/>
              </a:spcBef>
              <a:spcAft>
                <a:spcPts val="0"/>
              </a:spcAft>
              <a:buClr>
                <a:schemeClr val="accent5"/>
              </a:buClr>
              <a:buSzPts val="3000"/>
              <a:buNone/>
              <a:defRPr sz="3000">
                <a:solidFill>
                  <a:schemeClr val="accent5"/>
                </a:solidFill>
              </a:defRPr>
            </a:lvl3pPr>
            <a:lvl4pPr lvl="3" rtl="0">
              <a:spcBef>
                <a:spcPts val="0"/>
              </a:spcBef>
              <a:spcAft>
                <a:spcPts val="0"/>
              </a:spcAft>
              <a:buClr>
                <a:schemeClr val="accent5"/>
              </a:buClr>
              <a:buSzPts val="3000"/>
              <a:buNone/>
              <a:defRPr sz="3000">
                <a:solidFill>
                  <a:schemeClr val="accent5"/>
                </a:solidFill>
              </a:defRPr>
            </a:lvl4pPr>
            <a:lvl5pPr lvl="4" rtl="0">
              <a:spcBef>
                <a:spcPts val="0"/>
              </a:spcBef>
              <a:spcAft>
                <a:spcPts val="0"/>
              </a:spcAft>
              <a:buClr>
                <a:schemeClr val="accent5"/>
              </a:buClr>
              <a:buSzPts val="3000"/>
              <a:buNone/>
              <a:defRPr sz="3000">
                <a:solidFill>
                  <a:schemeClr val="accent5"/>
                </a:solidFill>
              </a:defRPr>
            </a:lvl5pPr>
            <a:lvl6pPr lvl="5" rtl="0">
              <a:spcBef>
                <a:spcPts val="0"/>
              </a:spcBef>
              <a:spcAft>
                <a:spcPts val="0"/>
              </a:spcAft>
              <a:buClr>
                <a:schemeClr val="accent5"/>
              </a:buClr>
              <a:buSzPts val="3000"/>
              <a:buNone/>
              <a:defRPr sz="3000">
                <a:solidFill>
                  <a:schemeClr val="accent5"/>
                </a:solidFill>
              </a:defRPr>
            </a:lvl6pPr>
            <a:lvl7pPr lvl="6" rtl="0">
              <a:spcBef>
                <a:spcPts val="0"/>
              </a:spcBef>
              <a:spcAft>
                <a:spcPts val="0"/>
              </a:spcAft>
              <a:buClr>
                <a:schemeClr val="accent5"/>
              </a:buClr>
              <a:buSzPts val="3000"/>
              <a:buNone/>
              <a:defRPr sz="3000">
                <a:solidFill>
                  <a:schemeClr val="accent5"/>
                </a:solidFill>
              </a:defRPr>
            </a:lvl7pPr>
            <a:lvl8pPr lvl="7" rtl="0">
              <a:spcBef>
                <a:spcPts val="0"/>
              </a:spcBef>
              <a:spcAft>
                <a:spcPts val="0"/>
              </a:spcAft>
              <a:buClr>
                <a:schemeClr val="accent5"/>
              </a:buClr>
              <a:buSzPts val="3000"/>
              <a:buNone/>
              <a:defRPr sz="3000">
                <a:solidFill>
                  <a:schemeClr val="accent5"/>
                </a:solidFill>
              </a:defRPr>
            </a:lvl8pPr>
            <a:lvl9pPr lvl="8" rtl="0">
              <a:spcBef>
                <a:spcPts val="0"/>
              </a:spcBef>
              <a:spcAft>
                <a:spcPts val="0"/>
              </a:spcAft>
              <a:buClr>
                <a:schemeClr val="accent5"/>
              </a:buClr>
              <a:buSzPts val="3000"/>
              <a:buNone/>
              <a:defRPr sz="3000">
                <a:solidFill>
                  <a:schemeClr val="accent5"/>
                </a:solidFill>
              </a:defRPr>
            </a:lvl9pPr>
          </a:lstStyle>
          <a:p>
            <a:r>
              <a:t>xx%</a:t>
            </a:r>
          </a:p>
        </p:txBody>
      </p:sp>
      <p:sp>
        <p:nvSpPr>
          <p:cNvPr id="280" name="Google Shape;280;p14"/>
          <p:cNvSpPr txBox="1"/>
          <p:nvPr>
            <p:ph hasCustomPrompt="1" idx="14" type="title"/>
          </p:nvPr>
        </p:nvSpPr>
        <p:spPr>
          <a:xfrm>
            <a:off x="4571004" y="1685550"/>
            <a:ext cx="1929300" cy="5934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4000">
                <a:solidFill>
                  <a:schemeClr val="accent3"/>
                </a:solidFill>
              </a:defRPr>
            </a:lvl1pPr>
            <a:lvl2pPr lvl="1" rtl="0">
              <a:spcBef>
                <a:spcPts val="0"/>
              </a:spcBef>
              <a:spcAft>
                <a:spcPts val="0"/>
              </a:spcAft>
              <a:buClr>
                <a:schemeClr val="accent5"/>
              </a:buClr>
              <a:buSzPts val="3000"/>
              <a:buNone/>
              <a:defRPr sz="3000">
                <a:solidFill>
                  <a:schemeClr val="accent5"/>
                </a:solidFill>
              </a:defRPr>
            </a:lvl2pPr>
            <a:lvl3pPr lvl="2" rtl="0">
              <a:spcBef>
                <a:spcPts val="0"/>
              </a:spcBef>
              <a:spcAft>
                <a:spcPts val="0"/>
              </a:spcAft>
              <a:buClr>
                <a:schemeClr val="accent5"/>
              </a:buClr>
              <a:buSzPts val="3000"/>
              <a:buNone/>
              <a:defRPr sz="3000">
                <a:solidFill>
                  <a:schemeClr val="accent5"/>
                </a:solidFill>
              </a:defRPr>
            </a:lvl3pPr>
            <a:lvl4pPr lvl="3" rtl="0">
              <a:spcBef>
                <a:spcPts val="0"/>
              </a:spcBef>
              <a:spcAft>
                <a:spcPts val="0"/>
              </a:spcAft>
              <a:buClr>
                <a:schemeClr val="accent5"/>
              </a:buClr>
              <a:buSzPts val="3000"/>
              <a:buNone/>
              <a:defRPr sz="3000">
                <a:solidFill>
                  <a:schemeClr val="accent5"/>
                </a:solidFill>
              </a:defRPr>
            </a:lvl4pPr>
            <a:lvl5pPr lvl="4" rtl="0">
              <a:spcBef>
                <a:spcPts val="0"/>
              </a:spcBef>
              <a:spcAft>
                <a:spcPts val="0"/>
              </a:spcAft>
              <a:buClr>
                <a:schemeClr val="accent5"/>
              </a:buClr>
              <a:buSzPts val="3000"/>
              <a:buNone/>
              <a:defRPr sz="3000">
                <a:solidFill>
                  <a:schemeClr val="accent5"/>
                </a:solidFill>
              </a:defRPr>
            </a:lvl5pPr>
            <a:lvl6pPr lvl="5" rtl="0">
              <a:spcBef>
                <a:spcPts val="0"/>
              </a:spcBef>
              <a:spcAft>
                <a:spcPts val="0"/>
              </a:spcAft>
              <a:buClr>
                <a:schemeClr val="accent5"/>
              </a:buClr>
              <a:buSzPts val="3000"/>
              <a:buNone/>
              <a:defRPr sz="3000">
                <a:solidFill>
                  <a:schemeClr val="accent5"/>
                </a:solidFill>
              </a:defRPr>
            </a:lvl6pPr>
            <a:lvl7pPr lvl="6" rtl="0">
              <a:spcBef>
                <a:spcPts val="0"/>
              </a:spcBef>
              <a:spcAft>
                <a:spcPts val="0"/>
              </a:spcAft>
              <a:buClr>
                <a:schemeClr val="accent5"/>
              </a:buClr>
              <a:buSzPts val="3000"/>
              <a:buNone/>
              <a:defRPr sz="3000">
                <a:solidFill>
                  <a:schemeClr val="accent5"/>
                </a:solidFill>
              </a:defRPr>
            </a:lvl7pPr>
            <a:lvl8pPr lvl="7" rtl="0">
              <a:spcBef>
                <a:spcPts val="0"/>
              </a:spcBef>
              <a:spcAft>
                <a:spcPts val="0"/>
              </a:spcAft>
              <a:buClr>
                <a:schemeClr val="accent5"/>
              </a:buClr>
              <a:buSzPts val="3000"/>
              <a:buNone/>
              <a:defRPr sz="3000">
                <a:solidFill>
                  <a:schemeClr val="accent5"/>
                </a:solidFill>
              </a:defRPr>
            </a:lvl8pPr>
            <a:lvl9pPr lvl="8" rtl="0">
              <a:spcBef>
                <a:spcPts val="0"/>
              </a:spcBef>
              <a:spcAft>
                <a:spcPts val="0"/>
              </a:spcAft>
              <a:buClr>
                <a:schemeClr val="accent5"/>
              </a:buClr>
              <a:buSzPts val="3000"/>
              <a:buNone/>
              <a:defRPr sz="3000">
                <a:solidFill>
                  <a:schemeClr val="accent5"/>
                </a:solidFill>
              </a:defRPr>
            </a:lvl9pPr>
          </a:lstStyle>
          <a:p>
            <a:r>
              <a:t>xx%</a:t>
            </a:r>
          </a:p>
        </p:txBody>
      </p:sp>
      <p:sp>
        <p:nvSpPr>
          <p:cNvPr id="281" name="Google Shape;281;p14"/>
          <p:cNvSpPr txBox="1"/>
          <p:nvPr>
            <p:ph hasCustomPrompt="1" idx="15" type="title"/>
          </p:nvPr>
        </p:nvSpPr>
        <p:spPr>
          <a:xfrm>
            <a:off x="6498312" y="1685550"/>
            <a:ext cx="1929300" cy="5934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4000">
                <a:solidFill>
                  <a:schemeClr val="accent3"/>
                </a:solidFill>
              </a:defRPr>
            </a:lvl1pPr>
            <a:lvl2pPr lvl="1" rtl="0">
              <a:spcBef>
                <a:spcPts val="0"/>
              </a:spcBef>
              <a:spcAft>
                <a:spcPts val="0"/>
              </a:spcAft>
              <a:buClr>
                <a:schemeClr val="accent5"/>
              </a:buClr>
              <a:buSzPts val="3000"/>
              <a:buNone/>
              <a:defRPr sz="3000">
                <a:solidFill>
                  <a:schemeClr val="accent5"/>
                </a:solidFill>
              </a:defRPr>
            </a:lvl2pPr>
            <a:lvl3pPr lvl="2" rtl="0">
              <a:spcBef>
                <a:spcPts val="0"/>
              </a:spcBef>
              <a:spcAft>
                <a:spcPts val="0"/>
              </a:spcAft>
              <a:buClr>
                <a:schemeClr val="accent5"/>
              </a:buClr>
              <a:buSzPts val="3000"/>
              <a:buNone/>
              <a:defRPr sz="3000">
                <a:solidFill>
                  <a:schemeClr val="accent5"/>
                </a:solidFill>
              </a:defRPr>
            </a:lvl3pPr>
            <a:lvl4pPr lvl="3" rtl="0">
              <a:spcBef>
                <a:spcPts val="0"/>
              </a:spcBef>
              <a:spcAft>
                <a:spcPts val="0"/>
              </a:spcAft>
              <a:buClr>
                <a:schemeClr val="accent5"/>
              </a:buClr>
              <a:buSzPts val="3000"/>
              <a:buNone/>
              <a:defRPr sz="3000">
                <a:solidFill>
                  <a:schemeClr val="accent5"/>
                </a:solidFill>
              </a:defRPr>
            </a:lvl4pPr>
            <a:lvl5pPr lvl="4" rtl="0">
              <a:spcBef>
                <a:spcPts val="0"/>
              </a:spcBef>
              <a:spcAft>
                <a:spcPts val="0"/>
              </a:spcAft>
              <a:buClr>
                <a:schemeClr val="accent5"/>
              </a:buClr>
              <a:buSzPts val="3000"/>
              <a:buNone/>
              <a:defRPr sz="3000">
                <a:solidFill>
                  <a:schemeClr val="accent5"/>
                </a:solidFill>
              </a:defRPr>
            </a:lvl5pPr>
            <a:lvl6pPr lvl="5" rtl="0">
              <a:spcBef>
                <a:spcPts val="0"/>
              </a:spcBef>
              <a:spcAft>
                <a:spcPts val="0"/>
              </a:spcAft>
              <a:buClr>
                <a:schemeClr val="accent5"/>
              </a:buClr>
              <a:buSzPts val="3000"/>
              <a:buNone/>
              <a:defRPr sz="3000">
                <a:solidFill>
                  <a:schemeClr val="accent5"/>
                </a:solidFill>
              </a:defRPr>
            </a:lvl6pPr>
            <a:lvl7pPr lvl="6" rtl="0">
              <a:spcBef>
                <a:spcPts val="0"/>
              </a:spcBef>
              <a:spcAft>
                <a:spcPts val="0"/>
              </a:spcAft>
              <a:buClr>
                <a:schemeClr val="accent5"/>
              </a:buClr>
              <a:buSzPts val="3000"/>
              <a:buNone/>
              <a:defRPr sz="3000">
                <a:solidFill>
                  <a:schemeClr val="accent5"/>
                </a:solidFill>
              </a:defRPr>
            </a:lvl7pPr>
            <a:lvl8pPr lvl="7" rtl="0">
              <a:spcBef>
                <a:spcPts val="0"/>
              </a:spcBef>
              <a:spcAft>
                <a:spcPts val="0"/>
              </a:spcAft>
              <a:buClr>
                <a:schemeClr val="accent5"/>
              </a:buClr>
              <a:buSzPts val="3000"/>
              <a:buNone/>
              <a:defRPr sz="3000">
                <a:solidFill>
                  <a:schemeClr val="accent5"/>
                </a:solidFill>
              </a:defRPr>
            </a:lvl8pPr>
            <a:lvl9pPr lvl="8" rtl="0">
              <a:spcBef>
                <a:spcPts val="0"/>
              </a:spcBef>
              <a:spcAft>
                <a:spcPts val="0"/>
              </a:spcAft>
              <a:buClr>
                <a:schemeClr val="accent5"/>
              </a:buClr>
              <a:buSzPts val="3000"/>
              <a:buNone/>
              <a:defRPr sz="3000">
                <a:solidFill>
                  <a:schemeClr val="accent5"/>
                </a:solidFill>
              </a:defRPr>
            </a:lvl9pPr>
          </a:lstStyle>
          <a:p>
            <a:r>
              <a:t>xx%</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1">
  <p:cSld name="CUSTOM_15">
    <p:spTree>
      <p:nvGrpSpPr>
        <p:cNvPr id="282" name="Shape 282"/>
        <p:cNvGrpSpPr/>
        <p:nvPr/>
      </p:nvGrpSpPr>
      <p:grpSpPr>
        <a:xfrm>
          <a:off x="0" y="0"/>
          <a:ext cx="0" cy="0"/>
          <a:chOff x="0" y="0"/>
          <a:chExt cx="0" cy="0"/>
        </a:xfrm>
      </p:grpSpPr>
      <p:grpSp>
        <p:nvGrpSpPr>
          <p:cNvPr id="283" name="Google Shape;283;p15"/>
          <p:cNvGrpSpPr/>
          <p:nvPr/>
        </p:nvGrpSpPr>
        <p:grpSpPr>
          <a:xfrm flipH="1" rot="10800000">
            <a:off x="-28563" y="-28573"/>
            <a:ext cx="9216047" cy="5191135"/>
            <a:chOff x="-28563" y="-28573"/>
            <a:chExt cx="9216047" cy="5191135"/>
          </a:xfrm>
        </p:grpSpPr>
        <p:sp>
          <p:nvSpPr>
            <p:cNvPr id="284" name="Google Shape;284;p15"/>
            <p:cNvSpPr/>
            <p:nvPr/>
          </p:nvSpPr>
          <p:spPr>
            <a:xfrm>
              <a:off x="319050" y="283350"/>
              <a:ext cx="8505900" cy="4576800"/>
            </a:xfrm>
            <a:prstGeom prst="roundRect">
              <a:avLst>
                <a:gd fmla="val 3396" name="adj"/>
              </a:avLst>
            </a:prstGeom>
            <a:no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15"/>
            <p:cNvSpPr/>
            <p:nvPr/>
          </p:nvSpPr>
          <p:spPr>
            <a:xfrm>
              <a:off x="7132742" y="-28573"/>
              <a:ext cx="1612254" cy="1208486"/>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15"/>
            <p:cNvSpPr/>
            <p:nvPr/>
          </p:nvSpPr>
          <p:spPr>
            <a:xfrm>
              <a:off x="6426313" y="-19056"/>
              <a:ext cx="1250789" cy="937634"/>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15"/>
            <p:cNvSpPr/>
            <p:nvPr/>
          </p:nvSpPr>
          <p:spPr>
            <a:xfrm>
              <a:off x="743298" y="3897826"/>
              <a:ext cx="1664900" cy="1264737"/>
            </a:xfrm>
            <a:custGeom>
              <a:rect b="b" l="l" r="r" t="t"/>
              <a:pathLst>
                <a:path extrusionOk="0" h="19743" w="24157">
                  <a:moveTo>
                    <a:pt x="1676" y="0"/>
                  </a:moveTo>
                  <a:cubicBezTo>
                    <a:pt x="1185" y="0"/>
                    <a:pt x="818" y="164"/>
                    <a:pt x="491" y="532"/>
                  </a:cubicBezTo>
                  <a:cubicBezTo>
                    <a:pt x="0" y="1022"/>
                    <a:pt x="0" y="2044"/>
                    <a:pt x="654" y="2575"/>
                  </a:cubicBezTo>
                  <a:lnTo>
                    <a:pt x="19742" y="19743"/>
                  </a:lnTo>
                  <a:lnTo>
                    <a:pt x="24157" y="19743"/>
                  </a:lnTo>
                  <a:lnTo>
                    <a:pt x="2534" y="327"/>
                  </a:lnTo>
                  <a:cubicBezTo>
                    <a:pt x="2371" y="0"/>
                    <a:pt x="2044" y="0"/>
                    <a:pt x="1676"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15"/>
            <p:cNvSpPr/>
            <p:nvPr/>
          </p:nvSpPr>
          <p:spPr>
            <a:xfrm rot="10800000">
              <a:off x="-28563" y="3652041"/>
              <a:ext cx="1143784" cy="1085055"/>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15"/>
            <p:cNvSpPr/>
            <p:nvPr/>
          </p:nvSpPr>
          <p:spPr>
            <a:xfrm rot="10800000">
              <a:off x="-19038" y="2774418"/>
              <a:ext cx="1143784" cy="1085055"/>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15"/>
            <p:cNvSpPr/>
            <p:nvPr/>
          </p:nvSpPr>
          <p:spPr>
            <a:xfrm>
              <a:off x="7991402" y="1381124"/>
              <a:ext cx="1196082" cy="1134709"/>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1" name="Google Shape;291;p15"/>
          <p:cNvGrpSpPr/>
          <p:nvPr/>
        </p:nvGrpSpPr>
        <p:grpSpPr>
          <a:xfrm>
            <a:off x="4281415" y="75177"/>
            <a:ext cx="581170" cy="125403"/>
            <a:chOff x="4685288" y="186288"/>
            <a:chExt cx="419375" cy="90485"/>
          </a:xfrm>
        </p:grpSpPr>
        <p:sp>
          <p:nvSpPr>
            <p:cNvPr id="292" name="Google Shape;292;p15"/>
            <p:cNvSpPr/>
            <p:nvPr/>
          </p:nvSpPr>
          <p:spPr>
            <a:xfrm>
              <a:off x="4687513" y="186288"/>
              <a:ext cx="414900" cy="822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93" name="Google Shape;293;p15"/>
            <p:cNvGrpSpPr/>
            <p:nvPr/>
          </p:nvGrpSpPr>
          <p:grpSpPr>
            <a:xfrm>
              <a:off x="4685288" y="186300"/>
              <a:ext cx="419375" cy="90473"/>
              <a:chOff x="4390000" y="182175"/>
              <a:chExt cx="419375" cy="90473"/>
            </a:xfrm>
          </p:grpSpPr>
          <p:sp>
            <p:nvSpPr>
              <p:cNvPr id="294" name="Google Shape;294;p15"/>
              <p:cNvSpPr/>
              <p:nvPr/>
            </p:nvSpPr>
            <p:spPr>
              <a:xfrm>
                <a:off x="4390000" y="182175"/>
                <a:ext cx="419375" cy="90473"/>
              </a:xfrm>
              <a:custGeom>
                <a:rect b="b" l="l" r="r" t="t"/>
                <a:pathLst>
                  <a:path extrusionOk="0" h="1906" w="8835">
                    <a:moveTo>
                      <a:pt x="7882" y="155"/>
                    </a:moveTo>
                    <a:cubicBezTo>
                      <a:pt x="8323" y="155"/>
                      <a:pt x="8680" y="512"/>
                      <a:pt x="8680" y="953"/>
                    </a:cubicBezTo>
                    <a:cubicBezTo>
                      <a:pt x="8680" y="1393"/>
                      <a:pt x="8323" y="1750"/>
                      <a:pt x="7882" y="1750"/>
                    </a:cubicBezTo>
                    <a:lnTo>
                      <a:pt x="953" y="1750"/>
                    </a:lnTo>
                    <a:cubicBezTo>
                      <a:pt x="512" y="1750"/>
                      <a:pt x="155" y="1393"/>
                      <a:pt x="155" y="953"/>
                    </a:cubicBezTo>
                    <a:cubicBezTo>
                      <a:pt x="155" y="512"/>
                      <a:pt x="512" y="155"/>
                      <a:pt x="953" y="155"/>
                    </a:cubicBezTo>
                    <a:close/>
                    <a:moveTo>
                      <a:pt x="953" y="0"/>
                    </a:moveTo>
                    <a:cubicBezTo>
                      <a:pt x="429" y="0"/>
                      <a:pt x="0" y="429"/>
                      <a:pt x="0" y="953"/>
                    </a:cubicBezTo>
                    <a:cubicBezTo>
                      <a:pt x="0" y="1476"/>
                      <a:pt x="429" y="1905"/>
                      <a:pt x="953" y="1905"/>
                    </a:cubicBezTo>
                    <a:lnTo>
                      <a:pt x="7882" y="1905"/>
                    </a:lnTo>
                    <a:cubicBezTo>
                      <a:pt x="8406" y="1905"/>
                      <a:pt x="8835" y="1476"/>
                      <a:pt x="8835" y="953"/>
                    </a:cubicBezTo>
                    <a:cubicBezTo>
                      <a:pt x="8835" y="429"/>
                      <a:pt x="8406" y="0"/>
                      <a:pt x="7882"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15"/>
              <p:cNvSpPr/>
              <p:nvPr/>
            </p:nvSpPr>
            <p:spPr>
              <a:xfrm>
                <a:off x="4464048" y="201352"/>
                <a:ext cx="52024" cy="52072"/>
              </a:xfrm>
              <a:custGeom>
                <a:rect b="b" l="l" r="r" t="t"/>
                <a:pathLst>
                  <a:path extrusionOk="0" h="1097" w="1096">
                    <a:moveTo>
                      <a:pt x="548" y="144"/>
                    </a:moveTo>
                    <a:cubicBezTo>
                      <a:pt x="774" y="144"/>
                      <a:pt x="953" y="322"/>
                      <a:pt x="953" y="549"/>
                    </a:cubicBezTo>
                    <a:cubicBezTo>
                      <a:pt x="953" y="763"/>
                      <a:pt x="774" y="941"/>
                      <a:pt x="548" y="941"/>
                    </a:cubicBezTo>
                    <a:cubicBezTo>
                      <a:pt x="333" y="941"/>
                      <a:pt x="155" y="763"/>
                      <a:pt x="155" y="549"/>
                    </a:cubicBezTo>
                    <a:cubicBezTo>
                      <a:pt x="155" y="322"/>
                      <a:pt x="333" y="144"/>
                      <a:pt x="548" y="144"/>
                    </a:cubicBezTo>
                    <a:close/>
                    <a:moveTo>
                      <a:pt x="548" y="1"/>
                    </a:moveTo>
                    <a:cubicBezTo>
                      <a:pt x="250" y="1"/>
                      <a:pt x="0" y="251"/>
                      <a:pt x="0" y="549"/>
                    </a:cubicBezTo>
                    <a:cubicBezTo>
                      <a:pt x="0" y="846"/>
                      <a:pt x="250" y="1096"/>
                      <a:pt x="548" y="1096"/>
                    </a:cubicBezTo>
                    <a:cubicBezTo>
                      <a:pt x="845" y="1096"/>
                      <a:pt x="1095" y="846"/>
                      <a:pt x="1095" y="549"/>
                    </a:cubicBezTo>
                    <a:cubicBezTo>
                      <a:pt x="1095" y="251"/>
                      <a:pt x="845" y="1"/>
                      <a:pt x="54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96" name="Google Shape;296;p15"/>
          <p:cNvSpPr txBox="1"/>
          <p:nvPr>
            <p:ph type="title"/>
          </p:nvPr>
        </p:nvSpPr>
        <p:spPr>
          <a:xfrm>
            <a:off x="3888375" y="906650"/>
            <a:ext cx="4320000" cy="1031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1">
  <p:cSld name="CUSTOM_14">
    <p:bg>
      <p:bgPr>
        <a:solidFill>
          <a:schemeClr val="accent4"/>
        </a:solidFill>
      </p:bgPr>
    </p:bg>
    <p:spTree>
      <p:nvGrpSpPr>
        <p:cNvPr id="297" name="Shape 297"/>
        <p:cNvGrpSpPr/>
        <p:nvPr/>
      </p:nvGrpSpPr>
      <p:grpSpPr>
        <a:xfrm>
          <a:off x="0" y="0"/>
          <a:ext cx="0" cy="0"/>
          <a:chOff x="0" y="0"/>
          <a:chExt cx="0" cy="0"/>
        </a:xfrm>
      </p:grpSpPr>
      <p:sp>
        <p:nvSpPr>
          <p:cNvPr id="298" name="Google Shape;298;p16"/>
          <p:cNvSpPr txBox="1"/>
          <p:nvPr>
            <p:ph type="title"/>
          </p:nvPr>
        </p:nvSpPr>
        <p:spPr>
          <a:xfrm rot="359553">
            <a:off x="3429351" y="733198"/>
            <a:ext cx="3773018" cy="2314565"/>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grpSp>
        <p:nvGrpSpPr>
          <p:cNvPr id="299" name="Google Shape;299;p16"/>
          <p:cNvGrpSpPr/>
          <p:nvPr/>
        </p:nvGrpSpPr>
        <p:grpSpPr>
          <a:xfrm>
            <a:off x="0" y="-95400"/>
            <a:ext cx="9144000" cy="5277000"/>
            <a:chOff x="0" y="-95400"/>
            <a:chExt cx="9144000" cy="5277000"/>
          </a:xfrm>
        </p:grpSpPr>
        <p:sp>
          <p:nvSpPr>
            <p:cNvPr id="300" name="Google Shape;300;p16"/>
            <p:cNvSpPr/>
            <p:nvPr/>
          </p:nvSpPr>
          <p:spPr>
            <a:xfrm>
              <a:off x="151475" y="85200"/>
              <a:ext cx="8868795" cy="4973079"/>
            </a:xfrm>
            <a:custGeom>
              <a:rect b="b" l="l" r="r" t="t"/>
              <a:pathLst>
                <a:path extrusionOk="0" h="160112" w="284644">
                  <a:moveTo>
                    <a:pt x="273218" y="5812"/>
                  </a:moveTo>
                  <a:cubicBezTo>
                    <a:pt x="276045" y="5812"/>
                    <a:pt x="278338" y="8105"/>
                    <a:pt x="278358" y="10932"/>
                  </a:cubicBezTo>
                  <a:lnTo>
                    <a:pt x="278358" y="149180"/>
                  </a:lnTo>
                  <a:cubicBezTo>
                    <a:pt x="278338" y="152007"/>
                    <a:pt x="276045" y="154300"/>
                    <a:pt x="273218" y="154320"/>
                  </a:cubicBezTo>
                  <a:lnTo>
                    <a:pt x="11426" y="154320"/>
                  </a:lnTo>
                  <a:cubicBezTo>
                    <a:pt x="8599" y="154300"/>
                    <a:pt x="6306" y="152007"/>
                    <a:pt x="6306" y="149180"/>
                  </a:cubicBezTo>
                  <a:lnTo>
                    <a:pt x="6306" y="10932"/>
                  </a:lnTo>
                  <a:cubicBezTo>
                    <a:pt x="6306" y="8105"/>
                    <a:pt x="8599" y="5812"/>
                    <a:pt x="11426" y="5812"/>
                  </a:cubicBezTo>
                  <a:close/>
                  <a:moveTo>
                    <a:pt x="1" y="1"/>
                  </a:moveTo>
                  <a:lnTo>
                    <a:pt x="1" y="160111"/>
                  </a:lnTo>
                  <a:lnTo>
                    <a:pt x="284644" y="160111"/>
                  </a:lnTo>
                  <a:lnTo>
                    <a:pt x="284644" y="1"/>
                  </a:lnTo>
                  <a:close/>
                </a:path>
              </a:pathLst>
            </a:custGeom>
            <a:solidFill>
              <a:schemeClr val="accent1"/>
            </a:solidFill>
            <a:ln cap="flat" cmpd="sng" w="28575">
              <a:solidFill>
                <a:schemeClr val="accent5"/>
              </a:solidFill>
              <a:prstDash val="solid"/>
              <a:miter lim="1976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16"/>
            <p:cNvSpPr/>
            <p:nvPr/>
          </p:nvSpPr>
          <p:spPr>
            <a:xfrm>
              <a:off x="0" y="-95400"/>
              <a:ext cx="9144000" cy="5277000"/>
            </a:xfrm>
            <a:prstGeom prst="frame">
              <a:avLst>
                <a:gd fmla="val 4225" name="adj1"/>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2" name="Google Shape;302;p16"/>
          <p:cNvGrpSpPr/>
          <p:nvPr/>
        </p:nvGrpSpPr>
        <p:grpSpPr>
          <a:xfrm>
            <a:off x="-36024" y="-23818"/>
            <a:ext cx="9216047" cy="5191135"/>
            <a:chOff x="-28563" y="-28573"/>
            <a:chExt cx="9216047" cy="5191135"/>
          </a:xfrm>
        </p:grpSpPr>
        <p:sp>
          <p:nvSpPr>
            <p:cNvPr id="303" name="Google Shape;303;p16"/>
            <p:cNvSpPr/>
            <p:nvPr/>
          </p:nvSpPr>
          <p:spPr>
            <a:xfrm>
              <a:off x="7132742" y="-28573"/>
              <a:ext cx="1612254" cy="1208486"/>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16"/>
            <p:cNvSpPr/>
            <p:nvPr/>
          </p:nvSpPr>
          <p:spPr>
            <a:xfrm>
              <a:off x="6426313" y="-19056"/>
              <a:ext cx="1250789" cy="937634"/>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16"/>
            <p:cNvSpPr/>
            <p:nvPr/>
          </p:nvSpPr>
          <p:spPr>
            <a:xfrm>
              <a:off x="743298" y="3897826"/>
              <a:ext cx="1664900" cy="1264737"/>
            </a:xfrm>
            <a:custGeom>
              <a:rect b="b" l="l" r="r" t="t"/>
              <a:pathLst>
                <a:path extrusionOk="0" h="19743" w="24157">
                  <a:moveTo>
                    <a:pt x="1676" y="0"/>
                  </a:moveTo>
                  <a:cubicBezTo>
                    <a:pt x="1185" y="0"/>
                    <a:pt x="818" y="164"/>
                    <a:pt x="491" y="532"/>
                  </a:cubicBezTo>
                  <a:cubicBezTo>
                    <a:pt x="0" y="1022"/>
                    <a:pt x="0" y="2044"/>
                    <a:pt x="654" y="2575"/>
                  </a:cubicBezTo>
                  <a:lnTo>
                    <a:pt x="19742" y="19743"/>
                  </a:lnTo>
                  <a:lnTo>
                    <a:pt x="24157" y="19743"/>
                  </a:lnTo>
                  <a:lnTo>
                    <a:pt x="2534" y="327"/>
                  </a:lnTo>
                  <a:cubicBezTo>
                    <a:pt x="2371" y="0"/>
                    <a:pt x="2044" y="0"/>
                    <a:pt x="1676"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16"/>
            <p:cNvSpPr/>
            <p:nvPr/>
          </p:nvSpPr>
          <p:spPr>
            <a:xfrm rot="10800000">
              <a:off x="-28563" y="3652041"/>
              <a:ext cx="1143784" cy="1085055"/>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16"/>
            <p:cNvSpPr/>
            <p:nvPr/>
          </p:nvSpPr>
          <p:spPr>
            <a:xfrm rot="10800000">
              <a:off x="-19038" y="2774418"/>
              <a:ext cx="1143784" cy="1085055"/>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16"/>
            <p:cNvSpPr/>
            <p:nvPr/>
          </p:nvSpPr>
          <p:spPr>
            <a:xfrm>
              <a:off x="7991402" y="1381124"/>
              <a:ext cx="1196082" cy="1134709"/>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9" name="Google Shape;309;p16"/>
          <p:cNvGrpSpPr/>
          <p:nvPr/>
        </p:nvGrpSpPr>
        <p:grpSpPr>
          <a:xfrm>
            <a:off x="4281415" y="75177"/>
            <a:ext cx="581170" cy="125403"/>
            <a:chOff x="4685288" y="186288"/>
            <a:chExt cx="419375" cy="90485"/>
          </a:xfrm>
        </p:grpSpPr>
        <p:sp>
          <p:nvSpPr>
            <p:cNvPr id="310" name="Google Shape;310;p16"/>
            <p:cNvSpPr/>
            <p:nvPr/>
          </p:nvSpPr>
          <p:spPr>
            <a:xfrm>
              <a:off x="4687513" y="186288"/>
              <a:ext cx="414900" cy="822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11" name="Google Shape;311;p16"/>
            <p:cNvGrpSpPr/>
            <p:nvPr/>
          </p:nvGrpSpPr>
          <p:grpSpPr>
            <a:xfrm>
              <a:off x="4685288" y="186300"/>
              <a:ext cx="419375" cy="90473"/>
              <a:chOff x="4390000" y="182175"/>
              <a:chExt cx="419375" cy="90473"/>
            </a:xfrm>
          </p:grpSpPr>
          <p:sp>
            <p:nvSpPr>
              <p:cNvPr id="312" name="Google Shape;312;p16"/>
              <p:cNvSpPr/>
              <p:nvPr/>
            </p:nvSpPr>
            <p:spPr>
              <a:xfrm>
                <a:off x="4390000" y="182175"/>
                <a:ext cx="419375" cy="90473"/>
              </a:xfrm>
              <a:custGeom>
                <a:rect b="b" l="l" r="r" t="t"/>
                <a:pathLst>
                  <a:path extrusionOk="0" h="1906" w="8835">
                    <a:moveTo>
                      <a:pt x="7882" y="155"/>
                    </a:moveTo>
                    <a:cubicBezTo>
                      <a:pt x="8323" y="155"/>
                      <a:pt x="8680" y="512"/>
                      <a:pt x="8680" y="953"/>
                    </a:cubicBezTo>
                    <a:cubicBezTo>
                      <a:pt x="8680" y="1393"/>
                      <a:pt x="8323" y="1750"/>
                      <a:pt x="7882" y="1750"/>
                    </a:cubicBezTo>
                    <a:lnTo>
                      <a:pt x="953" y="1750"/>
                    </a:lnTo>
                    <a:cubicBezTo>
                      <a:pt x="512" y="1750"/>
                      <a:pt x="155" y="1393"/>
                      <a:pt x="155" y="953"/>
                    </a:cubicBezTo>
                    <a:cubicBezTo>
                      <a:pt x="155" y="512"/>
                      <a:pt x="512" y="155"/>
                      <a:pt x="953" y="155"/>
                    </a:cubicBezTo>
                    <a:close/>
                    <a:moveTo>
                      <a:pt x="953" y="0"/>
                    </a:moveTo>
                    <a:cubicBezTo>
                      <a:pt x="429" y="0"/>
                      <a:pt x="0" y="429"/>
                      <a:pt x="0" y="953"/>
                    </a:cubicBezTo>
                    <a:cubicBezTo>
                      <a:pt x="0" y="1476"/>
                      <a:pt x="429" y="1905"/>
                      <a:pt x="953" y="1905"/>
                    </a:cubicBezTo>
                    <a:lnTo>
                      <a:pt x="7882" y="1905"/>
                    </a:lnTo>
                    <a:cubicBezTo>
                      <a:pt x="8406" y="1905"/>
                      <a:pt x="8835" y="1476"/>
                      <a:pt x="8835" y="953"/>
                    </a:cubicBezTo>
                    <a:cubicBezTo>
                      <a:pt x="8835" y="429"/>
                      <a:pt x="8406" y="0"/>
                      <a:pt x="7882"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16"/>
              <p:cNvSpPr/>
              <p:nvPr/>
            </p:nvSpPr>
            <p:spPr>
              <a:xfrm>
                <a:off x="4464048" y="201352"/>
                <a:ext cx="52024" cy="52072"/>
              </a:xfrm>
              <a:custGeom>
                <a:rect b="b" l="l" r="r" t="t"/>
                <a:pathLst>
                  <a:path extrusionOk="0" h="1097" w="1096">
                    <a:moveTo>
                      <a:pt x="548" y="144"/>
                    </a:moveTo>
                    <a:cubicBezTo>
                      <a:pt x="774" y="144"/>
                      <a:pt x="953" y="322"/>
                      <a:pt x="953" y="549"/>
                    </a:cubicBezTo>
                    <a:cubicBezTo>
                      <a:pt x="953" y="763"/>
                      <a:pt x="774" y="941"/>
                      <a:pt x="548" y="941"/>
                    </a:cubicBezTo>
                    <a:cubicBezTo>
                      <a:pt x="333" y="941"/>
                      <a:pt x="155" y="763"/>
                      <a:pt x="155" y="549"/>
                    </a:cubicBezTo>
                    <a:cubicBezTo>
                      <a:pt x="155" y="322"/>
                      <a:pt x="333" y="144"/>
                      <a:pt x="548" y="144"/>
                    </a:cubicBezTo>
                    <a:close/>
                    <a:moveTo>
                      <a:pt x="548" y="1"/>
                    </a:moveTo>
                    <a:cubicBezTo>
                      <a:pt x="250" y="1"/>
                      <a:pt x="0" y="251"/>
                      <a:pt x="0" y="549"/>
                    </a:cubicBezTo>
                    <a:cubicBezTo>
                      <a:pt x="0" y="846"/>
                      <a:pt x="250" y="1096"/>
                      <a:pt x="548" y="1096"/>
                    </a:cubicBezTo>
                    <a:cubicBezTo>
                      <a:pt x="845" y="1096"/>
                      <a:pt x="1095" y="846"/>
                      <a:pt x="1095" y="549"/>
                    </a:cubicBezTo>
                    <a:cubicBezTo>
                      <a:pt x="1095" y="251"/>
                      <a:pt x="845" y="1"/>
                      <a:pt x="54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CUSTOM_12">
    <p:bg>
      <p:bgPr>
        <a:solidFill>
          <a:schemeClr val="accent2"/>
        </a:solidFill>
      </p:bgPr>
    </p:bg>
    <p:spTree>
      <p:nvGrpSpPr>
        <p:cNvPr id="314" name="Shape 314"/>
        <p:cNvGrpSpPr/>
        <p:nvPr/>
      </p:nvGrpSpPr>
      <p:grpSpPr>
        <a:xfrm>
          <a:off x="0" y="0"/>
          <a:ext cx="0" cy="0"/>
          <a:chOff x="0" y="0"/>
          <a:chExt cx="0" cy="0"/>
        </a:xfrm>
      </p:grpSpPr>
      <p:grpSp>
        <p:nvGrpSpPr>
          <p:cNvPr id="315" name="Google Shape;315;p17"/>
          <p:cNvGrpSpPr/>
          <p:nvPr/>
        </p:nvGrpSpPr>
        <p:grpSpPr>
          <a:xfrm>
            <a:off x="319043" y="283350"/>
            <a:ext cx="8505900" cy="4576800"/>
            <a:chOff x="319043" y="283350"/>
            <a:chExt cx="8505900" cy="4576800"/>
          </a:xfrm>
        </p:grpSpPr>
        <p:sp>
          <p:nvSpPr>
            <p:cNvPr id="316" name="Google Shape;316;p17"/>
            <p:cNvSpPr/>
            <p:nvPr/>
          </p:nvSpPr>
          <p:spPr>
            <a:xfrm flipH="1">
              <a:off x="319043" y="283350"/>
              <a:ext cx="8505900" cy="4576800"/>
            </a:xfrm>
            <a:prstGeom prst="roundRect">
              <a:avLst>
                <a:gd fmla="val 3396" name="adj"/>
              </a:avLst>
            </a:prstGeom>
            <a:solidFill>
              <a:schemeClr val="accent1"/>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17"/>
            <p:cNvSpPr/>
            <p:nvPr/>
          </p:nvSpPr>
          <p:spPr>
            <a:xfrm flipH="1" rot="10800000">
              <a:off x="694692" y="580875"/>
              <a:ext cx="7754700" cy="3981600"/>
            </a:xfrm>
            <a:prstGeom prst="roundRect">
              <a:avLst>
                <a:gd fmla="val 3396" name="adj"/>
              </a:avLst>
            </a:prstGeom>
            <a:solidFill>
              <a:schemeClr val="accent4"/>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8" name="Google Shape;318;p17"/>
          <p:cNvGrpSpPr/>
          <p:nvPr/>
        </p:nvGrpSpPr>
        <p:grpSpPr>
          <a:xfrm flipH="1" rot="10800000">
            <a:off x="304801" y="269300"/>
            <a:ext cx="8534303" cy="4605119"/>
            <a:chOff x="-9513" y="284925"/>
            <a:chExt cx="9036746" cy="4876238"/>
          </a:xfrm>
        </p:grpSpPr>
        <p:sp>
          <p:nvSpPr>
            <p:cNvPr id="319" name="Google Shape;319;p17"/>
            <p:cNvSpPr/>
            <p:nvPr/>
          </p:nvSpPr>
          <p:spPr>
            <a:xfrm>
              <a:off x="6729311" y="284925"/>
              <a:ext cx="1612254" cy="1208486"/>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17"/>
            <p:cNvSpPr/>
            <p:nvPr/>
          </p:nvSpPr>
          <p:spPr>
            <a:xfrm>
              <a:off x="743298" y="3896426"/>
              <a:ext cx="1664900" cy="1264737"/>
            </a:xfrm>
            <a:custGeom>
              <a:rect b="b" l="l" r="r" t="t"/>
              <a:pathLst>
                <a:path extrusionOk="0" h="19743" w="24157">
                  <a:moveTo>
                    <a:pt x="1676" y="0"/>
                  </a:moveTo>
                  <a:cubicBezTo>
                    <a:pt x="1185" y="0"/>
                    <a:pt x="818" y="164"/>
                    <a:pt x="491" y="532"/>
                  </a:cubicBezTo>
                  <a:cubicBezTo>
                    <a:pt x="0" y="1022"/>
                    <a:pt x="0" y="2044"/>
                    <a:pt x="654" y="2575"/>
                  </a:cubicBezTo>
                  <a:lnTo>
                    <a:pt x="19742" y="19743"/>
                  </a:lnTo>
                  <a:lnTo>
                    <a:pt x="24157" y="19743"/>
                  </a:lnTo>
                  <a:lnTo>
                    <a:pt x="2534" y="327"/>
                  </a:lnTo>
                  <a:cubicBezTo>
                    <a:pt x="2371" y="0"/>
                    <a:pt x="2044" y="0"/>
                    <a:pt x="1676"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17"/>
            <p:cNvSpPr/>
            <p:nvPr/>
          </p:nvSpPr>
          <p:spPr>
            <a:xfrm rot="10800000">
              <a:off x="-9513" y="3652041"/>
              <a:ext cx="1143784" cy="1085055"/>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17"/>
            <p:cNvSpPr/>
            <p:nvPr/>
          </p:nvSpPr>
          <p:spPr>
            <a:xfrm rot="10800000">
              <a:off x="-9513" y="999323"/>
              <a:ext cx="1143784" cy="1085055"/>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17"/>
            <p:cNvSpPr/>
            <p:nvPr/>
          </p:nvSpPr>
          <p:spPr>
            <a:xfrm>
              <a:off x="7831151" y="2833475"/>
              <a:ext cx="1196082" cy="1134709"/>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4" name="Google Shape;324;p17"/>
          <p:cNvGrpSpPr/>
          <p:nvPr/>
        </p:nvGrpSpPr>
        <p:grpSpPr>
          <a:xfrm>
            <a:off x="4281415" y="375214"/>
            <a:ext cx="581170" cy="125403"/>
            <a:chOff x="4685288" y="186288"/>
            <a:chExt cx="419375" cy="90485"/>
          </a:xfrm>
        </p:grpSpPr>
        <p:sp>
          <p:nvSpPr>
            <p:cNvPr id="325" name="Google Shape;325;p17"/>
            <p:cNvSpPr/>
            <p:nvPr/>
          </p:nvSpPr>
          <p:spPr>
            <a:xfrm>
              <a:off x="4687513" y="186288"/>
              <a:ext cx="414900" cy="822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6" name="Google Shape;326;p17"/>
            <p:cNvGrpSpPr/>
            <p:nvPr/>
          </p:nvGrpSpPr>
          <p:grpSpPr>
            <a:xfrm>
              <a:off x="4685288" y="186300"/>
              <a:ext cx="419375" cy="90473"/>
              <a:chOff x="4390000" y="182175"/>
              <a:chExt cx="419375" cy="90473"/>
            </a:xfrm>
          </p:grpSpPr>
          <p:sp>
            <p:nvSpPr>
              <p:cNvPr id="327" name="Google Shape;327;p17"/>
              <p:cNvSpPr/>
              <p:nvPr/>
            </p:nvSpPr>
            <p:spPr>
              <a:xfrm>
                <a:off x="4390000" y="182175"/>
                <a:ext cx="419375" cy="90473"/>
              </a:xfrm>
              <a:custGeom>
                <a:rect b="b" l="l" r="r" t="t"/>
                <a:pathLst>
                  <a:path extrusionOk="0" h="1906" w="8835">
                    <a:moveTo>
                      <a:pt x="7882" y="155"/>
                    </a:moveTo>
                    <a:cubicBezTo>
                      <a:pt x="8323" y="155"/>
                      <a:pt x="8680" y="512"/>
                      <a:pt x="8680" y="953"/>
                    </a:cubicBezTo>
                    <a:cubicBezTo>
                      <a:pt x="8680" y="1393"/>
                      <a:pt x="8323" y="1750"/>
                      <a:pt x="7882" y="1750"/>
                    </a:cubicBezTo>
                    <a:lnTo>
                      <a:pt x="953" y="1750"/>
                    </a:lnTo>
                    <a:cubicBezTo>
                      <a:pt x="512" y="1750"/>
                      <a:pt x="155" y="1393"/>
                      <a:pt x="155" y="953"/>
                    </a:cubicBezTo>
                    <a:cubicBezTo>
                      <a:pt x="155" y="512"/>
                      <a:pt x="512" y="155"/>
                      <a:pt x="953" y="155"/>
                    </a:cubicBezTo>
                    <a:close/>
                    <a:moveTo>
                      <a:pt x="953" y="0"/>
                    </a:moveTo>
                    <a:cubicBezTo>
                      <a:pt x="429" y="0"/>
                      <a:pt x="0" y="429"/>
                      <a:pt x="0" y="953"/>
                    </a:cubicBezTo>
                    <a:cubicBezTo>
                      <a:pt x="0" y="1476"/>
                      <a:pt x="429" y="1905"/>
                      <a:pt x="953" y="1905"/>
                    </a:cubicBezTo>
                    <a:lnTo>
                      <a:pt x="7882" y="1905"/>
                    </a:lnTo>
                    <a:cubicBezTo>
                      <a:pt x="8406" y="1905"/>
                      <a:pt x="8835" y="1476"/>
                      <a:pt x="8835" y="953"/>
                    </a:cubicBezTo>
                    <a:cubicBezTo>
                      <a:pt x="8835" y="429"/>
                      <a:pt x="8406" y="0"/>
                      <a:pt x="7882"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17"/>
              <p:cNvSpPr/>
              <p:nvPr/>
            </p:nvSpPr>
            <p:spPr>
              <a:xfrm>
                <a:off x="4464048" y="201352"/>
                <a:ext cx="52024" cy="52072"/>
              </a:xfrm>
              <a:custGeom>
                <a:rect b="b" l="l" r="r" t="t"/>
                <a:pathLst>
                  <a:path extrusionOk="0" h="1097" w="1096">
                    <a:moveTo>
                      <a:pt x="548" y="144"/>
                    </a:moveTo>
                    <a:cubicBezTo>
                      <a:pt x="774" y="144"/>
                      <a:pt x="953" y="322"/>
                      <a:pt x="953" y="549"/>
                    </a:cubicBezTo>
                    <a:cubicBezTo>
                      <a:pt x="953" y="763"/>
                      <a:pt x="774" y="941"/>
                      <a:pt x="548" y="941"/>
                    </a:cubicBezTo>
                    <a:cubicBezTo>
                      <a:pt x="333" y="941"/>
                      <a:pt x="155" y="763"/>
                      <a:pt x="155" y="549"/>
                    </a:cubicBezTo>
                    <a:cubicBezTo>
                      <a:pt x="155" y="322"/>
                      <a:pt x="333" y="144"/>
                      <a:pt x="548" y="144"/>
                    </a:cubicBezTo>
                    <a:close/>
                    <a:moveTo>
                      <a:pt x="548" y="1"/>
                    </a:moveTo>
                    <a:cubicBezTo>
                      <a:pt x="250" y="1"/>
                      <a:pt x="0" y="251"/>
                      <a:pt x="0" y="549"/>
                    </a:cubicBezTo>
                    <a:cubicBezTo>
                      <a:pt x="0" y="846"/>
                      <a:pt x="250" y="1096"/>
                      <a:pt x="548" y="1096"/>
                    </a:cubicBezTo>
                    <a:cubicBezTo>
                      <a:pt x="845" y="1096"/>
                      <a:pt x="1095" y="846"/>
                      <a:pt x="1095" y="549"/>
                    </a:cubicBezTo>
                    <a:cubicBezTo>
                      <a:pt x="1095" y="251"/>
                      <a:pt x="845" y="1"/>
                      <a:pt x="54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29" name="Google Shape;329;p17"/>
          <p:cNvSpPr txBox="1"/>
          <p:nvPr>
            <p:ph type="ctrTitle"/>
          </p:nvPr>
        </p:nvSpPr>
        <p:spPr>
          <a:xfrm>
            <a:off x="3624263" y="1714500"/>
            <a:ext cx="4229100" cy="1289400"/>
          </a:xfrm>
          <a:prstGeom prst="rect">
            <a:avLst/>
          </a:prstGeom>
        </p:spPr>
        <p:txBody>
          <a:bodyPr anchorCtr="0" anchor="b" bIns="0" lIns="0" spcFirstLastPara="1" rIns="0" wrap="square" tIns="0">
            <a:noAutofit/>
          </a:bodyPr>
          <a:lstStyle>
            <a:lvl1pPr lvl="0" rtl="0">
              <a:spcBef>
                <a:spcPts val="0"/>
              </a:spcBef>
              <a:spcAft>
                <a:spcPts val="0"/>
              </a:spcAft>
              <a:buSzPts val="8000"/>
              <a:buNone/>
              <a:defRPr sz="3400"/>
            </a:lvl1pPr>
            <a:lvl2pPr lvl="1" rtl="0" algn="ctr">
              <a:spcBef>
                <a:spcPts val="0"/>
              </a:spcBef>
              <a:spcAft>
                <a:spcPts val="0"/>
              </a:spcAft>
              <a:buSzPts val="3200"/>
              <a:buNone/>
              <a:defRPr sz="3200"/>
            </a:lvl2pPr>
            <a:lvl3pPr lvl="2" rtl="0" algn="ctr">
              <a:spcBef>
                <a:spcPts val="0"/>
              </a:spcBef>
              <a:spcAft>
                <a:spcPts val="0"/>
              </a:spcAft>
              <a:buSzPts val="3200"/>
              <a:buNone/>
              <a:defRPr sz="3200"/>
            </a:lvl3pPr>
            <a:lvl4pPr lvl="3" rtl="0" algn="ctr">
              <a:spcBef>
                <a:spcPts val="0"/>
              </a:spcBef>
              <a:spcAft>
                <a:spcPts val="0"/>
              </a:spcAft>
              <a:buSzPts val="3200"/>
              <a:buNone/>
              <a:defRPr sz="3200"/>
            </a:lvl4pPr>
            <a:lvl5pPr lvl="4" rtl="0" algn="ctr">
              <a:spcBef>
                <a:spcPts val="0"/>
              </a:spcBef>
              <a:spcAft>
                <a:spcPts val="0"/>
              </a:spcAft>
              <a:buSzPts val="3200"/>
              <a:buNone/>
              <a:defRPr sz="3200"/>
            </a:lvl5pPr>
            <a:lvl6pPr lvl="5" rtl="0" algn="ctr">
              <a:spcBef>
                <a:spcPts val="0"/>
              </a:spcBef>
              <a:spcAft>
                <a:spcPts val="0"/>
              </a:spcAft>
              <a:buSzPts val="3200"/>
              <a:buNone/>
              <a:defRPr sz="3200"/>
            </a:lvl6pPr>
            <a:lvl7pPr lvl="6" rtl="0" algn="ctr">
              <a:spcBef>
                <a:spcPts val="0"/>
              </a:spcBef>
              <a:spcAft>
                <a:spcPts val="0"/>
              </a:spcAft>
              <a:buSzPts val="3200"/>
              <a:buNone/>
              <a:defRPr sz="3200"/>
            </a:lvl7pPr>
            <a:lvl8pPr lvl="7" rtl="0" algn="ctr">
              <a:spcBef>
                <a:spcPts val="0"/>
              </a:spcBef>
              <a:spcAft>
                <a:spcPts val="0"/>
              </a:spcAft>
              <a:buSzPts val="3200"/>
              <a:buNone/>
              <a:defRPr sz="3200"/>
            </a:lvl8pPr>
            <a:lvl9pPr lvl="8" rtl="0" algn="ctr">
              <a:spcBef>
                <a:spcPts val="0"/>
              </a:spcBef>
              <a:spcAft>
                <a:spcPts val="0"/>
              </a:spcAft>
              <a:buSzPts val="3200"/>
              <a:buNone/>
              <a:defRPr sz="3200"/>
            </a:lvl9pPr>
          </a:lstStyle>
          <a:p/>
        </p:txBody>
      </p:sp>
      <p:sp>
        <p:nvSpPr>
          <p:cNvPr id="330" name="Google Shape;330;p17"/>
          <p:cNvSpPr txBox="1"/>
          <p:nvPr>
            <p:ph idx="1" type="subTitle"/>
          </p:nvPr>
        </p:nvSpPr>
        <p:spPr>
          <a:xfrm>
            <a:off x="3624263" y="3095225"/>
            <a:ext cx="4229100" cy="3363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SzPts val="1800"/>
              <a:buNone/>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331" name="Google Shape;331;p17">
            <a:hlinkClick action="ppaction://hlinksldjump" r:id="rId2"/>
          </p:cNvPr>
          <p:cNvSpPr txBox="1"/>
          <p:nvPr>
            <p:ph hasCustomPrompt="1" idx="2" type="title"/>
          </p:nvPr>
        </p:nvSpPr>
        <p:spPr>
          <a:xfrm>
            <a:off x="1145775" y="1714500"/>
            <a:ext cx="2204400" cy="1285800"/>
          </a:xfrm>
          <a:prstGeom prst="rect">
            <a:avLst/>
          </a:prstGeom>
        </p:spPr>
        <p:txBody>
          <a:bodyPr anchorCtr="0" anchor="ctr" bIns="0" lIns="0" spcFirstLastPara="1" rIns="0" wrap="square" tIns="0">
            <a:noAutofit/>
          </a:bodyPr>
          <a:lstStyle>
            <a:lvl1pPr lvl="0" rtl="0" algn="ctr">
              <a:spcBef>
                <a:spcPts val="0"/>
              </a:spcBef>
              <a:spcAft>
                <a:spcPts val="0"/>
              </a:spcAft>
              <a:buClr>
                <a:schemeClr val="accent2"/>
              </a:buClr>
              <a:buSzPts val="5000"/>
              <a:buNone/>
              <a:defRPr sz="9600">
                <a:solidFill>
                  <a:schemeClr val="accent3"/>
                </a:solidFill>
              </a:defRPr>
            </a:lvl1pPr>
            <a:lvl2pPr lvl="1" rtl="0" algn="ctr">
              <a:spcBef>
                <a:spcPts val="0"/>
              </a:spcBef>
              <a:spcAft>
                <a:spcPts val="0"/>
              </a:spcAft>
              <a:buSzPts val="10000"/>
              <a:buNone/>
              <a:defRPr sz="10000"/>
            </a:lvl2pPr>
            <a:lvl3pPr lvl="2" rtl="0" algn="ctr">
              <a:spcBef>
                <a:spcPts val="0"/>
              </a:spcBef>
              <a:spcAft>
                <a:spcPts val="0"/>
              </a:spcAft>
              <a:buSzPts val="10000"/>
              <a:buNone/>
              <a:defRPr sz="10000"/>
            </a:lvl3pPr>
            <a:lvl4pPr lvl="3" rtl="0" algn="ctr">
              <a:spcBef>
                <a:spcPts val="0"/>
              </a:spcBef>
              <a:spcAft>
                <a:spcPts val="0"/>
              </a:spcAft>
              <a:buSzPts val="10000"/>
              <a:buNone/>
              <a:defRPr sz="10000"/>
            </a:lvl4pPr>
            <a:lvl5pPr lvl="4" rtl="0" algn="ctr">
              <a:spcBef>
                <a:spcPts val="0"/>
              </a:spcBef>
              <a:spcAft>
                <a:spcPts val="0"/>
              </a:spcAft>
              <a:buSzPts val="10000"/>
              <a:buNone/>
              <a:defRPr sz="10000"/>
            </a:lvl5pPr>
            <a:lvl6pPr lvl="5" rtl="0" algn="ctr">
              <a:spcBef>
                <a:spcPts val="0"/>
              </a:spcBef>
              <a:spcAft>
                <a:spcPts val="0"/>
              </a:spcAft>
              <a:buSzPts val="10000"/>
              <a:buNone/>
              <a:defRPr sz="10000"/>
            </a:lvl6pPr>
            <a:lvl7pPr lvl="6" rtl="0" algn="ctr">
              <a:spcBef>
                <a:spcPts val="0"/>
              </a:spcBef>
              <a:spcAft>
                <a:spcPts val="0"/>
              </a:spcAft>
              <a:buSzPts val="10000"/>
              <a:buNone/>
              <a:defRPr sz="10000"/>
            </a:lvl7pPr>
            <a:lvl8pPr lvl="7" rtl="0" algn="ctr">
              <a:spcBef>
                <a:spcPts val="0"/>
              </a:spcBef>
              <a:spcAft>
                <a:spcPts val="0"/>
              </a:spcAft>
              <a:buSzPts val="10000"/>
              <a:buNone/>
              <a:defRPr sz="10000"/>
            </a:lvl8pPr>
            <a:lvl9pPr lvl="8" rtl="0" algn="ctr">
              <a:spcBef>
                <a:spcPts val="0"/>
              </a:spcBef>
              <a:spcAft>
                <a:spcPts val="0"/>
              </a:spcAft>
              <a:buSzPts val="10000"/>
              <a:buNone/>
              <a:defRPr sz="10000"/>
            </a:lvl9pPr>
          </a:lstStyle>
          <a:p>
            <a:r>
              <a:t>xx%</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2">
  <p:cSld name="CUSTOM_12_1">
    <p:bg>
      <p:bgPr>
        <a:solidFill>
          <a:schemeClr val="accent2"/>
        </a:solidFill>
      </p:bgPr>
    </p:bg>
    <p:spTree>
      <p:nvGrpSpPr>
        <p:cNvPr id="332" name="Shape 332"/>
        <p:cNvGrpSpPr/>
        <p:nvPr/>
      </p:nvGrpSpPr>
      <p:grpSpPr>
        <a:xfrm>
          <a:off x="0" y="0"/>
          <a:ext cx="0" cy="0"/>
          <a:chOff x="0" y="0"/>
          <a:chExt cx="0" cy="0"/>
        </a:xfrm>
      </p:grpSpPr>
      <p:grpSp>
        <p:nvGrpSpPr>
          <p:cNvPr id="333" name="Google Shape;333;p18"/>
          <p:cNvGrpSpPr/>
          <p:nvPr/>
        </p:nvGrpSpPr>
        <p:grpSpPr>
          <a:xfrm>
            <a:off x="319043" y="283350"/>
            <a:ext cx="8505900" cy="4576800"/>
            <a:chOff x="319043" y="283350"/>
            <a:chExt cx="8505900" cy="4576800"/>
          </a:xfrm>
        </p:grpSpPr>
        <p:sp>
          <p:nvSpPr>
            <p:cNvPr id="334" name="Google Shape;334;p18"/>
            <p:cNvSpPr/>
            <p:nvPr/>
          </p:nvSpPr>
          <p:spPr>
            <a:xfrm flipH="1">
              <a:off x="319043" y="283350"/>
              <a:ext cx="8505900" cy="4576800"/>
            </a:xfrm>
            <a:prstGeom prst="roundRect">
              <a:avLst>
                <a:gd fmla="val 3396" name="adj"/>
              </a:avLst>
            </a:prstGeom>
            <a:solidFill>
              <a:schemeClr val="accent1"/>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18"/>
            <p:cNvSpPr/>
            <p:nvPr/>
          </p:nvSpPr>
          <p:spPr>
            <a:xfrm flipH="1" rot="10800000">
              <a:off x="694692" y="580875"/>
              <a:ext cx="7754700" cy="3981600"/>
            </a:xfrm>
            <a:prstGeom prst="roundRect">
              <a:avLst>
                <a:gd fmla="val 3396" name="adj"/>
              </a:avLst>
            </a:prstGeom>
            <a:solidFill>
              <a:schemeClr val="accent4"/>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6" name="Google Shape;336;p18"/>
          <p:cNvGrpSpPr/>
          <p:nvPr/>
        </p:nvGrpSpPr>
        <p:grpSpPr>
          <a:xfrm rot="10800000">
            <a:off x="304801" y="269300"/>
            <a:ext cx="8534303" cy="4605119"/>
            <a:chOff x="-9513" y="284925"/>
            <a:chExt cx="9036746" cy="4876238"/>
          </a:xfrm>
        </p:grpSpPr>
        <p:sp>
          <p:nvSpPr>
            <p:cNvPr id="337" name="Google Shape;337;p18"/>
            <p:cNvSpPr/>
            <p:nvPr/>
          </p:nvSpPr>
          <p:spPr>
            <a:xfrm>
              <a:off x="6729311" y="284925"/>
              <a:ext cx="1612254" cy="1208486"/>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18"/>
            <p:cNvSpPr/>
            <p:nvPr/>
          </p:nvSpPr>
          <p:spPr>
            <a:xfrm>
              <a:off x="743298" y="3896426"/>
              <a:ext cx="1664900" cy="1264737"/>
            </a:xfrm>
            <a:custGeom>
              <a:rect b="b" l="l" r="r" t="t"/>
              <a:pathLst>
                <a:path extrusionOk="0" h="19743" w="24157">
                  <a:moveTo>
                    <a:pt x="1676" y="0"/>
                  </a:moveTo>
                  <a:cubicBezTo>
                    <a:pt x="1185" y="0"/>
                    <a:pt x="818" y="164"/>
                    <a:pt x="491" y="532"/>
                  </a:cubicBezTo>
                  <a:cubicBezTo>
                    <a:pt x="0" y="1022"/>
                    <a:pt x="0" y="2044"/>
                    <a:pt x="654" y="2575"/>
                  </a:cubicBezTo>
                  <a:lnTo>
                    <a:pt x="19742" y="19743"/>
                  </a:lnTo>
                  <a:lnTo>
                    <a:pt x="24157" y="19743"/>
                  </a:lnTo>
                  <a:lnTo>
                    <a:pt x="2534" y="327"/>
                  </a:lnTo>
                  <a:cubicBezTo>
                    <a:pt x="2371" y="0"/>
                    <a:pt x="2044" y="0"/>
                    <a:pt x="1676"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18"/>
            <p:cNvSpPr/>
            <p:nvPr/>
          </p:nvSpPr>
          <p:spPr>
            <a:xfrm rot="10800000">
              <a:off x="-9513" y="3652041"/>
              <a:ext cx="1143784" cy="1085055"/>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18"/>
            <p:cNvSpPr/>
            <p:nvPr/>
          </p:nvSpPr>
          <p:spPr>
            <a:xfrm rot="10800000">
              <a:off x="-9513" y="999323"/>
              <a:ext cx="1143784" cy="1085055"/>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18"/>
            <p:cNvSpPr/>
            <p:nvPr/>
          </p:nvSpPr>
          <p:spPr>
            <a:xfrm>
              <a:off x="7831151" y="2833475"/>
              <a:ext cx="1196082" cy="1134709"/>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2" name="Google Shape;342;p18"/>
          <p:cNvGrpSpPr/>
          <p:nvPr/>
        </p:nvGrpSpPr>
        <p:grpSpPr>
          <a:xfrm>
            <a:off x="4281415" y="375214"/>
            <a:ext cx="581170" cy="125403"/>
            <a:chOff x="4685288" y="186288"/>
            <a:chExt cx="419375" cy="90485"/>
          </a:xfrm>
        </p:grpSpPr>
        <p:sp>
          <p:nvSpPr>
            <p:cNvPr id="343" name="Google Shape;343;p18"/>
            <p:cNvSpPr/>
            <p:nvPr/>
          </p:nvSpPr>
          <p:spPr>
            <a:xfrm>
              <a:off x="4687513" y="186288"/>
              <a:ext cx="414900" cy="822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44" name="Google Shape;344;p18"/>
            <p:cNvGrpSpPr/>
            <p:nvPr/>
          </p:nvGrpSpPr>
          <p:grpSpPr>
            <a:xfrm>
              <a:off x="4685288" y="186300"/>
              <a:ext cx="419375" cy="90473"/>
              <a:chOff x="4390000" y="182175"/>
              <a:chExt cx="419375" cy="90473"/>
            </a:xfrm>
          </p:grpSpPr>
          <p:sp>
            <p:nvSpPr>
              <p:cNvPr id="345" name="Google Shape;345;p18"/>
              <p:cNvSpPr/>
              <p:nvPr/>
            </p:nvSpPr>
            <p:spPr>
              <a:xfrm>
                <a:off x="4390000" y="182175"/>
                <a:ext cx="419375" cy="90473"/>
              </a:xfrm>
              <a:custGeom>
                <a:rect b="b" l="l" r="r" t="t"/>
                <a:pathLst>
                  <a:path extrusionOk="0" h="1906" w="8835">
                    <a:moveTo>
                      <a:pt x="7882" y="155"/>
                    </a:moveTo>
                    <a:cubicBezTo>
                      <a:pt x="8323" y="155"/>
                      <a:pt x="8680" y="512"/>
                      <a:pt x="8680" y="953"/>
                    </a:cubicBezTo>
                    <a:cubicBezTo>
                      <a:pt x="8680" y="1393"/>
                      <a:pt x="8323" y="1750"/>
                      <a:pt x="7882" y="1750"/>
                    </a:cubicBezTo>
                    <a:lnTo>
                      <a:pt x="953" y="1750"/>
                    </a:lnTo>
                    <a:cubicBezTo>
                      <a:pt x="512" y="1750"/>
                      <a:pt x="155" y="1393"/>
                      <a:pt x="155" y="953"/>
                    </a:cubicBezTo>
                    <a:cubicBezTo>
                      <a:pt x="155" y="512"/>
                      <a:pt x="512" y="155"/>
                      <a:pt x="953" y="155"/>
                    </a:cubicBezTo>
                    <a:close/>
                    <a:moveTo>
                      <a:pt x="953" y="0"/>
                    </a:moveTo>
                    <a:cubicBezTo>
                      <a:pt x="429" y="0"/>
                      <a:pt x="0" y="429"/>
                      <a:pt x="0" y="953"/>
                    </a:cubicBezTo>
                    <a:cubicBezTo>
                      <a:pt x="0" y="1476"/>
                      <a:pt x="429" y="1905"/>
                      <a:pt x="953" y="1905"/>
                    </a:cubicBezTo>
                    <a:lnTo>
                      <a:pt x="7882" y="1905"/>
                    </a:lnTo>
                    <a:cubicBezTo>
                      <a:pt x="8406" y="1905"/>
                      <a:pt x="8835" y="1476"/>
                      <a:pt x="8835" y="953"/>
                    </a:cubicBezTo>
                    <a:cubicBezTo>
                      <a:pt x="8835" y="429"/>
                      <a:pt x="8406" y="0"/>
                      <a:pt x="7882"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18"/>
              <p:cNvSpPr/>
              <p:nvPr/>
            </p:nvSpPr>
            <p:spPr>
              <a:xfrm>
                <a:off x="4464048" y="201352"/>
                <a:ext cx="52024" cy="52072"/>
              </a:xfrm>
              <a:custGeom>
                <a:rect b="b" l="l" r="r" t="t"/>
                <a:pathLst>
                  <a:path extrusionOk="0" h="1097" w="1096">
                    <a:moveTo>
                      <a:pt x="548" y="144"/>
                    </a:moveTo>
                    <a:cubicBezTo>
                      <a:pt x="774" y="144"/>
                      <a:pt x="953" y="322"/>
                      <a:pt x="953" y="549"/>
                    </a:cubicBezTo>
                    <a:cubicBezTo>
                      <a:pt x="953" y="763"/>
                      <a:pt x="774" y="941"/>
                      <a:pt x="548" y="941"/>
                    </a:cubicBezTo>
                    <a:cubicBezTo>
                      <a:pt x="333" y="941"/>
                      <a:pt x="155" y="763"/>
                      <a:pt x="155" y="549"/>
                    </a:cubicBezTo>
                    <a:cubicBezTo>
                      <a:pt x="155" y="322"/>
                      <a:pt x="333" y="144"/>
                      <a:pt x="548" y="144"/>
                    </a:cubicBezTo>
                    <a:close/>
                    <a:moveTo>
                      <a:pt x="548" y="1"/>
                    </a:moveTo>
                    <a:cubicBezTo>
                      <a:pt x="250" y="1"/>
                      <a:pt x="0" y="251"/>
                      <a:pt x="0" y="549"/>
                    </a:cubicBezTo>
                    <a:cubicBezTo>
                      <a:pt x="0" y="846"/>
                      <a:pt x="250" y="1096"/>
                      <a:pt x="548" y="1096"/>
                    </a:cubicBezTo>
                    <a:cubicBezTo>
                      <a:pt x="845" y="1096"/>
                      <a:pt x="1095" y="846"/>
                      <a:pt x="1095" y="549"/>
                    </a:cubicBezTo>
                    <a:cubicBezTo>
                      <a:pt x="1095" y="251"/>
                      <a:pt x="845" y="1"/>
                      <a:pt x="54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47" name="Google Shape;347;p18"/>
          <p:cNvSpPr txBox="1"/>
          <p:nvPr>
            <p:ph type="ctrTitle"/>
          </p:nvPr>
        </p:nvSpPr>
        <p:spPr>
          <a:xfrm flipH="1">
            <a:off x="1290638" y="1714500"/>
            <a:ext cx="4229100" cy="1289400"/>
          </a:xfrm>
          <a:prstGeom prst="rect">
            <a:avLst/>
          </a:prstGeom>
        </p:spPr>
        <p:txBody>
          <a:bodyPr anchorCtr="0" anchor="b" bIns="0" lIns="0" spcFirstLastPara="1" rIns="0" wrap="square" tIns="0">
            <a:noAutofit/>
          </a:bodyPr>
          <a:lstStyle>
            <a:lvl1pPr lvl="0" rtl="0">
              <a:spcBef>
                <a:spcPts val="0"/>
              </a:spcBef>
              <a:spcAft>
                <a:spcPts val="0"/>
              </a:spcAft>
              <a:buSzPts val="8000"/>
              <a:buNone/>
              <a:defRPr sz="3400"/>
            </a:lvl1pPr>
            <a:lvl2pPr lvl="1" rtl="0" algn="ctr">
              <a:spcBef>
                <a:spcPts val="0"/>
              </a:spcBef>
              <a:spcAft>
                <a:spcPts val="0"/>
              </a:spcAft>
              <a:buSzPts val="3200"/>
              <a:buNone/>
              <a:defRPr sz="3200"/>
            </a:lvl2pPr>
            <a:lvl3pPr lvl="2" rtl="0" algn="ctr">
              <a:spcBef>
                <a:spcPts val="0"/>
              </a:spcBef>
              <a:spcAft>
                <a:spcPts val="0"/>
              </a:spcAft>
              <a:buSzPts val="3200"/>
              <a:buNone/>
              <a:defRPr sz="3200"/>
            </a:lvl3pPr>
            <a:lvl4pPr lvl="3" rtl="0" algn="ctr">
              <a:spcBef>
                <a:spcPts val="0"/>
              </a:spcBef>
              <a:spcAft>
                <a:spcPts val="0"/>
              </a:spcAft>
              <a:buSzPts val="3200"/>
              <a:buNone/>
              <a:defRPr sz="3200"/>
            </a:lvl4pPr>
            <a:lvl5pPr lvl="4" rtl="0" algn="ctr">
              <a:spcBef>
                <a:spcPts val="0"/>
              </a:spcBef>
              <a:spcAft>
                <a:spcPts val="0"/>
              </a:spcAft>
              <a:buSzPts val="3200"/>
              <a:buNone/>
              <a:defRPr sz="3200"/>
            </a:lvl5pPr>
            <a:lvl6pPr lvl="5" rtl="0" algn="ctr">
              <a:spcBef>
                <a:spcPts val="0"/>
              </a:spcBef>
              <a:spcAft>
                <a:spcPts val="0"/>
              </a:spcAft>
              <a:buSzPts val="3200"/>
              <a:buNone/>
              <a:defRPr sz="3200"/>
            </a:lvl6pPr>
            <a:lvl7pPr lvl="6" rtl="0" algn="ctr">
              <a:spcBef>
                <a:spcPts val="0"/>
              </a:spcBef>
              <a:spcAft>
                <a:spcPts val="0"/>
              </a:spcAft>
              <a:buSzPts val="3200"/>
              <a:buNone/>
              <a:defRPr sz="3200"/>
            </a:lvl7pPr>
            <a:lvl8pPr lvl="7" rtl="0" algn="ctr">
              <a:spcBef>
                <a:spcPts val="0"/>
              </a:spcBef>
              <a:spcAft>
                <a:spcPts val="0"/>
              </a:spcAft>
              <a:buSzPts val="3200"/>
              <a:buNone/>
              <a:defRPr sz="3200"/>
            </a:lvl8pPr>
            <a:lvl9pPr lvl="8" rtl="0" algn="ctr">
              <a:spcBef>
                <a:spcPts val="0"/>
              </a:spcBef>
              <a:spcAft>
                <a:spcPts val="0"/>
              </a:spcAft>
              <a:buSzPts val="3200"/>
              <a:buNone/>
              <a:defRPr sz="3200"/>
            </a:lvl9pPr>
          </a:lstStyle>
          <a:p/>
        </p:txBody>
      </p:sp>
      <p:sp>
        <p:nvSpPr>
          <p:cNvPr id="348" name="Google Shape;348;p18"/>
          <p:cNvSpPr txBox="1"/>
          <p:nvPr>
            <p:ph idx="1" type="subTitle"/>
          </p:nvPr>
        </p:nvSpPr>
        <p:spPr>
          <a:xfrm flipH="1">
            <a:off x="1290638" y="3095225"/>
            <a:ext cx="4229100" cy="3363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SzPts val="1800"/>
              <a:buNone/>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349" name="Google Shape;349;p18"/>
          <p:cNvSpPr txBox="1"/>
          <p:nvPr>
            <p:ph hasCustomPrompt="1" idx="2" type="title"/>
          </p:nvPr>
        </p:nvSpPr>
        <p:spPr>
          <a:xfrm flipH="1">
            <a:off x="5938763" y="1714500"/>
            <a:ext cx="1914600" cy="1285800"/>
          </a:xfrm>
          <a:prstGeom prst="rect">
            <a:avLst/>
          </a:prstGeom>
        </p:spPr>
        <p:txBody>
          <a:bodyPr anchorCtr="0" anchor="ctr" bIns="0" lIns="0" spcFirstLastPara="1" rIns="0" wrap="square" tIns="0">
            <a:noAutofit/>
          </a:bodyPr>
          <a:lstStyle>
            <a:lvl1pPr lvl="0" rtl="0" algn="ctr">
              <a:spcBef>
                <a:spcPts val="0"/>
              </a:spcBef>
              <a:spcAft>
                <a:spcPts val="0"/>
              </a:spcAft>
              <a:buClr>
                <a:schemeClr val="accent2"/>
              </a:buClr>
              <a:buSzPts val="5000"/>
              <a:buNone/>
              <a:defRPr sz="9600">
                <a:solidFill>
                  <a:schemeClr val="accent3"/>
                </a:solidFill>
              </a:defRPr>
            </a:lvl1pPr>
            <a:lvl2pPr lvl="1" rtl="0" algn="ctr">
              <a:spcBef>
                <a:spcPts val="0"/>
              </a:spcBef>
              <a:spcAft>
                <a:spcPts val="0"/>
              </a:spcAft>
              <a:buSzPts val="10000"/>
              <a:buNone/>
              <a:defRPr sz="10000"/>
            </a:lvl2pPr>
            <a:lvl3pPr lvl="2" rtl="0" algn="ctr">
              <a:spcBef>
                <a:spcPts val="0"/>
              </a:spcBef>
              <a:spcAft>
                <a:spcPts val="0"/>
              </a:spcAft>
              <a:buSzPts val="10000"/>
              <a:buNone/>
              <a:defRPr sz="10000"/>
            </a:lvl3pPr>
            <a:lvl4pPr lvl="3" rtl="0" algn="ctr">
              <a:spcBef>
                <a:spcPts val="0"/>
              </a:spcBef>
              <a:spcAft>
                <a:spcPts val="0"/>
              </a:spcAft>
              <a:buSzPts val="10000"/>
              <a:buNone/>
              <a:defRPr sz="10000"/>
            </a:lvl4pPr>
            <a:lvl5pPr lvl="4" rtl="0" algn="ctr">
              <a:spcBef>
                <a:spcPts val="0"/>
              </a:spcBef>
              <a:spcAft>
                <a:spcPts val="0"/>
              </a:spcAft>
              <a:buSzPts val="10000"/>
              <a:buNone/>
              <a:defRPr sz="10000"/>
            </a:lvl5pPr>
            <a:lvl6pPr lvl="5" rtl="0" algn="ctr">
              <a:spcBef>
                <a:spcPts val="0"/>
              </a:spcBef>
              <a:spcAft>
                <a:spcPts val="0"/>
              </a:spcAft>
              <a:buSzPts val="10000"/>
              <a:buNone/>
              <a:defRPr sz="10000"/>
            </a:lvl6pPr>
            <a:lvl7pPr lvl="6" rtl="0" algn="ctr">
              <a:spcBef>
                <a:spcPts val="0"/>
              </a:spcBef>
              <a:spcAft>
                <a:spcPts val="0"/>
              </a:spcAft>
              <a:buSzPts val="10000"/>
              <a:buNone/>
              <a:defRPr sz="10000"/>
            </a:lvl7pPr>
            <a:lvl8pPr lvl="7" rtl="0" algn="ctr">
              <a:spcBef>
                <a:spcPts val="0"/>
              </a:spcBef>
              <a:spcAft>
                <a:spcPts val="0"/>
              </a:spcAft>
              <a:buSzPts val="10000"/>
              <a:buNone/>
              <a:defRPr sz="10000"/>
            </a:lvl8pPr>
            <a:lvl9pPr lvl="8" rtl="0" algn="ctr">
              <a:spcBef>
                <a:spcPts val="0"/>
              </a:spcBef>
              <a:spcAft>
                <a:spcPts val="0"/>
              </a:spcAft>
              <a:buSzPts val="10000"/>
              <a:buNone/>
              <a:defRPr sz="10000"/>
            </a:lvl9pPr>
          </a:lstStyle>
          <a:p>
            <a:r>
              <a:t>xx%</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3">
  <p:cSld name="CUSTOM_12_1_1">
    <p:bg>
      <p:bgPr>
        <a:solidFill>
          <a:schemeClr val="accent2"/>
        </a:solidFill>
      </p:bgPr>
    </p:bg>
    <p:spTree>
      <p:nvGrpSpPr>
        <p:cNvPr id="350" name="Shape 350"/>
        <p:cNvGrpSpPr/>
        <p:nvPr/>
      </p:nvGrpSpPr>
      <p:grpSpPr>
        <a:xfrm>
          <a:off x="0" y="0"/>
          <a:ext cx="0" cy="0"/>
          <a:chOff x="0" y="0"/>
          <a:chExt cx="0" cy="0"/>
        </a:xfrm>
      </p:grpSpPr>
      <p:sp>
        <p:nvSpPr>
          <p:cNvPr id="351" name="Google Shape;351;p19"/>
          <p:cNvSpPr/>
          <p:nvPr/>
        </p:nvSpPr>
        <p:spPr>
          <a:xfrm flipH="1">
            <a:off x="319043" y="283350"/>
            <a:ext cx="8505900" cy="4576800"/>
          </a:xfrm>
          <a:prstGeom prst="roundRect">
            <a:avLst>
              <a:gd fmla="val 3396" name="adj"/>
            </a:avLst>
          </a:prstGeom>
          <a:solidFill>
            <a:schemeClr val="accent1"/>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19"/>
          <p:cNvSpPr/>
          <p:nvPr/>
        </p:nvSpPr>
        <p:spPr>
          <a:xfrm flipH="1" rot="10800000">
            <a:off x="3486150" y="579300"/>
            <a:ext cx="4992900" cy="3983400"/>
          </a:xfrm>
          <a:prstGeom prst="roundRect">
            <a:avLst>
              <a:gd fmla="val 3396" name="adj"/>
            </a:avLst>
          </a:prstGeom>
          <a:solidFill>
            <a:schemeClr val="accent4"/>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53" name="Google Shape;353;p19"/>
          <p:cNvGrpSpPr/>
          <p:nvPr/>
        </p:nvGrpSpPr>
        <p:grpSpPr>
          <a:xfrm>
            <a:off x="6659628" y="3464137"/>
            <a:ext cx="1805174" cy="1083810"/>
            <a:chOff x="6659628" y="3464137"/>
            <a:chExt cx="1805174" cy="1083810"/>
          </a:xfrm>
        </p:grpSpPr>
        <p:sp>
          <p:nvSpPr>
            <p:cNvPr id="354" name="Google Shape;354;p19"/>
            <p:cNvSpPr/>
            <p:nvPr/>
          </p:nvSpPr>
          <p:spPr>
            <a:xfrm flipH="1">
              <a:off x="6659628" y="3545595"/>
              <a:ext cx="1262868" cy="1002352"/>
            </a:xfrm>
            <a:custGeom>
              <a:rect b="b" l="l" r="r" t="t"/>
              <a:pathLst>
                <a:path extrusionOk="0" h="19743" w="24157">
                  <a:moveTo>
                    <a:pt x="1676" y="0"/>
                  </a:moveTo>
                  <a:cubicBezTo>
                    <a:pt x="1185" y="0"/>
                    <a:pt x="818" y="164"/>
                    <a:pt x="491" y="532"/>
                  </a:cubicBezTo>
                  <a:cubicBezTo>
                    <a:pt x="0" y="1022"/>
                    <a:pt x="0" y="2044"/>
                    <a:pt x="654" y="2575"/>
                  </a:cubicBezTo>
                  <a:lnTo>
                    <a:pt x="19742" y="19743"/>
                  </a:lnTo>
                  <a:lnTo>
                    <a:pt x="24157" y="19743"/>
                  </a:lnTo>
                  <a:lnTo>
                    <a:pt x="2534" y="327"/>
                  </a:lnTo>
                  <a:cubicBezTo>
                    <a:pt x="2371" y="0"/>
                    <a:pt x="2044" y="0"/>
                    <a:pt x="1676" y="0"/>
                  </a:cubicBezTo>
                  <a:close/>
                </a:path>
              </a:pathLst>
            </a:custGeom>
            <a:solidFill>
              <a:srgbClr val="FFFFFF">
                <a:alpha val="200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19"/>
            <p:cNvSpPr/>
            <p:nvPr/>
          </p:nvSpPr>
          <p:spPr>
            <a:xfrm flipH="1" rot="10800000">
              <a:off x="7611614" y="3464137"/>
              <a:ext cx="853189" cy="845690"/>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rgbClr val="FFFFFF">
                <a:alpha val="200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6" name="Google Shape;356;p19"/>
          <p:cNvSpPr/>
          <p:nvPr/>
        </p:nvSpPr>
        <p:spPr>
          <a:xfrm flipH="1" rot="10800000">
            <a:off x="661175" y="576000"/>
            <a:ext cx="2682000" cy="3986700"/>
          </a:xfrm>
          <a:prstGeom prst="roundRect">
            <a:avLst>
              <a:gd fmla="val 6245" name="adj"/>
            </a:avLst>
          </a:prstGeom>
          <a:solidFill>
            <a:schemeClr val="accent4"/>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19"/>
          <p:cNvSpPr/>
          <p:nvPr/>
        </p:nvSpPr>
        <p:spPr>
          <a:xfrm flipH="1">
            <a:off x="947000" y="591709"/>
            <a:ext cx="1028800" cy="820648"/>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rgbClr val="FFFFFF">
              <a:alpha val="200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19"/>
          <p:cNvSpPr/>
          <p:nvPr/>
        </p:nvSpPr>
        <p:spPr>
          <a:xfrm flipH="1">
            <a:off x="1535518" y="590653"/>
            <a:ext cx="804131" cy="641399"/>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rgbClr val="FFFFFF">
              <a:alpha val="200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59" name="Google Shape;359;p19"/>
          <p:cNvGrpSpPr/>
          <p:nvPr/>
        </p:nvGrpSpPr>
        <p:grpSpPr>
          <a:xfrm>
            <a:off x="4281415" y="375214"/>
            <a:ext cx="581170" cy="125403"/>
            <a:chOff x="4685288" y="186288"/>
            <a:chExt cx="419375" cy="90485"/>
          </a:xfrm>
        </p:grpSpPr>
        <p:sp>
          <p:nvSpPr>
            <p:cNvPr id="360" name="Google Shape;360;p19"/>
            <p:cNvSpPr/>
            <p:nvPr/>
          </p:nvSpPr>
          <p:spPr>
            <a:xfrm>
              <a:off x="4687513" y="186288"/>
              <a:ext cx="414900" cy="822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61" name="Google Shape;361;p19"/>
            <p:cNvGrpSpPr/>
            <p:nvPr/>
          </p:nvGrpSpPr>
          <p:grpSpPr>
            <a:xfrm>
              <a:off x="4685288" y="186300"/>
              <a:ext cx="419375" cy="90473"/>
              <a:chOff x="4390000" y="182175"/>
              <a:chExt cx="419375" cy="90473"/>
            </a:xfrm>
          </p:grpSpPr>
          <p:sp>
            <p:nvSpPr>
              <p:cNvPr id="362" name="Google Shape;362;p19"/>
              <p:cNvSpPr/>
              <p:nvPr/>
            </p:nvSpPr>
            <p:spPr>
              <a:xfrm>
                <a:off x="4390000" y="182175"/>
                <a:ext cx="419375" cy="90473"/>
              </a:xfrm>
              <a:custGeom>
                <a:rect b="b" l="l" r="r" t="t"/>
                <a:pathLst>
                  <a:path extrusionOk="0" h="1906" w="8835">
                    <a:moveTo>
                      <a:pt x="7882" y="155"/>
                    </a:moveTo>
                    <a:cubicBezTo>
                      <a:pt x="8323" y="155"/>
                      <a:pt x="8680" y="512"/>
                      <a:pt x="8680" y="953"/>
                    </a:cubicBezTo>
                    <a:cubicBezTo>
                      <a:pt x="8680" y="1393"/>
                      <a:pt x="8323" y="1750"/>
                      <a:pt x="7882" y="1750"/>
                    </a:cubicBezTo>
                    <a:lnTo>
                      <a:pt x="953" y="1750"/>
                    </a:lnTo>
                    <a:cubicBezTo>
                      <a:pt x="512" y="1750"/>
                      <a:pt x="155" y="1393"/>
                      <a:pt x="155" y="953"/>
                    </a:cubicBezTo>
                    <a:cubicBezTo>
                      <a:pt x="155" y="512"/>
                      <a:pt x="512" y="155"/>
                      <a:pt x="953" y="155"/>
                    </a:cubicBezTo>
                    <a:close/>
                    <a:moveTo>
                      <a:pt x="953" y="0"/>
                    </a:moveTo>
                    <a:cubicBezTo>
                      <a:pt x="429" y="0"/>
                      <a:pt x="0" y="429"/>
                      <a:pt x="0" y="953"/>
                    </a:cubicBezTo>
                    <a:cubicBezTo>
                      <a:pt x="0" y="1476"/>
                      <a:pt x="429" y="1905"/>
                      <a:pt x="953" y="1905"/>
                    </a:cubicBezTo>
                    <a:lnTo>
                      <a:pt x="7882" y="1905"/>
                    </a:lnTo>
                    <a:cubicBezTo>
                      <a:pt x="8406" y="1905"/>
                      <a:pt x="8835" y="1476"/>
                      <a:pt x="8835" y="953"/>
                    </a:cubicBezTo>
                    <a:cubicBezTo>
                      <a:pt x="8835" y="429"/>
                      <a:pt x="8406" y="0"/>
                      <a:pt x="7882"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19"/>
              <p:cNvSpPr/>
              <p:nvPr/>
            </p:nvSpPr>
            <p:spPr>
              <a:xfrm>
                <a:off x="4464048" y="201352"/>
                <a:ext cx="52024" cy="52072"/>
              </a:xfrm>
              <a:custGeom>
                <a:rect b="b" l="l" r="r" t="t"/>
                <a:pathLst>
                  <a:path extrusionOk="0" h="1097" w="1096">
                    <a:moveTo>
                      <a:pt x="548" y="144"/>
                    </a:moveTo>
                    <a:cubicBezTo>
                      <a:pt x="774" y="144"/>
                      <a:pt x="953" y="322"/>
                      <a:pt x="953" y="549"/>
                    </a:cubicBezTo>
                    <a:cubicBezTo>
                      <a:pt x="953" y="763"/>
                      <a:pt x="774" y="941"/>
                      <a:pt x="548" y="941"/>
                    </a:cubicBezTo>
                    <a:cubicBezTo>
                      <a:pt x="333" y="941"/>
                      <a:pt x="155" y="763"/>
                      <a:pt x="155" y="549"/>
                    </a:cubicBezTo>
                    <a:cubicBezTo>
                      <a:pt x="155" y="322"/>
                      <a:pt x="333" y="144"/>
                      <a:pt x="548" y="144"/>
                    </a:cubicBezTo>
                    <a:close/>
                    <a:moveTo>
                      <a:pt x="548" y="1"/>
                    </a:moveTo>
                    <a:cubicBezTo>
                      <a:pt x="250" y="1"/>
                      <a:pt x="0" y="251"/>
                      <a:pt x="0" y="549"/>
                    </a:cubicBezTo>
                    <a:cubicBezTo>
                      <a:pt x="0" y="846"/>
                      <a:pt x="250" y="1096"/>
                      <a:pt x="548" y="1096"/>
                    </a:cubicBezTo>
                    <a:cubicBezTo>
                      <a:pt x="845" y="1096"/>
                      <a:pt x="1095" y="846"/>
                      <a:pt x="1095" y="549"/>
                    </a:cubicBezTo>
                    <a:cubicBezTo>
                      <a:pt x="1095" y="251"/>
                      <a:pt x="845" y="1"/>
                      <a:pt x="54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64" name="Google Shape;364;p19"/>
          <p:cNvSpPr txBox="1"/>
          <p:nvPr>
            <p:ph type="ctrTitle"/>
          </p:nvPr>
        </p:nvSpPr>
        <p:spPr>
          <a:xfrm>
            <a:off x="4302700" y="1714500"/>
            <a:ext cx="3374100" cy="1289400"/>
          </a:xfrm>
          <a:prstGeom prst="rect">
            <a:avLst/>
          </a:prstGeom>
        </p:spPr>
        <p:txBody>
          <a:bodyPr anchorCtr="0" anchor="ctr" bIns="0" lIns="0" spcFirstLastPara="1" rIns="0" wrap="square" tIns="0">
            <a:noAutofit/>
          </a:bodyPr>
          <a:lstStyle>
            <a:lvl1pPr lvl="0" rtl="0">
              <a:spcBef>
                <a:spcPts val="0"/>
              </a:spcBef>
              <a:spcAft>
                <a:spcPts val="0"/>
              </a:spcAft>
              <a:buSzPts val="8000"/>
              <a:buNone/>
              <a:defRPr sz="3400"/>
            </a:lvl1pPr>
            <a:lvl2pPr lvl="1" rtl="0" algn="ctr">
              <a:spcBef>
                <a:spcPts val="0"/>
              </a:spcBef>
              <a:spcAft>
                <a:spcPts val="0"/>
              </a:spcAft>
              <a:buSzPts val="3200"/>
              <a:buNone/>
              <a:defRPr sz="3200"/>
            </a:lvl2pPr>
            <a:lvl3pPr lvl="2" rtl="0" algn="ctr">
              <a:spcBef>
                <a:spcPts val="0"/>
              </a:spcBef>
              <a:spcAft>
                <a:spcPts val="0"/>
              </a:spcAft>
              <a:buSzPts val="3200"/>
              <a:buNone/>
              <a:defRPr sz="3200"/>
            </a:lvl3pPr>
            <a:lvl4pPr lvl="3" rtl="0" algn="ctr">
              <a:spcBef>
                <a:spcPts val="0"/>
              </a:spcBef>
              <a:spcAft>
                <a:spcPts val="0"/>
              </a:spcAft>
              <a:buSzPts val="3200"/>
              <a:buNone/>
              <a:defRPr sz="3200"/>
            </a:lvl4pPr>
            <a:lvl5pPr lvl="4" rtl="0" algn="ctr">
              <a:spcBef>
                <a:spcPts val="0"/>
              </a:spcBef>
              <a:spcAft>
                <a:spcPts val="0"/>
              </a:spcAft>
              <a:buSzPts val="3200"/>
              <a:buNone/>
              <a:defRPr sz="3200"/>
            </a:lvl5pPr>
            <a:lvl6pPr lvl="5" rtl="0" algn="ctr">
              <a:spcBef>
                <a:spcPts val="0"/>
              </a:spcBef>
              <a:spcAft>
                <a:spcPts val="0"/>
              </a:spcAft>
              <a:buSzPts val="3200"/>
              <a:buNone/>
              <a:defRPr sz="3200"/>
            </a:lvl6pPr>
            <a:lvl7pPr lvl="6" rtl="0" algn="ctr">
              <a:spcBef>
                <a:spcPts val="0"/>
              </a:spcBef>
              <a:spcAft>
                <a:spcPts val="0"/>
              </a:spcAft>
              <a:buSzPts val="3200"/>
              <a:buNone/>
              <a:defRPr sz="3200"/>
            </a:lvl7pPr>
            <a:lvl8pPr lvl="7" rtl="0" algn="ctr">
              <a:spcBef>
                <a:spcPts val="0"/>
              </a:spcBef>
              <a:spcAft>
                <a:spcPts val="0"/>
              </a:spcAft>
              <a:buSzPts val="3200"/>
              <a:buNone/>
              <a:defRPr sz="3200"/>
            </a:lvl8pPr>
            <a:lvl9pPr lvl="8" rtl="0" algn="ctr">
              <a:spcBef>
                <a:spcPts val="0"/>
              </a:spcBef>
              <a:spcAft>
                <a:spcPts val="0"/>
              </a:spcAft>
              <a:buSzPts val="3200"/>
              <a:buNone/>
              <a:defRPr sz="3200"/>
            </a:lvl9pPr>
          </a:lstStyle>
          <a:p/>
        </p:txBody>
      </p:sp>
      <p:sp>
        <p:nvSpPr>
          <p:cNvPr id="365" name="Google Shape;365;p19"/>
          <p:cNvSpPr txBox="1"/>
          <p:nvPr>
            <p:ph idx="1" type="subTitle"/>
          </p:nvPr>
        </p:nvSpPr>
        <p:spPr>
          <a:xfrm>
            <a:off x="4302700" y="3095225"/>
            <a:ext cx="2862000" cy="5853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SzPts val="1800"/>
              <a:buNone/>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366" name="Google Shape;366;p19"/>
          <p:cNvSpPr txBox="1"/>
          <p:nvPr>
            <p:ph hasCustomPrompt="1" idx="2" type="title"/>
          </p:nvPr>
        </p:nvSpPr>
        <p:spPr>
          <a:xfrm>
            <a:off x="1044875" y="1714500"/>
            <a:ext cx="1914600" cy="1285800"/>
          </a:xfrm>
          <a:prstGeom prst="rect">
            <a:avLst/>
          </a:prstGeom>
        </p:spPr>
        <p:txBody>
          <a:bodyPr anchorCtr="0" anchor="ctr" bIns="0" lIns="0" spcFirstLastPara="1" rIns="0" wrap="square" tIns="0">
            <a:noAutofit/>
          </a:bodyPr>
          <a:lstStyle>
            <a:lvl1pPr lvl="0" rtl="0" algn="ctr">
              <a:spcBef>
                <a:spcPts val="0"/>
              </a:spcBef>
              <a:spcAft>
                <a:spcPts val="0"/>
              </a:spcAft>
              <a:buClr>
                <a:schemeClr val="accent2"/>
              </a:buClr>
              <a:buSzPts val="5000"/>
              <a:buNone/>
              <a:defRPr sz="9600">
                <a:solidFill>
                  <a:schemeClr val="accent3"/>
                </a:solidFill>
              </a:defRPr>
            </a:lvl1pPr>
            <a:lvl2pPr lvl="1" rtl="0" algn="ctr">
              <a:spcBef>
                <a:spcPts val="0"/>
              </a:spcBef>
              <a:spcAft>
                <a:spcPts val="0"/>
              </a:spcAft>
              <a:buSzPts val="10000"/>
              <a:buNone/>
              <a:defRPr sz="10000"/>
            </a:lvl2pPr>
            <a:lvl3pPr lvl="2" rtl="0" algn="ctr">
              <a:spcBef>
                <a:spcPts val="0"/>
              </a:spcBef>
              <a:spcAft>
                <a:spcPts val="0"/>
              </a:spcAft>
              <a:buSzPts val="10000"/>
              <a:buNone/>
              <a:defRPr sz="10000"/>
            </a:lvl3pPr>
            <a:lvl4pPr lvl="3" rtl="0" algn="ctr">
              <a:spcBef>
                <a:spcPts val="0"/>
              </a:spcBef>
              <a:spcAft>
                <a:spcPts val="0"/>
              </a:spcAft>
              <a:buSzPts val="10000"/>
              <a:buNone/>
              <a:defRPr sz="10000"/>
            </a:lvl4pPr>
            <a:lvl5pPr lvl="4" rtl="0" algn="ctr">
              <a:spcBef>
                <a:spcPts val="0"/>
              </a:spcBef>
              <a:spcAft>
                <a:spcPts val="0"/>
              </a:spcAft>
              <a:buSzPts val="10000"/>
              <a:buNone/>
              <a:defRPr sz="10000"/>
            </a:lvl5pPr>
            <a:lvl6pPr lvl="5" rtl="0" algn="ctr">
              <a:spcBef>
                <a:spcPts val="0"/>
              </a:spcBef>
              <a:spcAft>
                <a:spcPts val="0"/>
              </a:spcAft>
              <a:buSzPts val="10000"/>
              <a:buNone/>
              <a:defRPr sz="10000"/>
            </a:lvl6pPr>
            <a:lvl7pPr lvl="6" rtl="0" algn="ctr">
              <a:spcBef>
                <a:spcPts val="0"/>
              </a:spcBef>
              <a:spcAft>
                <a:spcPts val="0"/>
              </a:spcAft>
              <a:buSzPts val="10000"/>
              <a:buNone/>
              <a:defRPr sz="10000"/>
            </a:lvl7pPr>
            <a:lvl8pPr lvl="7" rtl="0" algn="ctr">
              <a:spcBef>
                <a:spcPts val="0"/>
              </a:spcBef>
              <a:spcAft>
                <a:spcPts val="0"/>
              </a:spcAft>
              <a:buSzPts val="10000"/>
              <a:buNone/>
              <a:defRPr sz="10000"/>
            </a:lvl8pPr>
            <a:lvl9pPr lvl="8" rtl="0" algn="ctr">
              <a:spcBef>
                <a:spcPts val="0"/>
              </a:spcBef>
              <a:spcAft>
                <a:spcPts val="0"/>
              </a:spcAft>
              <a:buSzPts val="10000"/>
              <a:buNone/>
              <a:defRPr sz="10000"/>
            </a:lvl9pPr>
          </a:lstStyle>
          <a:p>
            <a:r>
              <a:t>xx%</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4">
  <p:cSld name="CUSTOM_12_1_1_1">
    <p:bg>
      <p:bgPr>
        <a:solidFill>
          <a:schemeClr val="accent2"/>
        </a:solidFill>
      </p:bgPr>
    </p:bg>
    <p:spTree>
      <p:nvGrpSpPr>
        <p:cNvPr id="367" name="Shape 367"/>
        <p:cNvGrpSpPr/>
        <p:nvPr/>
      </p:nvGrpSpPr>
      <p:grpSpPr>
        <a:xfrm>
          <a:off x="0" y="0"/>
          <a:ext cx="0" cy="0"/>
          <a:chOff x="0" y="0"/>
          <a:chExt cx="0" cy="0"/>
        </a:xfrm>
      </p:grpSpPr>
      <p:sp>
        <p:nvSpPr>
          <p:cNvPr id="368" name="Google Shape;368;p20"/>
          <p:cNvSpPr/>
          <p:nvPr/>
        </p:nvSpPr>
        <p:spPr>
          <a:xfrm flipH="1">
            <a:off x="319043" y="283350"/>
            <a:ext cx="8505900" cy="4576800"/>
          </a:xfrm>
          <a:prstGeom prst="roundRect">
            <a:avLst>
              <a:gd fmla="val 3396" name="adj"/>
            </a:avLst>
          </a:prstGeom>
          <a:solidFill>
            <a:schemeClr val="accent1"/>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20"/>
          <p:cNvSpPr/>
          <p:nvPr/>
        </p:nvSpPr>
        <p:spPr>
          <a:xfrm rot="10800000">
            <a:off x="661175" y="579300"/>
            <a:ext cx="4992900" cy="3983400"/>
          </a:xfrm>
          <a:prstGeom prst="roundRect">
            <a:avLst>
              <a:gd fmla="val 3396" name="adj"/>
            </a:avLst>
          </a:prstGeom>
          <a:solidFill>
            <a:schemeClr val="accent4"/>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20"/>
          <p:cNvSpPr/>
          <p:nvPr/>
        </p:nvSpPr>
        <p:spPr>
          <a:xfrm rot="10800000">
            <a:off x="5797050" y="576000"/>
            <a:ext cx="2682000" cy="3986700"/>
          </a:xfrm>
          <a:prstGeom prst="roundRect">
            <a:avLst>
              <a:gd fmla="val 6245" name="adj"/>
            </a:avLst>
          </a:prstGeom>
          <a:solidFill>
            <a:schemeClr val="accent4"/>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20"/>
          <p:cNvSpPr/>
          <p:nvPr/>
        </p:nvSpPr>
        <p:spPr>
          <a:xfrm flipH="1">
            <a:off x="947000" y="582184"/>
            <a:ext cx="1028800" cy="820648"/>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rgbClr val="FFFFFF">
              <a:alpha val="200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20"/>
          <p:cNvSpPr/>
          <p:nvPr/>
        </p:nvSpPr>
        <p:spPr>
          <a:xfrm flipH="1">
            <a:off x="1535518" y="581128"/>
            <a:ext cx="804131" cy="641399"/>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rgbClr val="FFFFFF">
              <a:alpha val="200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3" name="Google Shape;373;p20"/>
          <p:cNvGrpSpPr/>
          <p:nvPr/>
        </p:nvGrpSpPr>
        <p:grpSpPr>
          <a:xfrm>
            <a:off x="4281415" y="375214"/>
            <a:ext cx="581170" cy="125403"/>
            <a:chOff x="4685288" y="186288"/>
            <a:chExt cx="419375" cy="90485"/>
          </a:xfrm>
        </p:grpSpPr>
        <p:sp>
          <p:nvSpPr>
            <p:cNvPr id="374" name="Google Shape;374;p20"/>
            <p:cNvSpPr/>
            <p:nvPr/>
          </p:nvSpPr>
          <p:spPr>
            <a:xfrm>
              <a:off x="4687513" y="186288"/>
              <a:ext cx="414900" cy="822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5" name="Google Shape;375;p20"/>
            <p:cNvGrpSpPr/>
            <p:nvPr/>
          </p:nvGrpSpPr>
          <p:grpSpPr>
            <a:xfrm>
              <a:off x="4685288" y="186300"/>
              <a:ext cx="419375" cy="90473"/>
              <a:chOff x="4390000" y="182175"/>
              <a:chExt cx="419375" cy="90473"/>
            </a:xfrm>
          </p:grpSpPr>
          <p:sp>
            <p:nvSpPr>
              <p:cNvPr id="376" name="Google Shape;376;p20"/>
              <p:cNvSpPr/>
              <p:nvPr/>
            </p:nvSpPr>
            <p:spPr>
              <a:xfrm>
                <a:off x="4390000" y="182175"/>
                <a:ext cx="419375" cy="90473"/>
              </a:xfrm>
              <a:custGeom>
                <a:rect b="b" l="l" r="r" t="t"/>
                <a:pathLst>
                  <a:path extrusionOk="0" h="1906" w="8835">
                    <a:moveTo>
                      <a:pt x="7882" y="155"/>
                    </a:moveTo>
                    <a:cubicBezTo>
                      <a:pt x="8323" y="155"/>
                      <a:pt x="8680" y="512"/>
                      <a:pt x="8680" y="953"/>
                    </a:cubicBezTo>
                    <a:cubicBezTo>
                      <a:pt x="8680" y="1393"/>
                      <a:pt x="8323" y="1750"/>
                      <a:pt x="7882" y="1750"/>
                    </a:cubicBezTo>
                    <a:lnTo>
                      <a:pt x="953" y="1750"/>
                    </a:lnTo>
                    <a:cubicBezTo>
                      <a:pt x="512" y="1750"/>
                      <a:pt x="155" y="1393"/>
                      <a:pt x="155" y="953"/>
                    </a:cubicBezTo>
                    <a:cubicBezTo>
                      <a:pt x="155" y="512"/>
                      <a:pt x="512" y="155"/>
                      <a:pt x="953" y="155"/>
                    </a:cubicBezTo>
                    <a:close/>
                    <a:moveTo>
                      <a:pt x="953" y="0"/>
                    </a:moveTo>
                    <a:cubicBezTo>
                      <a:pt x="429" y="0"/>
                      <a:pt x="0" y="429"/>
                      <a:pt x="0" y="953"/>
                    </a:cubicBezTo>
                    <a:cubicBezTo>
                      <a:pt x="0" y="1476"/>
                      <a:pt x="429" y="1905"/>
                      <a:pt x="953" y="1905"/>
                    </a:cubicBezTo>
                    <a:lnTo>
                      <a:pt x="7882" y="1905"/>
                    </a:lnTo>
                    <a:cubicBezTo>
                      <a:pt x="8406" y="1905"/>
                      <a:pt x="8835" y="1476"/>
                      <a:pt x="8835" y="953"/>
                    </a:cubicBezTo>
                    <a:cubicBezTo>
                      <a:pt x="8835" y="429"/>
                      <a:pt x="8406" y="0"/>
                      <a:pt x="7882"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20"/>
              <p:cNvSpPr/>
              <p:nvPr/>
            </p:nvSpPr>
            <p:spPr>
              <a:xfrm>
                <a:off x="4464048" y="201352"/>
                <a:ext cx="52024" cy="52072"/>
              </a:xfrm>
              <a:custGeom>
                <a:rect b="b" l="l" r="r" t="t"/>
                <a:pathLst>
                  <a:path extrusionOk="0" h="1097" w="1096">
                    <a:moveTo>
                      <a:pt x="548" y="144"/>
                    </a:moveTo>
                    <a:cubicBezTo>
                      <a:pt x="774" y="144"/>
                      <a:pt x="953" y="322"/>
                      <a:pt x="953" y="549"/>
                    </a:cubicBezTo>
                    <a:cubicBezTo>
                      <a:pt x="953" y="763"/>
                      <a:pt x="774" y="941"/>
                      <a:pt x="548" y="941"/>
                    </a:cubicBezTo>
                    <a:cubicBezTo>
                      <a:pt x="333" y="941"/>
                      <a:pt x="155" y="763"/>
                      <a:pt x="155" y="549"/>
                    </a:cubicBezTo>
                    <a:cubicBezTo>
                      <a:pt x="155" y="322"/>
                      <a:pt x="333" y="144"/>
                      <a:pt x="548" y="144"/>
                    </a:cubicBezTo>
                    <a:close/>
                    <a:moveTo>
                      <a:pt x="548" y="1"/>
                    </a:moveTo>
                    <a:cubicBezTo>
                      <a:pt x="250" y="1"/>
                      <a:pt x="0" y="251"/>
                      <a:pt x="0" y="549"/>
                    </a:cubicBezTo>
                    <a:cubicBezTo>
                      <a:pt x="0" y="846"/>
                      <a:pt x="250" y="1096"/>
                      <a:pt x="548" y="1096"/>
                    </a:cubicBezTo>
                    <a:cubicBezTo>
                      <a:pt x="845" y="1096"/>
                      <a:pt x="1095" y="846"/>
                      <a:pt x="1095" y="549"/>
                    </a:cubicBezTo>
                    <a:cubicBezTo>
                      <a:pt x="1095" y="251"/>
                      <a:pt x="845" y="1"/>
                      <a:pt x="54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78" name="Google Shape;378;p20"/>
          <p:cNvSpPr/>
          <p:nvPr/>
        </p:nvSpPr>
        <p:spPr>
          <a:xfrm flipH="1" rot="10800000">
            <a:off x="7229737" y="3750528"/>
            <a:ext cx="1028800" cy="820648"/>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rgbClr val="FFFFFF">
              <a:alpha val="200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20"/>
          <p:cNvSpPr/>
          <p:nvPr/>
        </p:nvSpPr>
        <p:spPr>
          <a:xfrm flipH="1" rot="10800000">
            <a:off x="6865888" y="3930834"/>
            <a:ext cx="804131" cy="641399"/>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rgbClr val="FFFFFF">
              <a:alpha val="200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20"/>
          <p:cNvSpPr txBox="1"/>
          <p:nvPr>
            <p:ph type="ctrTitle"/>
          </p:nvPr>
        </p:nvSpPr>
        <p:spPr>
          <a:xfrm flipH="1">
            <a:off x="1468375" y="1714500"/>
            <a:ext cx="3372600" cy="1289400"/>
          </a:xfrm>
          <a:prstGeom prst="rect">
            <a:avLst/>
          </a:prstGeom>
        </p:spPr>
        <p:txBody>
          <a:bodyPr anchorCtr="0" anchor="ctr" bIns="0" lIns="0" spcFirstLastPara="1" rIns="0" wrap="square" tIns="0">
            <a:noAutofit/>
          </a:bodyPr>
          <a:lstStyle>
            <a:lvl1pPr lvl="0" rtl="0" algn="r">
              <a:spcBef>
                <a:spcPts val="0"/>
              </a:spcBef>
              <a:spcAft>
                <a:spcPts val="0"/>
              </a:spcAft>
              <a:buSzPts val="8000"/>
              <a:buNone/>
              <a:defRPr sz="3400"/>
            </a:lvl1pPr>
            <a:lvl2pPr lvl="1" rtl="0" algn="ctr">
              <a:spcBef>
                <a:spcPts val="0"/>
              </a:spcBef>
              <a:spcAft>
                <a:spcPts val="0"/>
              </a:spcAft>
              <a:buSzPts val="3200"/>
              <a:buNone/>
              <a:defRPr sz="3200"/>
            </a:lvl2pPr>
            <a:lvl3pPr lvl="2" rtl="0" algn="ctr">
              <a:spcBef>
                <a:spcPts val="0"/>
              </a:spcBef>
              <a:spcAft>
                <a:spcPts val="0"/>
              </a:spcAft>
              <a:buSzPts val="3200"/>
              <a:buNone/>
              <a:defRPr sz="3200"/>
            </a:lvl3pPr>
            <a:lvl4pPr lvl="3" rtl="0" algn="ctr">
              <a:spcBef>
                <a:spcPts val="0"/>
              </a:spcBef>
              <a:spcAft>
                <a:spcPts val="0"/>
              </a:spcAft>
              <a:buSzPts val="3200"/>
              <a:buNone/>
              <a:defRPr sz="3200"/>
            </a:lvl4pPr>
            <a:lvl5pPr lvl="4" rtl="0" algn="ctr">
              <a:spcBef>
                <a:spcPts val="0"/>
              </a:spcBef>
              <a:spcAft>
                <a:spcPts val="0"/>
              </a:spcAft>
              <a:buSzPts val="3200"/>
              <a:buNone/>
              <a:defRPr sz="3200"/>
            </a:lvl5pPr>
            <a:lvl6pPr lvl="5" rtl="0" algn="ctr">
              <a:spcBef>
                <a:spcPts val="0"/>
              </a:spcBef>
              <a:spcAft>
                <a:spcPts val="0"/>
              </a:spcAft>
              <a:buSzPts val="3200"/>
              <a:buNone/>
              <a:defRPr sz="3200"/>
            </a:lvl6pPr>
            <a:lvl7pPr lvl="6" rtl="0" algn="ctr">
              <a:spcBef>
                <a:spcPts val="0"/>
              </a:spcBef>
              <a:spcAft>
                <a:spcPts val="0"/>
              </a:spcAft>
              <a:buSzPts val="3200"/>
              <a:buNone/>
              <a:defRPr sz="3200"/>
            </a:lvl7pPr>
            <a:lvl8pPr lvl="7" rtl="0" algn="ctr">
              <a:spcBef>
                <a:spcPts val="0"/>
              </a:spcBef>
              <a:spcAft>
                <a:spcPts val="0"/>
              </a:spcAft>
              <a:buSzPts val="3200"/>
              <a:buNone/>
              <a:defRPr sz="3200"/>
            </a:lvl8pPr>
            <a:lvl9pPr lvl="8" rtl="0" algn="ctr">
              <a:spcBef>
                <a:spcPts val="0"/>
              </a:spcBef>
              <a:spcAft>
                <a:spcPts val="0"/>
              </a:spcAft>
              <a:buSzPts val="3200"/>
              <a:buNone/>
              <a:defRPr sz="3200"/>
            </a:lvl9pPr>
          </a:lstStyle>
          <a:p/>
        </p:txBody>
      </p:sp>
      <p:sp>
        <p:nvSpPr>
          <p:cNvPr id="381" name="Google Shape;381;p20"/>
          <p:cNvSpPr txBox="1"/>
          <p:nvPr>
            <p:ph idx="1" type="subTitle"/>
          </p:nvPr>
        </p:nvSpPr>
        <p:spPr>
          <a:xfrm flipH="1">
            <a:off x="1975675" y="3095225"/>
            <a:ext cx="2865300" cy="582900"/>
          </a:xfrm>
          <a:prstGeom prst="rect">
            <a:avLst/>
          </a:prstGeom>
        </p:spPr>
        <p:txBody>
          <a:bodyPr anchorCtr="0" anchor="t" bIns="0" lIns="0" spcFirstLastPara="1" rIns="0" wrap="square" tIns="0">
            <a:noAutofit/>
          </a:bodyPr>
          <a:lstStyle>
            <a:lvl1pPr lvl="0" rtl="0" algn="r">
              <a:lnSpc>
                <a:spcPct val="100000"/>
              </a:lnSpc>
              <a:spcBef>
                <a:spcPts val="0"/>
              </a:spcBef>
              <a:spcAft>
                <a:spcPts val="0"/>
              </a:spcAft>
              <a:buSzPts val="1800"/>
              <a:buNone/>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382" name="Google Shape;382;p20"/>
          <p:cNvSpPr txBox="1"/>
          <p:nvPr>
            <p:ph hasCustomPrompt="1" idx="2" type="title"/>
          </p:nvPr>
        </p:nvSpPr>
        <p:spPr>
          <a:xfrm flipH="1">
            <a:off x="6180750" y="1714500"/>
            <a:ext cx="1914600" cy="1285800"/>
          </a:xfrm>
          <a:prstGeom prst="rect">
            <a:avLst/>
          </a:prstGeom>
        </p:spPr>
        <p:txBody>
          <a:bodyPr anchorCtr="0" anchor="ctr" bIns="0" lIns="0" spcFirstLastPara="1" rIns="0" wrap="square" tIns="0">
            <a:noAutofit/>
          </a:bodyPr>
          <a:lstStyle>
            <a:lvl1pPr lvl="0" rtl="0" algn="ctr">
              <a:spcBef>
                <a:spcPts val="0"/>
              </a:spcBef>
              <a:spcAft>
                <a:spcPts val="0"/>
              </a:spcAft>
              <a:buClr>
                <a:schemeClr val="accent2"/>
              </a:buClr>
              <a:buSzPts val="5000"/>
              <a:buNone/>
              <a:defRPr sz="9600">
                <a:solidFill>
                  <a:schemeClr val="accent3"/>
                </a:solidFill>
              </a:defRPr>
            </a:lvl1pPr>
            <a:lvl2pPr lvl="1" rtl="0" algn="ctr">
              <a:spcBef>
                <a:spcPts val="0"/>
              </a:spcBef>
              <a:spcAft>
                <a:spcPts val="0"/>
              </a:spcAft>
              <a:buSzPts val="10000"/>
              <a:buNone/>
              <a:defRPr sz="10000"/>
            </a:lvl2pPr>
            <a:lvl3pPr lvl="2" rtl="0" algn="ctr">
              <a:spcBef>
                <a:spcPts val="0"/>
              </a:spcBef>
              <a:spcAft>
                <a:spcPts val="0"/>
              </a:spcAft>
              <a:buSzPts val="10000"/>
              <a:buNone/>
              <a:defRPr sz="10000"/>
            </a:lvl3pPr>
            <a:lvl4pPr lvl="3" rtl="0" algn="ctr">
              <a:spcBef>
                <a:spcPts val="0"/>
              </a:spcBef>
              <a:spcAft>
                <a:spcPts val="0"/>
              </a:spcAft>
              <a:buSzPts val="10000"/>
              <a:buNone/>
              <a:defRPr sz="10000"/>
            </a:lvl4pPr>
            <a:lvl5pPr lvl="4" rtl="0" algn="ctr">
              <a:spcBef>
                <a:spcPts val="0"/>
              </a:spcBef>
              <a:spcAft>
                <a:spcPts val="0"/>
              </a:spcAft>
              <a:buSzPts val="10000"/>
              <a:buNone/>
              <a:defRPr sz="10000"/>
            </a:lvl5pPr>
            <a:lvl6pPr lvl="5" rtl="0" algn="ctr">
              <a:spcBef>
                <a:spcPts val="0"/>
              </a:spcBef>
              <a:spcAft>
                <a:spcPts val="0"/>
              </a:spcAft>
              <a:buSzPts val="10000"/>
              <a:buNone/>
              <a:defRPr sz="10000"/>
            </a:lvl6pPr>
            <a:lvl7pPr lvl="6" rtl="0" algn="ctr">
              <a:spcBef>
                <a:spcPts val="0"/>
              </a:spcBef>
              <a:spcAft>
                <a:spcPts val="0"/>
              </a:spcAft>
              <a:buSzPts val="10000"/>
              <a:buNone/>
              <a:defRPr sz="10000"/>
            </a:lvl7pPr>
            <a:lvl8pPr lvl="7" rtl="0" algn="ctr">
              <a:spcBef>
                <a:spcPts val="0"/>
              </a:spcBef>
              <a:spcAft>
                <a:spcPts val="0"/>
              </a:spcAft>
              <a:buSzPts val="10000"/>
              <a:buNone/>
              <a:defRPr sz="10000"/>
            </a:lvl8pPr>
            <a:lvl9pPr lvl="8" rtl="0" algn="ctr">
              <a:spcBef>
                <a:spcPts val="0"/>
              </a:spcBef>
              <a:spcAft>
                <a:spcPts val="0"/>
              </a:spcAft>
              <a:buSzPts val="10000"/>
              <a:buNone/>
              <a:defRPr sz="10000"/>
            </a:lvl9pPr>
          </a:lstStyle>
          <a:p>
            <a:r>
              <a:t>xx%</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9">
    <p:spTree>
      <p:nvGrpSpPr>
        <p:cNvPr id="383" name="Shape 383"/>
        <p:cNvGrpSpPr/>
        <p:nvPr/>
      </p:nvGrpSpPr>
      <p:grpSpPr>
        <a:xfrm>
          <a:off x="0" y="0"/>
          <a:ext cx="0" cy="0"/>
          <a:chOff x="0" y="0"/>
          <a:chExt cx="0" cy="0"/>
        </a:xfrm>
      </p:grpSpPr>
      <p:sp>
        <p:nvSpPr>
          <p:cNvPr id="384" name="Google Shape;384;p21"/>
          <p:cNvSpPr/>
          <p:nvPr/>
        </p:nvSpPr>
        <p:spPr>
          <a:xfrm flipH="1" rot="10800000">
            <a:off x="319050" y="283356"/>
            <a:ext cx="8505900" cy="4576800"/>
          </a:xfrm>
          <a:prstGeom prst="roundRect">
            <a:avLst>
              <a:gd fmla="val 3396" name="adj"/>
            </a:avLst>
          </a:prstGeom>
          <a:solidFill>
            <a:schemeClr val="accent4"/>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21"/>
          <p:cNvSpPr/>
          <p:nvPr/>
        </p:nvSpPr>
        <p:spPr>
          <a:xfrm flipH="1" rot="10800000">
            <a:off x="7132742" y="3935018"/>
            <a:ext cx="1612254" cy="1208486"/>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21"/>
          <p:cNvSpPr/>
          <p:nvPr/>
        </p:nvSpPr>
        <p:spPr>
          <a:xfrm flipH="1" rot="10800000">
            <a:off x="6426313" y="4205878"/>
            <a:ext cx="1250789" cy="937634"/>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21"/>
          <p:cNvSpPr/>
          <p:nvPr/>
        </p:nvSpPr>
        <p:spPr>
          <a:xfrm flipH="1" rot="10800000">
            <a:off x="743298" y="-6"/>
            <a:ext cx="1664900" cy="1264737"/>
          </a:xfrm>
          <a:custGeom>
            <a:rect b="b" l="l" r="r" t="t"/>
            <a:pathLst>
              <a:path extrusionOk="0" h="19743" w="24157">
                <a:moveTo>
                  <a:pt x="1676" y="0"/>
                </a:moveTo>
                <a:cubicBezTo>
                  <a:pt x="1185" y="0"/>
                  <a:pt x="818" y="164"/>
                  <a:pt x="491" y="532"/>
                </a:cubicBezTo>
                <a:cubicBezTo>
                  <a:pt x="0" y="1022"/>
                  <a:pt x="0" y="2044"/>
                  <a:pt x="654" y="2575"/>
                </a:cubicBezTo>
                <a:lnTo>
                  <a:pt x="19742" y="19743"/>
                </a:lnTo>
                <a:lnTo>
                  <a:pt x="24157" y="19743"/>
                </a:lnTo>
                <a:lnTo>
                  <a:pt x="2534" y="327"/>
                </a:lnTo>
                <a:cubicBezTo>
                  <a:pt x="2371" y="0"/>
                  <a:pt x="2044" y="0"/>
                  <a:pt x="1676"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21"/>
          <p:cNvSpPr/>
          <p:nvPr/>
        </p:nvSpPr>
        <p:spPr>
          <a:xfrm flipH="1">
            <a:off x="-9513" y="406410"/>
            <a:ext cx="1143784" cy="1085055"/>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21"/>
          <p:cNvSpPr/>
          <p:nvPr/>
        </p:nvSpPr>
        <p:spPr>
          <a:xfrm flipH="1">
            <a:off x="-9513" y="1284033"/>
            <a:ext cx="1143784" cy="1085055"/>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21"/>
          <p:cNvSpPr/>
          <p:nvPr/>
        </p:nvSpPr>
        <p:spPr>
          <a:xfrm flipH="1" rot="10800000">
            <a:off x="7972352" y="2627673"/>
            <a:ext cx="1196082" cy="1134709"/>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1" name="Google Shape;391;p21"/>
          <p:cNvGrpSpPr/>
          <p:nvPr/>
        </p:nvGrpSpPr>
        <p:grpSpPr>
          <a:xfrm>
            <a:off x="4281415" y="75177"/>
            <a:ext cx="581170" cy="125403"/>
            <a:chOff x="4685288" y="186288"/>
            <a:chExt cx="419375" cy="90485"/>
          </a:xfrm>
        </p:grpSpPr>
        <p:sp>
          <p:nvSpPr>
            <p:cNvPr id="392" name="Google Shape;392;p21"/>
            <p:cNvSpPr/>
            <p:nvPr/>
          </p:nvSpPr>
          <p:spPr>
            <a:xfrm>
              <a:off x="4687513" y="186288"/>
              <a:ext cx="414900" cy="822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3" name="Google Shape;393;p21"/>
            <p:cNvGrpSpPr/>
            <p:nvPr/>
          </p:nvGrpSpPr>
          <p:grpSpPr>
            <a:xfrm>
              <a:off x="4685288" y="186300"/>
              <a:ext cx="419375" cy="90473"/>
              <a:chOff x="4390000" y="182175"/>
              <a:chExt cx="419375" cy="90473"/>
            </a:xfrm>
          </p:grpSpPr>
          <p:sp>
            <p:nvSpPr>
              <p:cNvPr id="394" name="Google Shape;394;p21"/>
              <p:cNvSpPr/>
              <p:nvPr/>
            </p:nvSpPr>
            <p:spPr>
              <a:xfrm>
                <a:off x="4390000" y="182175"/>
                <a:ext cx="419375" cy="90473"/>
              </a:xfrm>
              <a:custGeom>
                <a:rect b="b" l="l" r="r" t="t"/>
                <a:pathLst>
                  <a:path extrusionOk="0" h="1906" w="8835">
                    <a:moveTo>
                      <a:pt x="7882" y="155"/>
                    </a:moveTo>
                    <a:cubicBezTo>
                      <a:pt x="8323" y="155"/>
                      <a:pt x="8680" y="512"/>
                      <a:pt x="8680" y="953"/>
                    </a:cubicBezTo>
                    <a:cubicBezTo>
                      <a:pt x="8680" y="1393"/>
                      <a:pt x="8323" y="1750"/>
                      <a:pt x="7882" y="1750"/>
                    </a:cubicBezTo>
                    <a:lnTo>
                      <a:pt x="953" y="1750"/>
                    </a:lnTo>
                    <a:cubicBezTo>
                      <a:pt x="512" y="1750"/>
                      <a:pt x="155" y="1393"/>
                      <a:pt x="155" y="953"/>
                    </a:cubicBezTo>
                    <a:cubicBezTo>
                      <a:pt x="155" y="512"/>
                      <a:pt x="512" y="155"/>
                      <a:pt x="953" y="155"/>
                    </a:cubicBezTo>
                    <a:close/>
                    <a:moveTo>
                      <a:pt x="953" y="0"/>
                    </a:moveTo>
                    <a:cubicBezTo>
                      <a:pt x="429" y="0"/>
                      <a:pt x="0" y="429"/>
                      <a:pt x="0" y="953"/>
                    </a:cubicBezTo>
                    <a:cubicBezTo>
                      <a:pt x="0" y="1476"/>
                      <a:pt x="429" y="1905"/>
                      <a:pt x="953" y="1905"/>
                    </a:cubicBezTo>
                    <a:lnTo>
                      <a:pt x="7882" y="1905"/>
                    </a:lnTo>
                    <a:cubicBezTo>
                      <a:pt x="8406" y="1905"/>
                      <a:pt x="8835" y="1476"/>
                      <a:pt x="8835" y="953"/>
                    </a:cubicBezTo>
                    <a:cubicBezTo>
                      <a:pt x="8835" y="429"/>
                      <a:pt x="8406" y="0"/>
                      <a:pt x="7882"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21"/>
              <p:cNvSpPr/>
              <p:nvPr/>
            </p:nvSpPr>
            <p:spPr>
              <a:xfrm>
                <a:off x="4464048" y="201352"/>
                <a:ext cx="52024" cy="52072"/>
              </a:xfrm>
              <a:custGeom>
                <a:rect b="b" l="l" r="r" t="t"/>
                <a:pathLst>
                  <a:path extrusionOk="0" h="1097" w="1096">
                    <a:moveTo>
                      <a:pt x="548" y="144"/>
                    </a:moveTo>
                    <a:cubicBezTo>
                      <a:pt x="774" y="144"/>
                      <a:pt x="953" y="322"/>
                      <a:pt x="953" y="549"/>
                    </a:cubicBezTo>
                    <a:cubicBezTo>
                      <a:pt x="953" y="763"/>
                      <a:pt x="774" y="941"/>
                      <a:pt x="548" y="941"/>
                    </a:cubicBezTo>
                    <a:cubicBezTo>
                      <a:pt x="333" y="941"/>
                      <a:pt x="155" y="763"/>
                      <a:pt x="155" y="549"/>
                    </a:cubicBezTo>
                    <a:cubicBezTo>
                      <a:pt x="155" y="322"/>
                      <a:pt x="333" y="144"/>
                      <a:pt x="548" y="144"/>
                    </a:cubicBezTo>
                    <a:close/>
                    <a:moveTo>
                      <a:pt x="548" y="1"/>
                    </a:moveTo>
                    <a:cubicBezTo>
                      <a:pt x="250" y="1"/>
                      <a:pt x="0" y="251"/>
                      <a:pt x="0" y="549"/>
                    </a:cubicBezTo>
                    <a:cubicBezTo>
                      <a:pt x="0" y="846"/>
                      <a:pt x="250" y="1096"/>
                      <a:pt x="548" y="1096"/>
                    </a:cubicBezTo>
                    <a:cubicBezTo>
                      <a:pt x="845" y="1096"/>
                      <a:pt x="1095" y="846"/>
                      <a:pt x="1095" y="549"/>
                    </a:cubicBezTo>
                    <a:cubicBezTo>
                      <a:pt x="1095" y="251"/>
                      <a:pt x="845" y="1"/>
                      <a:pt x="54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96" name="Google Shape;396;p21"/>
          <p:cNvSpPr txBox="1"/>
          <p:nvPr>
            <p:ph type="title"/>
          </p:nvPr>
        </p:nvSpPr>
        <p:spPr>
          <a:xfrm>
            <a:off x="722375" y="530750"/>
            <a:ext cx="76992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a:solidFill>
                  <a:schemeClr val="accent5"/>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397" name="Google Shape;397;p21"/>
          <p:cNvGrpSpPr/>
          <p:nvPr/>
        </p:nvGrpSpPr>
        <p:grpSpPr>
          <a:xfrm flipH="1" rot="-338429">
            <a:off x="7728496" y="462641"/>
            <a:ext cx="1386128" cy="2705639"/>
            <a:chOff x="409722" y="228600"/>
            <a:chExt cx="1385931" cy="2705253"/>
          </a:xfrm>
        </p:grpSpPr>
        <p:grpSp>
          <p:nvGrpSpPr>
            <p:cNvPr id="398" name="Google Shape;398;p21"/>
            <p:cNvGrpSpPr/>
            <p:nvPr/>
          </p:nvGrpSpPr>
          <p:grpSpPr>
            <a:xfrm flipH="1" rot="-617154">
              <a:off x="575967" y="402323"/>
              <a:ext cx="1053440" cy="2450002"/>
              <a:chOff x="3817855" y="1437512"/>
              <a:chExt cx="541146" cy="1128254"/>
            </a:xfrm>
          </p:grpSpPr>
          <p:sp>
            <p:nvSpPr>
              <p:cNvPr id="399" name="Google Shape;399;p21"/>
              <p:cNvSpPr/>
              <p:nvPr/>
            </p:nvSpPr>
            <p:spPr>
              <a:xfrm>
                <a:off x="3817855" y="1437512"/>
                <a:ext cx="541146" cy="1128254"/>
              </a:xfrm>
              <a:custGeom>
                <a:rect b="b" l="l" r="r" t="t"/>
                <a:pathLst>
                  <a:path extrusionOk="0" h="59625" w="28598">
                    <a:moveTo>
                      <a:pt x="101" y="0"/>
                    </a:moveTo>
                    <a:lnTo>
                      <a:pt x="1" y="426"/>
                    </a:lnTo>
                    <a:cubicBezTo>
                      <a:pt x="16066" y="3359"/>
                      <a:pt x="28197" y="17344"/>
                      <a:pt x="28197" y="34161"/>
                    </a:cubicBezTo>
                    <a:lnTo>
                      <a:pt x="28197" y="34462"/>
                    </a:lnTo>
                    <a:cubicBezTo>
                      <a:pt x="28096" y="44286"/>
                      <a:pt x="23911" y="53058"/>
                      <a:pt x="17219" y="59324"/>
                    </a:cubicBezTo>
                    <a:lnTo>
                      <a:pt x="17545" y="59625"/>
                    </a:lnTo>
                    <a:cubicBezTo>
                      <a:pt x="24212" y="53359"/>
                      <a:pt x="28497" y="44386"/>
                      <a:pt x="28598" y="34462"/>
                    </a:cubicBezTo>
                    <a:lnTo>
                      <a:pt x="28598" y="34161"/>
                    </a:lnTo>
                    <a:cubicBezTo>
                      <a:pt x="28598" y="17143"/>
                      <a:pt x="16292" y="2933"/>
                      <a:pt x="10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21"/>
              <p:cNvSpPr/>
              <p:nvPr/>
            </p:nvSpPr>
            <p:spPr>
              <a:xfrm>
                <a:off x="3985754" y="1615346"/>
                <a:ext cx="39378" cy="29898"/>
              </a:xfrm>
              <a:custGeom>
                <a:rect b="b" l="l" r="r" t="t"/>
                <a:pathLst>
                  <a:path extrusionOk="0" h="1580" w="2081">
                    <a:moveTo>
                      <a:pt x="1053" y="1"/>
                    </a:moveTo>
                    <a:cubicBezTo>
                      <a:pt x="0" y="1"/>
                      <a:pt x="0" y="1580"/>
                      <a:pt x="1053" y="1580"/>
                    </a:cubicBezTo>
                    <a:cubicBezTo>
                      <a:pt x="2080" y="1580"/>
                      <a:pt x="2080" y="1"/>
                      <a:pt x="105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1" name="Google Shape;401;p21"/>
            <p:cNvSpPr/>
            <p:nvPr/>
          </p:nvSpPr>
          <p:spPr>
            <a:xfrm>
              <a:off x="1419225" y="228600"/>
              <a:ext cx="142800" cy="1428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9_1">
    <p:spTree>
      <p:nvGrpSpPr>
        <p:cNvPr id="402" name="Shape 402"/>
        <p:cNvGrpSpPr/>
        <p:nvPr/>
      </p:nvGrpSpPr>
      <p:grpSpPr>
        <a:xfrm>
          <a:off x="0" y="0"/>
          <a:ext cx="0" cy="0"/>
          <a:chOff x="0" y="0"/>
          <a:chExt cx="0" cy="0"/>
        </a:xfrm>
      </p:grpSpPr>
      <p:grpSp>
        <p:nvGrpSpPr>
          <p:cNvPr id="403" name="Google Shape;403;p22"/>
          <p:cNvGrpSpPr/>
          <p:nvPr/>
        </p:nvGrpSpPr>
        <p:grpSpPr>
          <a:xfrm>
            <a:off x="4281415" y="75177"/>
            <a:ext cx="581170" cy="125403"/>
            <a:chOff x="4685288" y="186288"/>
            <a:chExt cx="419375" cy="90485"/>
          </a:xfrm>
        </p:grpSpPr>
        <p:sp>
          <p:nvSpPr>
            <p:cNvPr id="404" name="Google Shape;404;p22"/>
            <p:cNvSpPr/>
            <p:nvPr/>
          </p:nvSpPr>
          <p:spPr>
            <a:xfrm>
              <a:off x="4687513" y="186288"/>
              <a:ext cx="414900" cy="822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05" name="Google Shape;405;p22"/>
            <p:cNvGrpSpPr/>
            <p:nvPr/>
          </p:nvGrpSpPr>
          <p:grpSpPr>
            <a:xfrm>
              <a:off x="4685288" y="186300"/>
              <a:ext cx="419375" cy="90473"/>
              <a:chOff x="4390000" y="182175"/>
              <a:chExt cx="419375" cy="90473"/>
            </a:xfrm>
          </p:grpSpPr>
          <p:sp>
            <p:nvSpPr>
              <p:cNvPr id="406" name="Google Shape;406;p22"/>
              <p:cNvSpPr/>
              <p:nvPr/>
            </p:nvSpPr>
            <p:spPr>
              <a:xfrm>
                <a:off x="4390000" y="182175"/>
                <a:ext cx="419375" cy="90473"/>
              </a:xfrm>
              <a:custGeom>
                <a:rect b="b" l="l" r="r" t="t"/>
                <a:pathLst>
                  <a:path extrusionOk="0" h="1906" w="8835">
                    <a:moveTo>
                      <a:pt x="7882" y="155"/>
                    </a:moveTo>
                    <a:cubicBezTo>
                      <a:pt x="8323" y="155"/>
                      <a:pt x="8680" y="512"/>
                      <a:pt x="8680" y="953"/>
                    </a:cubicBezTo>
                    <a:cubicBezTo>
                      <a:pt x="8680" y="1393"/>
                      <a:pt x="8323" y="1750"/>
                      <a:pt x="7882" y="1750"/>
                    </a:cubicBezTo>
                    <a:lnTo>
                      <a:pt x="953" y="1750"/>
                    </a:lnTo>
                    <a:cubicBezTo>
                      <a:pt x="512" y="1750"/>
                      <a:pt x="155" y="1393"/>
                      <a:pt x="155" y="953"/>
                    </a:cubicBezTo>
                    <a:cubicBezTo>
                      <a:pt x="155" y="512"/>
                      <a:pt x="512" y="155"/>
                      <a:pt x="953" y="155"/>
                    </a:cubicBezTo>
                    <a:close/>
                    <a:moveTo>
                      <a:pt x="953" y="0"/>
                    </a:moveTo>
                    <a:cubicBezTo>
                      <a:pt x="429" y="0"/>
                      <a:pt x="0" y="429"/>
                      <a:pt x="0" y="953"/>
                    </a:cubicBezTo>
                    <a:cubicBezTo>
                      <a:pt x="0" y="1476"/>
                      <a:pt x="429" y="1905"/>
                      <a:pt x="953" y="1905"/>
                    </a:cubicBezTo>
                    <a:lnTo>
                      <a:pt x="7882" y="1905"/>
                    </a:lnTo>
                    <a:cubicBezTo>
                      <a:pt x="8406" y="1905"/>
                      <a:pt x="8835" y="1476"/>
                      <a:pt x="8835" y="953"/>
                    </a:cubicBezTo>
                    <a:cubicBezTo>
                      <a:pt x="8835" y="429"/>
                      <a:pt x="8406" y="0"/>
                      <a:pt x="7882"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22"/>
              <p:cNvSpPr/>
              <p:nvPr/>
            </p:nvSpPr>
            <p:spPr>
              <a:xfrm>
                <a:off x="4464048" y="201352"/>
                <a:ext cx="52024" cy="52072"/>
              </a:xfrm>
              <a:custGeom>
                <a:rect b="b" l="l" r="r" t="t"/>
                <a:pathLst>
                  <a:path extrusionOk="0" h="1097" w="1096">
                    <a:moveTo>
                      <a:pt x="548" y="144"/>
                    </a:moveTo>
                    <a:cubicBezTo>
                      <a:pt x="774" y="144"/>
                      <a:pt x="953" y="322"/>
                      <a:pt x="953" y="549"/>
                    </a:cubicBezTo>
                    <a:cubicBezTo>
                      <a:pt x="953" y="763"/>
                      <a:pt x="774" y="941"/>
                      <a:pt x="548" y="941"/>
                    </a:cubicBezTo>
                    <a:cubicBezTo>
                      <a:pt x="333" y="941"/>
                      <a:pt x="155" y="763"/>
                      <a:pt x="155" y="549"/>
                    </a:cubicBezTo>
                    <a:cubicBezTo>
                      <a:pt x="155" y="322"/>
                      <a:pt x="333" y="144"/>
                      <a:pt x="548" y="144"/>
                    </a:cubicBezTo>
                    <a:close/>
                    <a:moveTo>
                      <a:pt x="548" y="1"/>
                    </a:moveTo>
                    <a:cubicBezTo>
                      <a:pt x="250" y="1"/>
                      <a:pt x="0" y="251"/>
                      <a:pt x="0" y="549"/>
                    </a:cubicBezTo>
                    <a:cubicBezTo>
                      <a:pt x="0" y="846"/>
                      <a:pt x="250" y="1096"/>
                      <a:pt x="548" y="1096"/>
                    </a:cubicBezTo>
                    <a:cubicBezTo>
                      <a:pt x="845" y="1096"/>
                      <a:pt x="1095" y="846"/>
                      <a:pt x="1095" y="549"/>
                    </a:cubicBezTo>
                    <a:cubicBezTo>
                      <a:pt x="1095" y="251"/>
                      <a:pt x="845" y="1"/>
                      <a:pt x="54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408" name="Google Shape;408;p22"/>
          <p:cNvSpPr/>
          <p:nvPr/>
        </p:nvSpPr>
        <p:spPr>
          <a:xfrm flipH="1" rot="10800000">
            <a:off x="319050" y="283356"/>
            <a:ext cx="8505900" cy="4576800"/>
          </a:xfrm>
          <a:prstGeom prst="roundRect">
            <a:avLst>
              <a:gd fmla="val 3396" name="adj"/>
            </a:avLst>
          </a:prstGeom>
          <a:solidFill>
            <a:schemeClr val="accent4"/>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22"/>
          <p:cNvSpPr txBox="1"/>
          <p:nvPr>
            <p:ph type="title"/>
          </p:nvPr>
        </p:nvSpPr>
        <p:spPr>
          <a:xfrm>
            <a:off x="722375" y="530750"/>
            <a:ext cx="76992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a:solidFill>
                  <a:schemeClr val="accent5"/>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410" name="Google Shape;410;p22"/>
          <p:cNvGrpSpPr/>
          <p:nvPr/>
        </p:nvGrpSpPr>
        <p:grpSpPr>
          <a:xfrm rot="-1197195">
            <a:off x="29343" y="2304796"/>
            <a:ext cx="1386120" cy="2705624"/>
            <a:chOff x="409722" y="228600"/>
            <a:chExt cx="1385931" cy="2705253"/>
          </a:xfrm>
        </p:grpSpPr>
        <p:grpSp>
          <p:nvGrpSpPr>
            <p:cNvPr id="411" name="Google Shape;411;p22"/>
            <p:cNvGrpSpPr/>
            <p:nvPr/>
          </p:nvGrpSpPr>
          <p:grpSpPr>
            <a:xfrm flipH="1" rot="-617154">
              <a:off x="575967" y="402323"/>
              <a:ext cx="1053440" cy="2450002"/>
              <a:chOff x="3817855" y="1437512"/>
              <a:chExt cx="541146" cy="1128254"/>
            </a:xfrm>
          </p:grpSpPr>
          <p:sp>
            <p:nvSpPr>
              <p:cNvPr id="412" name="Google Shape;412;p22"/>
              <p:cNvSpPr/>
              <p:nvPr/>
            </p:nvSpPr>
            <p:spPr>
              <a:xfrm>
                <a:off x="3817855" y="1437512"/>
                <a:ext cx="541146" cy="1128254"/>
              </a:xfrm>
              <a:custGeom>
                <a:rect b="b" l="l" r="r" t="t"/>
                <a:pathLst>
                  <a:path extrusionOk="0" h="59625" w="28598">
                    <a:moveTo>
                      <a:pt x="101" y="0"/>
                    </a:moveTo>
                    <a:lnTo>
                      <a:pt x="1" y="426"/>
                    </a:lnTo>
                    <a:cubicBezTo>
                      <a:pt x="16066" y="3359"/>
                      <a:pt x="28197" y="17344"/>
                      <a:pt x="28197" y="34161"/>
                    </a:cubicBezTo>
                    <a:lnTo>
                      <a:pt x="28197" y="34462"/>
                    </a:lnTo>
                    <a:cubicBezTo>
                      <a:pt x="28096" y="44286"/>
                      <a:pt x="23911" y="53058"/>
                      <a:pt x="17219" y="59324"/>
                    </a:cubicBezTo>
                    <a:lnTo>
                      <a:pt x="17545" y="59625"/>
                    </a:lnTo>
                    <a:cubicBezTo>
                      <a:pt x="24212" y="53359"/>
                      <a:pt x="28497" y="44386"/>
                      <a:pt x="28598" y="34462"/>
                    </a:cubicBezTo>
                    <a:lnTo>
                      <a:pt x="28598" y="34161"/>
                    </a:lnTo>
                    <a:cubicBezTo>
                      <a:pt x="28598" y="17143"/>
                      <a:pt x="16292" y="2933"/>
                      <a:pt x="10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22"/>
              <p:cNvSpPr/>
              <p:nvPr/>
            </p:nvSpPr>
            <p:spPr>
              <a:xfrm>
                <a:off x="3985754" y="1615346"/>
                <a:ext cx="39378" cy="29898"/>
              </a:xfrm>
              <a:custGeom>
                <a:rect b="b" l="l" r="r" t="t"/>
                <a:pathLst>
                  <a:path extrusionOk="0" h="1580" w="2081">
                    <a:moveTo>
                      <a:pt x="1053" y="1"/>
                    </a:moveTo>
                    <a:cubicBezTo>
                      <a:pt x="0" y="1"/>
                      <a:pt x="0" y="1580"/>
                      <a:pt x="1053" y="1580"/>
                    </a:cubicBezTo>
                    <a:cubicBezTo>
                      <a:pt x="2080" y="1580"/>
                      <a:pt x="2080" y="1"/>
                      <a:pt x="105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14" name="Google Shape;414;p22"/>
            <p:cNvSpPr/>
            <p:nvPr/>
          </p:nvSpPr>
          <p:spPr>
            <a:xfrm>
              <a:off x="1419225" y="228600"/>
              <a:ext cx="142800" cy="1428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5" name="Google Shape;415;p22"/>
          <p:cNvGrpSpPr/>
          <p:nvPr/>
        </p:nvGrpSpPr>
        <p:grpSpPr>
          <a:xfrm flipH="1" rot="10800000">
            <a:off x="-9513" y="402390"/>
            <a:ext cx="9177947" cy="4737094"/>
            <a:chOff x="-9513" y="2"/>
            <a:chExt cx="9177947" cy="4737094"/>
          </a:xfrm>
        </p:grpSpPr>
        <p:sp>
          <p:nvSpPr>
            <p:cNvPr id="416" name="Google Shape;416;p22"/>
            <p:cNvSpPr/>
            <p:nvPr/>
          </p:nvSpPr>
          <p:spPr>
            <a:xfrm>
              <a:off x="7132742" y="2"/>
              <a:ext cx="1612254" cy="1208486"/>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22"/>
            <p:cNvSpPr/>
            <p:nvPr/>
          </p:nvSpPr>
          <p:spPr>
            <a:xfrm rot="10800000">
              <a:off x="-9513" y="3652041"/>
              <a:ext cx="1143784" cy="1085055"/>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22"/>
            <p:cNvSpPr/>
            <p:nvPr/>
          </p:nvSpPr>
          <p:spPr>
            <a:xfrm>
              <a:off x="7972352" y="1381124"/>
              <a:ext cx="1196082" cy="1134709"/>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CUSTOM_18">
    <p:spTree>
      <p:nvGrpSpPr>
        <p:cNvPr id="419" name="Shape 419"/>
        <p:cNvGrpSpPr/>
        <p:nvPr/>
      </p:nvGrpSpPr>
      <p:grpSpPr>
        <a:xfrm>
          <a:off x="0" y="0"/>
          <a:ext cx="0" cy="0"/>
          <a:chOff x="0" y="0"/>
          <a:chExt cx="0" cy="0"/>
        </a:xfrm>
      </p:grpSpPr>
      <p:grpSp>
        <p:nvGrpSpPr>
          <p:cNvPr id="420" name="Google Shape;420;p23"/>
          <p:cNvGrpSpPr/>
          <p:nvPr/>
        </p:nvGrpSpPr>
        <p:grpSpPr>
          <a:xfrm>
            <a:off x="4281415" y="75177"/>
            <a:ext cx="581170" cy="125403"/>
            <a:chOff x="4685288" y="186288"/>
            <a:chExt cx="419375" cy="90485"/>
          </a:xfrm>
        </p:grpSpPr>
        <p:sp>
          <p:nvSpPr>
            <p:cNvPr id="421" name="Google Shape;421;p23"/>
            <p:cNvSpPr/>
            <p:nvPr/>
          </p:nvSpPr>
          <p:spPr>
            <a:xfrm>
              <a:off x="4687513" y="186288"/>
              <a:ext cx="414900" cy="822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2" name="Google Shape;422;p23"/>
            <p:cNvGrpSpPr/>
            <p:nvPr/>
          </p:nvGrpSpPr>
          <p:grpSpPr>
            <a:xfrm>
              <a:off x="4685288" y="186300"/>
              <a:ext cx="419375" cy="90473"/>
              <a:chOff x="4390000" y="182175"/>
              <a:chExt cx="419375" cy="90473"/>
            </a:xfrm>
          </p:grpSpPr>
          <p:sp>
            <p:nvSpPr>
              <p:cNvPr id="423" name="Google Shape;423;p23"/>
              <p:cNvSpPr/>
              <p:nvPr/>
            </p:nvSpPr>
            <p:spPr>
              <a:xfrm>
                <a:off x="4390000" y="182175"/>
                <a:ext cx="419375" cy="90473"/>
              </a:xfrm>
              <a:custGeom>
                <a:rect b="b" l="l" r="r" t="t"/>
                <a:pathLst>
                  <a:path extrusionOk="0" h="1906" w="8835">
                    <a:moveTo>
                      <a:pt x="7882" y="155"/>
                    </a:moveTo>
                    <a:cubicBezTo>
                      <a:pt x="8323" y="155"/>
                      <a:pt x="8680" y="512"/>
                      <a:pt x="8680" y="953"/>
                    </a:cubicBezTo>
                    <a:cubicBezTo>
                      <a:pt x="8680" y="1393"/>
                      <a:pt x="8323" y="1750"/>
                      <a:pt x="7882" y="1750"/>
                    </a:cubicBezTo>
                    <a:lnTo>
                      <a:pt x="953" y="1750"/>
                    </a:lnTo>
                    <a:cubicBezTo>
                      <a:pt x="512" y="1750"/>
                      <a:pt x="155" y="1393"/>
                      <a:pt x="155" y="953"/>
                    </a:cubicBezTo>
                    <a:cubicBezTo>
                      <a:pt x="155" y="512"/>
                      <a:pt x="512" y="155"/>
                      <a:pt x="953" y="155"/>
                    </a:cubicBezTo>
                    <a:close/>
                    <a:moveTo>
                      <a:pt x="953" y="0"/>
                    </a:moveTo>
                    <a:cubicBezTo>
                      <a:pt x="429" y="0"/>
                      <a:pt x="0" y="429"/>
                      <a:pt x="0" y="953"/>
                    </a:cubicBezTo>
                    <a:cubicBezTo>
                      <a:pt x="0" y="1476"/>
                      <a:pt x="429" y="1905"/>
                      <a:pt x="953" y="1905"/>
                    </a:cubicBezTo>
                    <a:lnTo>
                      <a:pt x="7882" y="1905"/>
                    </a:lnTo>
                    <a:cubicBezTo>
                      <a:pt x="8406" y="1905"/>
                      <a:pt x="8835" y="1476"/>
                      <a:pt x="8835" y="953"/>
                    </a:cubicBezTo>
                    <a:cubicBezTo>
                      <a:pt x="8835" y="429"/>
                      <a:pt x="8406" y="0"/>
                      <a:pt x="7882"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23"/>
              <p:cNvSpPr/>
              <p:nvPr/>
            </p:nvSpPr>
            <p:spPr>
              <a:xfrm>
                <a:off x="4464048" y="201352"/>
                <a:ext cx="52024" cy="52072"/>
              </a:xfrm>
              <a:custGeom>
                <a:rect b="b" l="l" r="r" t="t"/>
                <a:pathLst>
                  <a:path extrusionOk="0" h="1097" w="1096">
                    <a:moveTo>
                      <a:pt x="548" y="144"/>
                    </a:moveTo>
                    <a:cubicBezTo>
                      <a:pt x="774" y="144"/>
                      <a:pt x="953" y="322"/>
                      <a:pt x="953" y="549"/>
                    </a:cubicBezTo>
                    <a:cubicBezTo>
                      <a:pt x="953" y="763"/>
                      <a:pt x="774" y="941"/>
                      <a:pt x="548" y="941"/>
                    </a:cubicBezTo>
                    <a:cubicBezTo>
                      <a:pt x="333" y="941"/>
                      <a:pt x="155" y="763"/>
                      <a:pt x="155" y="549"/>
                    </a:cubicBezTo>
                    <a:cubicBezTo>
                      <a:pt x="155" y="322"/>
                      <a:pt x="333" y="144"/>
                      <a:pt x="548" y="144"/>
                    </a:cubicBezTo>
                    <a:close/>
                    <a:moveTo>
                      <a:pt x="548" y="1"/>
                    </a:moveTo>
                    <a:cubicBezTo>
                      <a:pt x="250" y="1"/>
                      <a:pt x="0" y="251"/>
                      <a:pt x="0" y="549"/>
                    </a:cubicBezTo>
                    <a:cubicBezTo>
                      <a:pt x="0" y="846"/>
                      <a:pt x="250" y="1096"/>
                      <a:pt x="548" y="1096"/>
                    </a:cubicBezTo>
                    <a:cubicBezTo>
                      <a:pt x="845" y="1096"/>
                      <a:pt x="1095" y="846"/>
                      <a:pt x="1095" y="549"/>
                    </a:cubicBezTo>
                    <a:cubicBezTo>
                      <a:pt x="1095" y="251"/>
                      <a:pt x="845" y="1"/>
                      <a:pt x="54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425" name="Google Shape;425;p23"/>
          <p:cNvSpPr/>
          <p:nvPr/>
        </p:nvSpPr>
        <p:spPr>
          <a:xfrm flipH="1" rot="10800000">
            <a:off x="319050" y="283356"/>
            <a:ext cx="8505900" cy="4576800"/>
          </a:xfrm>
          <a:prstGeom prst="roundRect">
            <a:avLst>
              <a:gd fmla="val 3396" name="adj"/>
            </a:avLst>
          </a:prstGeom>
          <a:solidFill>
            <a:schemeClr val="accent4"/>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23"/>
          <p:cNvSpPr txBox="1"/>
          <p:nvPr>
            <p:ph type="title"/>
          </p:nvPr>
        </p:nvSpPr>
        <p:spPr>
          <a:xfrm>
            <a:off x="722375" y="530750"/>
            <a:ext cx="76992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a:solidFill>
                  <a:schemeClr val="accent5"/>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27" name="Google Shape;427;p23"/>
          <p:cNvSpPr/>
          <p:nvPr/>
        </p:nvSpPr>
        <p:spPr>
          <a:xfrm>
            <a:off x="7132742" y="2"/>
            <a:ext cx="1612254" cy="1208486"/>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23"/>
          <p:cNvSpPr/>
          <p:nvPr/>
        </p:nvSpPr>
        <p:spPr>
          <a:xfrm>
            <a:off x="6426313" y="-6"/>
            <a:ext cx="1250789" cy="937634"/>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23"/>
          <p:cNvSpPr/>
          <p:nvPr/>
        </p:nvSpPr>
        <p:spPr>
          <a:xfrm>
            <a:off x="743298" y="3878776"/>
            <a:ext cx="1664900" cy="1264737"/>
          </a:xfrm>
          <a:custGeom>
            <a:rect b="b" l="l" r="r" t="t"/>
            <a:pathLst>
              <a:path extrusionOk="0" h="19743" w="24157">
                <a:moveTo>
                  <a:pt x="1676" y="0"/>
                </a:moveTo>
                <a:cubicBezTo>
                  <a:pt x="1185" y="0"/>
                  <a:pt x="818" y="164"/>
                  <a:pt x="491" y="532"/>
                </a:cubicBezTo>
                <a:cubicBezTo>
                  <a:pt x="0" y="1022"/>
                  <a:pt x="0" y="2044"/>
                  <a:pt x="654" y="2575"/>
                </a:cubicBezTo>
                <a:lnTo>
                  <a:pt x="19742" y="19743"/>
                </a:lnTo>
                <a:lnTo>
                  <a:pt x="24157" y="19743"/>
                </a:lnTo>
                <a:lnTo>
                  <a:pt x="2534" y="327"/>
                </a:lnTo>
                <a:cubicBezTo>
                  <a:pt x="2371" y="0"/>
                  <a:pt x="2044" y="0"/>
                  <a:pt x="1676"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23"/>
          <p:cNvSpPr/>
          <p:nvPr/>
        </p:nvSpPr>
        <p:spPr>
          <a:xfrm rot="10800000">
            <a:off x="-9513" y="3652041"/>
            <a:ext cx="1143784" cy="1085055"/>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23"/>
          <p:cNvSpPr/>
          <p:nvPr/>
        </p:nvSpPr>
        <p:spPr>
          <a:xfrm rot="10800000">
            <a:off x="-9513" y="2774418"/>
            <a:ext cx="1143784" cy="1085055"/>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23"/>
          <p:cNvSpPr/>
          <p:nvPr/>
        </p:nvSpPr>
        <p:spPr>
          <a:xfrm>
            <a:off x="7972352" y="1381124"/>
            <a:ext cx="1196082" cy="1134709"/>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33" name="Google Shape;433;p23"/>
          <p:cNvGrpSpPr/>
          <p:nvPr/>
        </p:nvGrpSpPr>
        <p:grpSpPr>
          <a:xfrm rot="-10461571">
            <a:off x="7728496" y="1975226"/>
            <a:ext cx="1386128" cy="2705639"/>
            <a:chOff x="409722" y="228600"/>
            <a:chExt cx="1385931" cy="2705253"/>
          </a:xfrm>
        </p:grpSpPr>
        <p:grpSp>
          <p:nvGrpSpPr>
            <p:cNvPr id="434" name="Google Shape;434;p23"/>
            <p:cNvGrpSpPr/>
            <p:nvPr/>
          </p:nvGrpSpPr>
          <p:grpSpPr>
            <a:xfrm flipH="1" rot="-617154">
              <a:off x="575967" y="402323"/>
              <a:ext cx="1053440" cy="2450002"/>
              <a:chOff x="3817855" y="1437512"/>
              <a:chExt cx="541146" cy="1128254"/>
            </a:xfrm>
          </p:grpSpPr>
          <p:sp>
            <p:nvSpPr>
              <p:cNvPr id="435" name="Google Shape;435;p23"/>
              <p:cNvSpPr/>
              <p:nvPr/>
            </p:nvSpPr>
            <p:spPr>
              <a:xfrm>
                <a:off x="3817855" y="1437512"/>
                <a:ext cx="541146" cy="1128254"/>
              </a:xfrm>
              <a:custGeom>
                <a:rect b="b" l="l" r="r" t="t"/>
                <a:pathLst>
                  <a:path extrusionOk="0" h="59625" w="28598">
                    <a:moveTo>
                      <a:pt x="101" y="0"/>
                    </a:moveTo>
                    <a:lnTo>
                      <a:pt x="1" y="426"/>
                    </a:lnTo>
                    <a:cubicBezTo>
                      <a:pt x="16066" y="3359"/>
                      <a:pt x="28197" y="17344"/>
                      <a:pt x="28197" y="34161"/>
                    </a:cubicBezTo>
                    <a:lnTo>
                      <a:pt x="28197" y="34462"/>
                    </a:lnTo>
                    <a:cubicBezTo>
                      <a:pt x="28096" y="44286"/>
                      <a:pt x="23911" y="53058"/>
                      <a:pt x="17219" y="59324"/>
                    </a:cubicBezTo>
                    <a:lnTo>
                      <a:pt x="17545" y="59625"/>
                    </a:lnTo>
                    <a:cubicBezTo>
                      <a:pt x="24212" y="53359"/>
                      <a:pt x="28497" y="44386"/>
                      <a:pt x="28598" y="34462"/>
                    </a:cubicBezTo>
                    <a:lnTo>
                      <a:pt x="28598" y="34161"/>
                    </a:lnTo>
                    <a:cubicBezTo>
                      <a:pt x="28598" y="17143"/>
                      <a:pt x="16292" y="2933"/>
                      <a:pt x="10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23"/>
              <p:cNvSpPr/>
              <p:nvPr/>
            </p:nvSpPr>
            <p:spPr>
              <a:xfrm>
                <a:off x="3985754" y="1615346"/>
                <a:ext cx="39378" cy="29898"/>
              </a:xfrm>
              <a:custGeom>
                <a:rect b="b" l="l" r="r" t="t"/>
                <a:pathLst>
                  <a:path extrusionOk="0" h="1580" w="2081">
                    <a:moveTo>
                      <a:pt x="1053" y="1"/>
                    </a:moveTo>
                    <a:cubicBezTo>
                      <a:pt x="0" y="1"/>
                      <a:pt x="0" y="1580"/>
                      <a:pt x="1053" y="1580"/>
                    </a:cubicBezTo>
                    <a:cubicBezTo>
                      <a:pt x="2080" y="1580"/>
                      <a:pt x="2080" y="1"/>
                      <a:pt x="105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37" name="Google Shape;437;p23"/>
            <p:cNvSpPr/>
            <p:nvPr/>
          </p:nvSpPr>
          <p:spPr>
            <a:xfrm>
              <a:off x="1419225" y="228600"/>
              <a:ext cx="142800" cy="1428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CUSTOM_4">
    <p:bg>
      <p:bgPr>
        <a:solidFill>
          <a:schemeClr val="accent2"/>
        </a:solidFill>
      </p:bgPr>
    </p:bg>
    <p:spTree>
      <p:nvGrpSpPr>
        <p:cNvPr id="438" name="Shape 438"/>
        <p:cNvGrpSpPr/>
        <p:nvPr/>
      </p:nvGrpSpPr>
      <p:grpSpPr>
        <a:xfrm>
          <a:off x="0" y="0"/>
          <a:ext cx="0" cy="0"/>
          <a:chOff x="0" y="0"/>
          <a:chExt cx="0" cy="0"/>
        </a:xfrm>
      </p:grpSpPr>
      <p:sp>
        <p:nvSpPr>
          <p:cNvPr id="439" name="Google Shape;439;p24"/>
          <p:cNvSpPr txBox="1"/>
          <p:nvPr>
            <p:ph idx="1" type="body"/>
          </p:nvPr>
        </p:nvSpPr>
        <p:spPr>
          <a:xfrm>
            <a:off x="5205225" y="1366325"/>
            <a:ext cx="2984700" cy="3120300"/>
          </a:xfrm>
          <a:prstGeom prst="rect">
            <a:avLst/>
          </a:prstGeom>
        </p:spPr>
        <p:txBody>
          <a:bodyPr anchorCtr="0" anchor="ctr" bIns="91425" lIns="91425" spcFirstLastPara="1" rIns="91425" wrap="square" tIns="91425">
            <a:noAutofit/>
          </a:bodyPr>
          <a:lstStyle>
            <a:lvl1pPr indent="-342900" lvl="0" marL="457200" rtl="0">
              <a:lnSpc>
                <a:spcPct val="100000"/>
              </a:lnSpc>
              <a:spcBef>
                <a:spcPts val="1000"/>
              </a:spcBef>
              <a:spcAft>
                <a:spcPts val="0"/>
              </a:spcAft>
              <a:buClr>
                <a:schemeClr val="accent3"/>
              </a:buClr>
              <a:buSzPts val="1800"/>
              <a:buChar char="●"/>
              <a:defRPr sz="1600">
                <a:solidFill>
                  <a:schemeClr val="accent3"/>
                </a:solidFill>
              </a:defRPr>
            </a:lvl1pPr>
            <a:lvl2pPr indent="-342900" lvl="1" marL="914400" rtl="0">
              <a:spcBef>
                <a:spcPts val="1600"/>
              </a:spcBef>
              <a:spcAft>
                <a:spcPts val="0"/>
              </a:spcAft>
              <a:buClr>
                <a:schemeClr val="accent3"/>
              </a:buClr>
              <a:buSzPts val="1800"/>
              <a:buChar char="○"/>
              <a:defRPr sz="1800">
                <a:solidFill>
                  <a:schemeClr val="accent3"/>
                </a:solidFill>
              </a:defRPr>
            </a:lvl2pPr>
            <a:lvl3pPr indent="-342900" lvl="2" marL="1371600" rtl="0">
              <a:spcBef>
                <a:spcPts val="1600"/>
              </a:spcBef>
              <a:spcAft>
                <a:spcPts val="0"/>
              </a:spcAft>
              <a:buClr>
                <a:schemeClr val="accent3"/>
              </a:buClr>
              <a:buSzPts val="1800"/>
              <a:buChar char="■"/>
              <a:defRPr sz="1800">
                <a:solidFill>
                  <a:schemeClr val="accent3"/>
                </a:solidFill>
              </a:defRPr>
            </a:lvl3pPr>
            <a:lvl4pPr indent="-342900" lvl="3" marL="1828800" rtl="0">
              <a:spcBef>
                <a:spcPts val="1600"/>
              </a:spcBef>
              <a:spcAft>
                <a:spcPts val="0"/>
              </a:spcAft>
              <a:buClr>
                <a:schemeClr val="accent3"/>
              </a:buClr>
              <a:buSzPts val="1800"/>
              <a:buChar char="●"/>
              <a:defRPr sz="1800">
                <a:solidFill>
                  <a:schemeClr val="accent3"/>
                </a:solidFill>
              </a:defRPr>
            </a:lvl4pPr>
            <a:lvl5pPr indent="-342900" lvl="4" marL="2286000" rtl="0">
              <a:spcBef>
                <a:spcPts val="1600"/>
              </a:spcBef>
              <a:spcAft>
                <a:spcPts val="0"/>
              </a:spcAft>
              <a:buClr>
                <a:schemeClr val="accent3"/>
              </a:buClr>
              <a:buSzPts val="1800"/>
              <a:buChar char="○"/>
              <a:defRPr sz="1800">
                <a:solidFill>
                  <a:schemeClr val="accent3"/>
                </a:solidFill>
              </a:defRPr>
            </a:lvl5pPr>
            <a:lvl6pPr indent="-342900" lvl="5" marL="2743200" rtl="0">
              <a:spcBef>
                <a:spcPts val="1600"/>
              </a:spcBef>
              <a:spcAft>
                <a:spcPts val="0"/>
              </a:spcAft>
              <a:buClr>
                <a:schemeClr val="accent3"/>
              </a:buClr>
              <a:buSzPts val="1800"/>
              <a:buChar char="■"/>
              <a:defRPr sz="1800">
                <a:solidFill>
                  <a:schemeClr val="accent3"/>
                </a:solidFill>
              </a:defRPr>
            </a:lvl6pPr>
            <a:lvl7pPr indent="-342900" lvl="6" marL="3200400" rtl="0">
              <a:spcBef>
                <a:spcPts val="1600"/>
              </a:spcBef>
              <a:spcAft>
                <a:spcPts val="0"/>
              </a:spcAft>
              <a:buClr>
                <a:schemeClr val="accent3"/>
              </a:buClr>
              <a:buSzPts val="1800"/>
              <a:buChar char="●"/>
              <a:defRPr sz="1800">
                <a:solidFill>
                  <a:schemeClr val="accent3"/>
                </a:solidFill>
              </a:defRPr>
            </a:lvl7pPr>
            <a:lvl8pPr indent="-342900" lvl="7" marL="3657600" rtl="0">
              <a:spcBef>
                <a:spcPts val="1600"/>
              </a:spcBef>
              <a:spcAft>
                <a:spcPts val="0"/>
              </a:spcAft>
              <a:buClr>
                <a:schemeClr val="accent3"/>
              </a:buClr>
              <a:buSzPts val="1800"/>
              <a:buChar char="○"/>
              <a:defRPr sz="1800">
                <a:solidFill>
                  <a:schemeClr val="accent3"/>
                </a:solidFill>
              </a:defRPr>
            </a:lvl8pPr>
            <a:lvl9pPr indent="-342900" lvl="8" marL="4114800" rtl="0">
              <a:spcBef>
                <a:spcPts val="1600"/>
              </a:spcBef>
              <a:spcAft>
                <a:spcPts val="1600"/>
              </a:spcAft>
              <a:buClr>
                <a:schemeClr val="accent3"/>
              </a:buClr>
              <a:buSzPts val="1800"/>
              <a:buChar char="■"/>
              <a:defRPr sz="1800">
                <a:solidFill>
                  <a:schemeClr val="accent3"/>
                </a:solidFill>
              </a:defRPr>
            </a:lvl9pPr>
          </a:lstStyle>
          <a:p/>
        </p:txBody>
      </p:sp>
      <p:sp>
        <p:nvSpPr>
          <p:cNvPr id="440" name="Google Shape;440;p24"/>
          <p:cNvSpPr txBox="1"/>
          <p:nvPr>
            <p:ph type="title"/>
          </p:nvPr>
        </p:nvSpPr>
        <p:spPr>
          <a:xfrm>
            <a:off x="722375" y="530750"/>
            <a:ext cx="79278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441" name="Google Shape;441;p24"/>
          <p:cNvGrpSpPr/>
          <p:nvPr/>
        </p:nvGrpSpPr>
        <p:grpSpPr>
          <a:xfrm flipH="1">
            <a:off x="-447600" y="2065597"/>
            <a:ext cx="1179753" cy="2854241"/>
            <a:chOff x="7907551" y="-114309"/>
            <a:chExt cx="1908059" cy="4616272"/>
          </a:xfrm>
        </p:grpSpPr>
        <p:sp>
          <p:nvSpPr>
            <p:cNvPr id="442" name="Google Shape;442;p24"/>
            <p:cNvSpPr/>
            <p:nvPr/>
          </p:nvSpPr>
          <p:spPr>
            <a:xfrm>
              <a:off x="8606186" y="3608365"/>
              <a:ext cx="39" cy="483371"/>
            </a:xfrm>
            <a:custGeom>
              <a:rect b="b" l="l" r="r" t="t"/>
              <a:pathLst>
                <a:path extrusionOk="0" h="12426" w="1">
                  <a:moveTo>
                    <a:pt x="1" y="0"/>
                  </a:moveTo>
                  <a:lnTo>
                    <a:pt x="1" y="12426"/>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24"/>
            <p:cNvSpPr/>
            <p:nvPr/>
          </p:nvSpPr>
          <p:spPr>
            <a:xfrm>
              <a:off x="8566430" y="3568608"/>
              <a:ext cx="79551" cy="562883"/>
            </a:xfrm>
            <a:custGeom>
              <a:rect b="b" l="l" r="r" t="t"/>
              <a:pathLst>
                <a:path extrusionOk="0" h="14470" w="2045">
                  <a:moveTo>
                    <a:pt x="1023" y="0"/>
                  </a:moveTo>
                  <a:cubicBezTo>
                    <a:pt x="369" y="0"/>
                    <a:pt x="1" y="327"/>
                    <a:pt x="1" y="1022"/>
                  </a:cubicBezTo>
                  <a:lnTo>
                    <a:pt x="1" y="13448"/>
                  </a:lnTo>
                  <a:cubicBezTo>
                    <a:pt x="1" y="13979"/>
                    <a:pt x="369" y="14470"/>
                    <a:pt x="1023" y="14470"/>
                  </a:cubicBezTo>
                  <a:cubicBezTo>
                    <a:pt x="1554" y="14470"/>
                    <a:pt x="2044" y="13979"/>
                    <a:pt x="2044" y="13448"/>
                  </a:cubicBezTo>
                  <a:lnTo>
                    <a:pt x="2044" y="1022"/>
                  </a:lnTo>
                  <a:cubicBezTo>
                    <a:pt x="2044" y="327"/>
                    <a:pt x="1554" y="0"/>
                    <a:pt x="1023" y="0"/>
                  </a:cubicBezTo>
                  <a:close/>
                </a:path>
              </a:pathLst>
            </a:custGeom>
            <a:solidFill>
              <a:schemeClr val="accent1">
                <a:alpha val="122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24"/>
            <p:cNvSpPr/>
            <p:nvPr/>
          </p:nvSpPr>
          <p:spPr>
            <a:xfrm>
              <a:off x="8798589" y="3873900"/>
              <a:ext cx="39" cy="483371"/>
            </a:xfrm>
            <a:custGeom>
              <a:rect b="b" l="l" r="r" t="t"/>
              <a:pathLst>
                <a:path extrusionOk="0" h="12426" w="1">
                  <a:moveTo>
                    <a:pt x="0" y="0"/>
                  </a:moveTo>
                  <a:lnTo>
                    <a:pt x="0" y="12426"/>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24"/>
            <p:cNvSpPr/>
            <p:nvPr/>
          </p:nvSpPr>
          <p:spPr>
            <a:xfrm>
              <a:off x="8758832" y="3834144"/>
              <a:ext cx="79551" cy="562883"/>
            </a:xfrm>
            <a:custGeom>
              <a:rect b="b" l="l" r="r" t="t"/>
              <a:pathLst>
                <a:path extrusionOk="0" h="14470" w="2045">
                  <a:moveTo>
                    <a:pt x="1022" y="0"/>
                  </a:moveTo>
                  <a:cubicBezTo>
                    <a:pt x="532" y="0"/>
                    <a:pt x="0" y="491"/>
                    <a:pt x="0" y="1022"/>
                  </a:cubicBezTo>
                  <a:lnTo>
                    <a:pt x="0" y="13448"/>
                  </a:lnTo>
                  <a:cubicBezTo>
                    <a:pt x="0" y="14102"/>
                    <a:pt x="532" y="14470"/>
                    <a:pt x="1022" y="14470"/>
                  </a:cubicBezTo>
                  <a:cubicBezTo>
                    <a:pt x="1554" y="14470"/>
                    <a:pt x="2044" y="14102"/>
                    <a:pt x="2044" y="13448"/>
                  </a:cubicBezTo>
                  <a:lnTo>
                    <a:pt x="2044" y="1022"/>
                  </a:lnTo>
                  <a:cubicBezTo>
                    <a:pt x="2044" y="491"/>
                    <a:pt x="1554" y="0"/>
                    <a:pt x="1022" y="0"/>
                  </a:cubicBezTo>
                  <a:close/>
                </a:path>
              </a:pathLst>
            </a:custGeom>
            <a:solidFill>
              <a:schemeClr val="accent1">
                <a:alpha val="122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24"/>
            <p:cNvSpPr/>
            <p:nvPr/>
          </p:nvSpPr>
          <p:spPr>
            <a:xfrm>
              <a:off x="7907551" y="-114309"/>
              <a:ext cx="1238654" cy="3139619"/>
            </a:xfrm>
            <a:custGeom>
              <a:rect b="b" l="l" r="r" t="t"/>
              <a:pathLst>
                <a:path extrusionOk="0" h="80710" w="31842">
                  <a:moveTo>
                    <a:pt x="3210" y="0"/>
                  </a:moveTo>
                  <a:cubicBezTo>
                    <a:pt x="2252" y="0"/>
                    <a:pt x="1348" y="293"/>
                    <a:pt x="818" y="992"/>
                  </a:cubicBezTo>
                  <a:cubicBezTo>
                    <a:pt x="164" y="1851"/>
                    <a:pt x="1" y="2873"/>
                    <a:pt x="1" y="3894"/>
                  </a:cubicBezTo>
                  <a:cubicBezTo>
                    <a:pt x="1" y="8677"/>
                    <a:pt x="4088" y="12928"/>
                    <a:pt x="3557" y="17710"/>
                  </a:cubicBezTo>
                  <a:cubicBezTo>
                    <a:pt x="3393" y="20408"/>
                    <a:pt x="1513" y="22983"/>
                    <a:pt x="1513" y="25680"/>
                  </a:cubicBezTo>
                  <a:cubicBezTo>
                    <a:pt x="1513" y="29768"/>
                    <a:pt x="5437" y="33038"/>
                    <a:pt x="6295" y="36921"/>
                  </a:cubicBezTo>
                  <a:cubicBezTo>
                    <a:pt x="7481" y="43420"/>
                    <a:pt x="655" y="50736"/>
                    <a:pt x="4579" y="56009"/>
                  </a:cubicBezTo>
                  <a:cubicBezTo>
                    <a:pt x="6295" y="58584"/>
                    <a:pt x="10219" y="59933"/>
                    <a:pt x="10383" y="62998"/>
                  </a:cubicBezTo>
                  <a:cubicBezTo>
                    <a:pt x="10546" y="65369"/>
                    <a:pt x="7971" y="67086"/>
                    <a:pt x="6786" y="69293"/>
                  </a:cubicBezTo>
                  <a:cubicBezTo>
                    <a:pt x="5273" y="71663"/>
                    <a:pt x="5437" y="74729"/>
                    <a:pt x="6786" y="77141"/>
                  </a:cubicBezTo>
                  <a:cubicBezTo>
                    <a:pt x="8254" y="79382"/>
                    <a:pt x="10929" y="80710"/>
                    <a:pt x="13496" y="80710"/>
                  </a:cubicBezTo>
                  <a:cubicBezTo>
                    <a:pt x="13644" y="80710"/>
                    <a:pt x="13792" y="80706"/>
                    <a:pt x="13939" y="80697"/>
                  </a:cubicBezTo>
                  <a:lnTo>
                    <a:pt x="22645" y="79838"/>
                  </a:lnTo>
                  <a:cubicBezTo>
                    <a:pt x="28245" y="79511"/>
                    <a:pt x="31842" y="71663"/>
                    <a:pt x="28245" y="67249"/>
                  </a:cubicBezTo>
                  <a:cubicBezTo>
                    <a:pt x="26569" y="65042"/>
                    <a:pt x="23503" y="63489"/>
                    <a:pt x="22645" y="60791"/>
                  </a:cubicBezTo>
                  <a:cubicBezTo>
                    <a:pt x="21623" y="56540"/>
                    <a:pt x="26732" y="52248"/>
                    <a:pt x="25016" y="48161"/>
                  </a:cubicBezTo>
                  <a:cubicBezTo>
                    <a:pt x="24321" y="46322"/>
                    <a:pt x="22277" y="45300"/>
                    <a:pt x="21092" y="43583"/>
                  </a:cubicBezTo>
                  <a:cubicBezTo>
                    <a:pt x="17863" y="39169"/>
                    <a:pt x="21787" y="32670"/>
                    <a:pt x="20601" y="27397"/>
                  </a:cubicBezTo>
                  <a:cubicBezTo>
                    <a:pt x="19743" y="22615"/>
                    <a:pt x="15124" y="19549"/>
                    <a:pt x="12917" y="15298"/>
                  </a:cubicBezTo>
                  <a:cubicBezTo>
                    <a:pt x="10383" y="10353"/>
                    <a:pt x="10546" y="3404"/>
                    <a:pt x="5764" y="665"/>
                  </a:cubicBezTo>
                  <a:cubicBezTo>
                    <a:pt x="5036" y="252"/>
                    <a:pt x="4100" y="0"/>
                    <a:pt x="3210" y="0"/>
                  </a:cubicBezTo>
                  <a:close/>
                </a:path>
              </a:pathLst>
            </a:custGeom>
            <a:solidFill>
              <a:schemeClr val="accent6"/>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24"/>
            <p:cNvSpPr/>
            <p:nvPr/>
          </p:nvSpPr>
          <p:spPr>
            <a:xfrm>
              <a:off x="8119015" y="89647"/>
              <a:ext cx="596298" cy="2776176"/>
            </a:xfrm>
            <a:custGeom>
              <a:rect b="b" l="l" r="r" t="t"/>
              <a:pathLst>
                <a:path extrusionOk="0" h="71367" w="15329">
                  <a:moveTo>
                    <a:pt x="328" y="0"/>
                  </a:moveTo>
                  <a:cubicBezTo>
                    <a:pt x="164" y="0"/>
                    <a:pt x="1" y="205"/>
                    <a:pt x="1" y="368"/>
                  </a:cubicBezTo>
                  <a:cubicBezTo>
                    <a:pt x="164" y="695"/>
                    <a:pt x="5805" y="23339"/>
                    <a:pt x="10219" y="43776"/>
                  </a:cubicBezTo>
                  <a:lnTo>
                    <a:pt x="10219" y="43776"/>
                  </a:lnTo>
                  <a:lnTo>
                    <a:pt x="4252" y="39525"/>
                  </a:lnTo>
                  <a:cubicBezTo>
                    <a:pt x="4252" y="39362"/>
                    <a:pt x="4088" y="39362"/>
                    <a:pt x="4088" y="39362"/>
                  </a:cubicBezTo>
                  <a:cubicBezTo>
                    <a:pt x="3925" y="39362"/>
                    <a:pt x="3925" y="39362"/>
                    <a:pt x="3925" y="39525"/>
                  </a:cubicBezTo>
                  <a:cubicBezTo>
                    <a:pt x="3761" y="39689"/>
                    <a:pt x="3761" y="39852"/>
                    <a:pt x="3925" y="40057"/>
                  </a:cubicBezTo>
                  <a:lnTo>
                    <a:pt x="10056" y="44471"/>
                  </a:lnTo>
                  <a:lnTo>
                    <a:pt x="10219" y="44635"/>
                  </a:lnTo>
                  <a:lnTo>
                    <a:pt x="10383" y="44635"/>
                  </a:lnTo>
                  <a:cubicBezTo>
                    <a:pt x="11568" y="50929"/>
                    <a:pt x="12754" y="57060"/>
                    <a:pt x="13612" y="62170"/>
                  </a:cubicBezTo>
                  <a:lnTo>
                    <a:pt x="8666" y="57060"/>
                  </a:lnTo>
                  <a:cubicBezTo>
                    <a:pt x="8666" y="56897"/>
                    <a:pt x="8503" y="56897"/>
                    <a:pt x="8503" y="56897"/>
                  </a:cubicBezTo>
                  <a:cubicBezTo>
                    <a:pt x="8339" y="56897"/>
                    <a:pt x="8339" y="56897"/>
                    <a:pt x="8176" y="57060"/>
                  </a:cubicBezTo>
                  <a:lnTo>
                    <a:pt x="8176" y="57428"/>
                  </a:lnTo>
                  <a:lnTo>
                    <a:pt x="13775" y="63355"/>
                  </a:lnTo>
                  <a:cubicBezTo>
                    <a:pt x="14307" y="66420"/>
                    <a:pt x="14634" y="69159"/>
                    <a:pt x="14797" y="71366"/>
                  </a:cubicBezTo>
                  <a:lnTo>
                    <a:pt x="15329" y="71366"/>
                  </a:lnTo>
                  <a:cubicBezTo>
                    <a:pt x="15329" y="69322"/>
                    <a:pt x="15002" y="66788"/>
                    <a:pt x="14470" y="64050"/>
                  </a:cubicBezTo>
                  <a:lnTo>
                    <a:pt x="14634" y="64050"/>
                  </a:lnTo>
                  <a:cubicBezTo>
                    <a:pt x="14634" y="64050"/>
                    <a:pt x="14797" y="64050"/>
                    <a:pt x="14797" y="63886"/>
                  </a:cubicBezTo>
                  <a:cubicBezTo>
                    <a:pt x="15002" y="63886"/>
                    <a:pt x="15002" y="63559"/>
                    <a:pt x="14797" y="63559"/>
                  </a:cubicBezTo>
                  <a:lnTo>
                    <a:pt x="14470" y="63028"/>
                  </a:lnTo>
                  <a:cubicBezTo>
                    <a:pt x="11078" y="41406"/>
                    <a:pt x="859" y="695"/>
                    <a:pt x="696" y="205"/>
                  </a:cubicBezTo>
                  <a:cubicBezTo>
                    <a:pt x="696" y="0"/>
                    <a:pt x="491" y="0"/>
                    <a:pt x="328"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24"/>
            <p:cNvSpPr/>
            <p:nvPr/>
          </p:nvSpPr>
          <p:spPr>
            <a:xfrm>
              <a:off x="8424307" y="938692"/>
              <a:ext cx="111332" cy="318046"/>
            </a:xfrm>
            <a:custGeom>
              <a:rect b="b" l="l" r="r" t="t"/>
              <a:pathLst>
                <a:path extrusionOk="0" h="8176" w="2862">
                  <a:moveTo>
                    <a:pt x="2535" y="1"/>
                  </a:moveTo>
                  <a:cubicBezTo>
                    <a:pt x="2371" y="1"/>
                    <a:pt x="2208" y="164"/>
                    <a:pt x="2208" y="328"/>
                  </a:cubicBezTo>
                  <a:lnTo>
                    <a:pt x="1" y="7808"/>
                  </a:lnTo>
                  <a:cubicBezTo>
                    <a:pt x="1" y="8012"/>
                    <a:pt x="1" y="8176"/>
                    <a:pt x="164" y="8176"/>
                  </a:cubicBezTo>
                  <a:lnTo>
                    <a:pt x="328" y="8176"/>
                  </a:lnTo>
                  <a:cubicBezTo>
                    <a:pt x="491" y="8176"/>
                    <a:pt x="491" y="8176"/>
                    <a:pt x="655" y="8012"/>
                  </a:cubicBezTo>
                  <a:lnTo>
                    <a:pt x="2862" y="491"/>
                  </a:lnTo>
                  <a:cubicBezTo>
                    <a:pt x="2862" y="328"/>
                    <a:pt x="2698" y="164"/>
                    <a:pt x="2535" y="1"/>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24"/>
            <p:cNvSpPr/>
            <p:nvPr/>
          </p:nvSpPr>
          <p:spPr>
            <a:xfrm>
              <a:off x="8788417" y="298310"/>
              <a:ext cx="1027193" cy="2682583"/>
            </a:xfrm>
            <a:custGeom>
              <a:rect b="b" l="l" r="r" t="t"/>
              <a:pathLst>
                <a:path extrusionOk="0" h="68961" w="26406">
                  <a:moveTo>
                    <a:pt x="18871" y="0"/>
                  </a:moveTo>
                  <a:cubicBezTo>
                    <a:pt x="18467" y="0"/>
                    <a:pt x="18069" y="86"/>
                    <a:pt x="17699" y="277"/>
                  </a:cubicBezTo>
                  <a:cubicBezTo>
                    <a:pt x="17004" y="604"/>
                    <a:pt x="16514" y="1462"/>
                    <a:pt x="16187" y="2321"/>
                  </a:cubicBezTo>
                  <a:cubicBezTo>
                    <a:pt x="14961" y="6081"/>
                    <a:pt x="16841" y="10495"/>
                    <a:pt x="15165" y="14256"/>
                  </a:cubicBezTo>
                  <a:cubicBezTo>
                    <a:pt x="14143" y="16299"/>
                    <a:pt x="12100" y="17648"/>
                    <a:pt x="11241" y="19856"/>
                  </a:cubicBezTo>
                  <a:cubicBezTo>
                    <a:pt x="10056" y="23085"/>
                    <a:pt x="12263" y="26845"/>
                    <a:pt x="11568" y="30237"/>
                  </a:cubicBezTo>
                  <a:cubicBezTo>
                    <a:pt x="10710" y="35715"/>
                    <a:pt x="3230" y="39434"/>
                    <a:pt x="4742" y="44707"/>
                  </a:cubicBezTo>
                  <a:cubicBezTo>
                    <a:pt x="5437" y="47282"/>
                    <a:pt x="8176" y="49326"/>
                    <a:pt x="7317" y="51696"/>
                  </a:cubicBezTo>
                  <a:cubicBezTo>
                    <a:pt x="6786" y="53740"/>
                    <a:pt x="4415" y="54435"/>
                    <a:pt x="2699" y="55784"/>
                  </a:cubicBezTo>
                  <a:cubicBezTo>
                    <a:pt x="859" y="57173"/>
                    <a:pt x="1" y="59708"/>
                    <a:pt x="491" y="62078"/>
                  </a:cubicBezTo>
                  <a:cubicBezTo>
                    <a:pt x="1023" y="64326"/>
                    <a:pt x="2903" y="66166"/>
                    <a:pt x="5110" y="66861"/>
                  </a:cubicBezTo>
                  <a:lnTo>
                    <a:pt x="12263" y="68741"/>
                  </a:lnTo>
                  <a:cubicBezTo>
                    <a:pt x="12754" y="68891"/>
                    <a:pt x="13251" y="68961"/>
                    <a:pt x="13745" y="68961"/>
                  </a:cubicBezTo>
                  <a:cubicBezTo>
                    <a:pt x="17699" y="68961"/>
                    <a:pt x="21473" y="64472"/>
                    <a:pt x="20274" y="60402"/>
                  </a:cubicBezTo>
                  <a:cubicBezTo>
                    <a:pt x="19580" y="58195"/>
                    <a:pt x="17536" y="56152"/>
                    <a:pt x="17699" y="53577"/>
                  </a:cubicBezTo>
                  <a:cubicBezTo>
                    <a:pt x="18026" y="50020"/>
                    <a:pt x="23340" y="48140"/>
                    <a:pt x="23136" y="44380"/>
                  </a:cubicBezTo>
                  <a:cubicBezTo>
                    <a:pt x="23136" y="42663"/>
                    <a:pt x="21787" y="41314"/>
                    <a:pt x="21460" y="39598"/>
                  </a:cubicBezTo>
                  <a:cubicBezTo>
                    <a:pt x="20070" y="35183"/>
                    <a:pt x="25016" y="31259"/>
                    <a:pt x="25711" y="26681"/>
                  </a:cubicBezTo>
                  <a:cubicBezTo>
                    <a:pt x="26406" y="22758"/>
                    <a:pt x="23667" y="18997"/>
                    <a:pt x="23340" y="14910"/>
                  </a:cubicBezTo>
                  <a:cubicBezTo>
                    <a:pt x="22645" y="10332"/>
                    <a:pt x="24852" y="4855"/>
                    <a:pt x="21787" y="1462"/>
                  </a:cubicBezTo>
                  <a:cubicBezTo>
                    <a:pt x="21045" y="602"/>
                    <a:pt x="19938" y="0"/>
                    <a:pt x="18871" y="0"/>
                  </a:cubicBezTo>
                  <a:close/>
                </a:path>
              </a:pathLst>
            </a:custGeom>
            <a:solidFill>
              <a:schemeClr val="accent6"/>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24"/>
            <p:cNvSpPr/>
            <p:nvPr/>
          </p:nvSpPr>
          <p:spPr>
            <a:xfrm>
              <a:off x="9179562" y="495109"/>
              <a:ext cx="410278" cy="2370722"/>
            </a:xfrm>
            <a:custGeom>
              <a:rect b="b" l="l" r="r" t="t"/>
              <a:pathLst>
                <a:path extrusionOk="0" h="60944" w="10547">
                  <a:moveTo>
                    <a:pt x="10383" y="0"/>
                  </a:moveTo>
                  <a:cubicBezTo>
                    <a:pt x="10219" y="0"/>
                    <a:pt x="10015" y="0"/>
                    <a:pt x="10015" y="164"/>
                  </a:cubicBezTo>
                  <a:cubicBezTo>
                    <a:pt x="10015" y="491"/>
                    <a:pt x="7971" y="19906"/>
                    <a:pt x="5437" y="37277"/>
                  </a:cubicBezTo>
                  <a:lnTo>
                    <a:pt x="2045" y="32168"/>
                  </a:lnTo>
                  <a:cubicBezTo>
                    <a:pt x="2045" y="32168"/>
                    <a:pt x="2045" y="32004"/>
                    <a:pt x="1840" y="32004"/>
                  </a:cubicBezTo>
                  <a:lnTo>
                    <a:pt x="1677" y="32168"/>
                  </a:lnTo>
                  <a:cubicBezTo>
                    <a:pt x="1677" y="32168"/>
                    <a:pt x="1513" y="32331"/>
                    <a:pt x="1677" y="32495"/>
                  </a:cubicBezTo>
                  <a:lnTo>
                    <a:pt x="5274" y="37972"/>
                  </a:lnTo>
                  <a:lnTo>
                    <a:pt x="5437" y="37972"/>
                  </a:lnTo>
                  <a:cubicBezTo>
                    <a:pt x="4579" y="43408"/>
                    <a:pt x="3720" y="48518"/>
                    <a:pt x="2862" y="52768"/>
                  </a:cubicBezTo>
                  <a:lnTo>
                    <a:pt x="491" y="47332"/>
                  </a:lnTo>
                  <a:cubicBezTo>
                    <a:pt x="491" y="47169"/>
                    <a:pt x="328" y="47169"/>
                    <a:pt x="328" y="47169"/>
                  </a:cubicBezTo>
                  <a:lnTo>
                    <a:pt x="164" y="47169"/>
                  </a:lnTo>
                  <a:cubicBezTo>
                    <a:pt x="1" y="47169"/>
                    <a:pt x="1" y="47332"/>
                    <a:pt x="1" y="47496"/>
                  </a:cubicBezTo>
                  <a:lnTo>
                    <a:pt x="2699" y="53790"/>
                  </a:lnTo>
                  <a:cubicBezTo>
                    <a:pt x="2208" y="56692"/>
                    <a:pt x="1513" y="59063"/>
                    <a:pt x="1023" y="60943"/>
                  </a:cubicBezTo>
                  <a:lnTo>
                    <a:pt x="1513" y="60943"/>
                  </a:lnTo>
                  <a:cubicBezTo>
                    <a:pt x="2045" y="59267"/>
                    <a:pt x="2535" y="57019"/>
                    <a:pt x="3066" y="54485"/>
                  </a:cubicBezTo>
                  <a:lnTo>
                    <a:pt x="3393" y="54485"/>
                  </a:lnTo>
                  <a:cubicBezTo>
                    <a:pt x="3393" y="54485"/>
                    <a:pt x="3557" y="54322"/>
                    <a:pt x="3393" y="54158"/>
                  </a:cubicBezTo>
                  <a:lnTo>
                    <a:pt x="3230" y="53627"/>
                  </a:lnTo>
                  <a:cubicBezTo>
                    <a:pt x="6786" y="35560"/>
                    <a:pt x="10546" y="654"/>
                    <a:pt x="10546" y="164"/>
                  </a:cubicBezTo>
                  <a:cubicBezTo>
                    <a:pt x="10546" y="164"/>
                    <a:pt x="10546" y="0"/>
                    <a:pt x="10383"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24"/>
            <p:cNvSpPr/>
            <p:nvPr/>
          </p:nvSpPr>
          <p:spPr>
            <a:xfrm>
              <a:off x="9476919" y="1275805"/>
              <a:ext cx="179718" cy="225815"/>
            </a:xfrm>
            <a:custGeom>
              <a:rect b="b" l="l" r="r" t="t"/>
              <a:pathLst>
                <a:path extrusionOk="0" h="5805" w="4620">
                  <a:moveTo>
                    <a:pt x="4251" y="0"/>
                  </a:moveTo>
                  <a:cubicBezTo>
                    <a:pt x="4088" y="0"/>
                    <a:pt x="4088" y="0"/>
                    <a:pt x="4088" y="164"/>
                  </a:cubicBezTo>
                  <a:lnTo>
                    <a:pt x="0" y="5477"/>
                  </a:lnTo>
                  <a:cubicBezTo>
                    <a:pt x="0" y="5477"/>
                    <a:pt x="0" y="5641"/>
                    <a:pt x="164" y="5804"/>
                  </a:cubicBezTo>
                  <a:lnTo>
                    <a:pt x="532" y="5804"/>
                  </a:lnTo>
                  <a:lnTo>
                    <a:pt x="4415" y="368"/>
                  </a:lnTo>
                  <a:cubicBezTo>
                    <a:pt x="4619" y="368"/>
                    <a:pt x="4415" y="164"/>
                    <a:pt x="4415"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24"/>
            <p:cNvSpPr/>
            <p:nvPr/>
          </p:nvSpPr>
          <p:spPr>
            <a:xfrm>
              <a:off x="8106294" y="2865830"/>
              <a:ext cx="1510565" cy="1636134"/>
            </a:xfrm>
            <a:custGeom>
              <a:rect b="b" l="l" r="r" t="t"/>
              <a:pathLst>
                <a:path extrusionOk="0" h="42060" w="38832">
                  <a:moveTo>
                    <a:pt x="1" y="0"/>
                  </a:moveTo>
                  <a:lnTo>
                    <a:pt x="5437" y="42059"/>
                  </a:lnTo>
                  <a:lnTo>
                    <a:pt x="34744" y="42059"/>
                  </a:lnTo>
                  <a:lnTo>
                    <a:pt x="38831" y="0"/>
                  </a:lnTo>
                  <a:close/>
                </a:path>
              </a:pathLst>
            </a:custGeom>
            <a:solidFill>
              <a:schemeClr val="accent3"/>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24"/>
            <p:cNvSpPr/>
            <p:nvPr/>
          </p:nvSpPr>
          <p:spPr>
            <a:xfrm>
              <a:off x="8522881" y="3144086"/>
              <a:ext cx="39" cy="483371"/>
            </a:xfrm>
            <a:custGeom>
              <a:rect b="b" l="l" r="r" t="t"/>
              <a:pathLst>
                <a:path extrusionOk="0" h="12426" w="1">
                  <a:moveTo>
                    <a:pt x="1" y="0"/>
                  </a:moveTo>
                  <a:lnTo>
                    <a:pt x="1" y="12426"/>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24"/>
            <p:cNvSpPr/>
            <p:nvPr/>
          </p:nvSpPr>
          <p:spPr>
            <a:xfrm>
              <a:off x="8483163" y="3104329"/>
              <a:ext cx="79512" cy="562883"/>
            </a:xfrm>
            <a:custGeom>
              <a:rect b="b" l="l" r="r" t="t"/>
              <a:pathLst>
                <a:path extrusionOk="0" h="14470" w="2044">
                  <a:moveTo>
                    <a:pt x="1022" y="0"/>
                  </a:moveTo>
                  <a:cubicBezTo>
                    <a:pt x="327" y="0"/>
                    <a:pt x="0" y="368"/>
                    <a:pt x="0" y="1022"/>
                  </a:cubicBezTo>
                  <a:lnTo>
                    <a:pt x="0" y="13448"/>
                  </a:lnTo>
                  <a:cubicBezTo>
                    <a:pt x="0" y="13979"/>
                    <a:pt x="327" y="14470"/>
                    <a:pt x="1022" y="14470"/>
                  </a:cubicBezTo>
                  <a:cubicBezTo>
                    <a:pt x="1553" y="14470"/>
                    <a:pt x="2044" y="13979"/>
                    <a:pt x="2044" y="13448"/>
                  </a:cubicBezTo>
                  <a:lnTo>
                    <a:pt x="2044" y="1022"/>
                  </a:lnTo>
                  <a:cubicBezTo>
                    <a:pt x="2044" y="368"/>
                    <a:pt x="1553" y="0"/>
                    <a:pt x="102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24"/>
            <p:cNvSpPr/>
            <p:nvPr/>
          </p:nvSpPr>
          <p:spPr>
            <a:xfrm>
              <a:off x="9139845" y="3031196"/>
              <a:ext cx="79512" cy="564478"/>
            </a:xfrm>
            <a:custGeom>
              <a:rect b="b" l="l" r="r" t="t"/>
              <a:pathLst>
                <a:path extrusionOk="0" h="14511" w="2044">
                  <a:moveTo>
                    <a:pt x="1022" y="0"/>
                  </a:moveTo>
                  <a:cubicBezTo>
                    <a:pt x="491" y="0"/>
                    <a:pt x="0" y="368"/>
                    <a:pt x="0" y="1022"/>
                  </a:cubicBezTo>
                  <a:lnTo>
                    <a:pt x="0" y="13488"/>
                  </a:lnTo>
                  <a:cubicBezTo>
                    <a:pt x="0" y="13979"/>
                    <a:pt x="491" y="14510"/>
                    <a:pt x="1022" y="14510"/>
                  </a:cubicBezTo>
                  <a:cubicBezTo>
                    <a:pt x="1512" y="14510"/>
                    <a:pt x="2044" y="13979"/>
                    <a:pt x="2044" y="13488"/>
                  </a:cubicBezTo>
                  <a:lnTo>
                    <a:pt x="2044" y="1022"/>
                  </a:lnTo>
                  <a:cubicBezTo>
                    <a:pt x="2044" y="368"/>
                    <a:pt x="1512" y="0"/>
                    <a:pt x="102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24"/>
            <p:cNvSpPr/>
            <p:nvPr/>
          </p:nvSpPr>
          <p:spPr>
            <a:xfrm>
              <a:off x="8993540" y="3323729"/>
              <a:ext cx="79551" cy="562922"/>
            </a:xfrm>
            <a:custGeom>
              <a:rect b="b" l="l" r="r" t="t"/>
              <a:pathLst>
                <a:path extrusionOk="0" h="14471" w="2045">
                  <a:moveTo>
                    <a:pt x="1022" y="1"/>
                  </a:moveTo>
                  <a:cubicBezTo>
                    <a:pt x="491" y="1"/>
                    <a:pt x="1" y="328"/>
                    <a:pt x="1" y="1023"/>
                  </a:cubicBezTo>
                  <a:lnTo>
                    <a:pt x="1" y="13448"/>
                  </a:lnTo>
                  <a:cubicBezTo>
                    <a:pt x="1" y="14143"/>
                    <a:pt x="491" y="14470"/>
                    <a:pt x="1022" y="14470"/>
                  </a:cubicBezTo>
                  <a:cubicBezTo>
                    <a:pt x="1513" y="14470"/>
                    <a:pt x="2044" y="14143"/>
                    <a:pt x="2044" y="13448"/>
                  </a:cubicBezTo>
                  <a:lnTo>
                    <a:pt x="2044" y="1023"/>
                  </a:lnTo>
                  <a:cubicBezTo>
                    <a:pt x="2044" y="328"/>
                    <a:pt x="1513" y="1"/>
                    <a:pt x="102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24"/>
            <p:cNvSpPr/>
            <p:nvPr/>
          </p:nvSpPr>
          <p:spPr>
            <a:xfrm>
              <a:off x="9165286" y="3733975"/>
              <a:ext cx="79512" cy="569263"/>
            </a:xfrm>
            <a:custGeom>
              <a:rect b="b" l="l" r="r" t="t"/>
              <a:pathLst>
                <a:path extrusionOk="0" h="14634" w="2044">
                  <a:moveTo>
                    <a:pt x="1022" y="0"/>
                  </a:moveTo>
                  <a:cubicBezTo>
                    <a:pt x="368" y="0"/>
                    <a:pt x="0" y="532"/>
                    <a:pt x="0" y="1022"/>
                  </a:cubicBezTo>
                  <a:lnTo>
                    <a:pt x="0" y="13611"/>
                  </a:lnTo>
                  <a:cubicBezTo>
                    <a:pt x="0" y="14143"/>
                    <a:pt x="368" y="14633"/>
                    <a:pt x="1022" y="14633"/>
                  </a:cubicBezTo>
                  <a:cubicBezTo>
                    <a:pt x="1553" y="14633"/>
                    <a:pt x="2044" y="14143"/>
                    <a:pt x="2044" y="13611"/>
                  </a:cubicBezTo>
                  <a:lnTo>
                    <a:pt x="2044" y="1022"/>
                  </a:lnTo>
                  <a:cubicBezTo>
                    <a:pt x="2044" y="532"/>
                    <a:pt x="1553" y="0"/>
                    <a:pt x="102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8" name="Google Shape;458;p24"/>
          <p:cNvGrpSpPr/>
          <p:nvPr/>
        </p:nvGrpSpPr>
        <p:grpSpPr>
          <a:xfrm flipH="1">
            <a:off x="7839222" y="781050"/>
            <a:ext cx="1385931" cy="2705253"/>
            <a:chOff x="409722" y="228600"/>
            <a:chExt cx="1385931" cy="2705253"/>
          </a:xfrm>
        </p:grpSpPr>
        <p:grpSp>
          <p:nvGrpSpPr>
            <p:cNvPr id="459" name="Google Shape;459;p24"/>
            <p:cNvGrpSpPr/>
            <p:nvPr/>
          </p:nvGrpSpPr>
          <p:grpSpPr>
            <a:xfrm flipH="1" rot="-617154">
              <a:off x="575967" y="402323"/>
              <a:ext cx="1053440" cy="2450002"/>
              <a:chOff x="3817855" y="1437512"/>
              <a:chExt cx="541146" cy="1128254"/>
            </a:xfrm>
          </p:grpSpPr>
          <p:sp>
            <p:nvSpPr>
              <p:cNvPr id="460" name="Google Shape;460;p24"/>
              <p:cNvSpPr/>
              <p:nvPr/>
            </p:nvSpPr>
            <p:spPr>
              <a:xfrm>
                <a:off x="3817855" y="1437512"/>
                <a:ext cx="541146" cy="1128254"/>
              </a:xfrm>
              <a:custGeom>
                <a:rect b="b" l="l" r="r" t="t"/>
                <a:pathLst>
                  <a:path extrusionOk="0" h="59625" w="28598">
                    <a:moveTo>
                      <a:pt x="101" y="0"/>
                    </a:moveTo>
                    <a:lnTo>
                      <a:pt x="1" y="426"/>
                    </a:lnTo>
                    <a:cubicBezTo>
                      <a:pt x="16066" y="3359"/>
                      <a:pt x="28197" y="17344"/>
                      <a:pt x="28197" y="34161"/>
                    </a:cubicBezTo>
                    <a:lnTo>
                      <a:pt x="28197" y="34462"/>
                    </a:lnTo>
                    <a:cubicBezTo>
                      <a:pt x="28096" y="44286"/>
                      <a:pt x="23911" y="53058"/>
                      <a:pt x="17219" y="59324"/>
                    </a:cubicBezTo>
                    <a:lnTo>
                      <a:pt x="17545" y="59625"/>
                    </a:lnTo>
                    <a:cubicBezTo>
                      <a:pt x="24212" y="53359"/>
                      <a:pt x="28497" y="44386"/>
                      <a:pt x="28598" y="34462"/>
                    </a:cubicBezTo>
                    <a:lnTo>
                      <a:pt x="28598" y="34161"/>
                    </a:lnTo>
                    <a:cubicBezTo>
                      <a:pt x="28598" y="17143"/>
                      <a:pt x="16292" y="2933"/>
                      <a:pt x="101"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24"/>
              <p:cNvSpPr/>
              <p:nvPr/>
            </p:nvSpPr>
            <p:spPr>
              <a:xfrm>
                <a:off x="3985754" y="1615346"/>
                <a:ext cx="39378" cy="29898"/>
              </a:xfrm>
              <a:custGeom>
                <a:rect b="b" l="l" r="r" t="t"/>
                <a:pathLst>
                  <a:path extrusionOk="0" h="1580" w="2081">
                    <a:moveTo>
                      <a:pt x="1053" y="1"/>
                    </a:moveTo>
                    <a:cubicBezTo>
                      <a:pt x="0" y="1"/>
                      <a:pt x="0" y="1580"/>
                      <a:pt x="1053" y="1580"/>
                    </a:cubicBezTo>
                    <a:cubicBezTo>
                      <a:pt x="2080" y="1580"/>
                      <a:pt x="2080" y="1"/>
                      <a:pt x="1053" y="1"/>
                    </a:cubicBezTo>
                    <a:close/>
                  </a:path>
                </a:pathLst>
              </a:custGeom>
              <a:solidFill>
                <a:schemeClr val="accent3"/>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62" name="Google Shape;462;p24"/>
            <p:cNvSpPr/>
            <p:nvPr/>
          </p:nvSpPr>
          <p:spPr>
            <a:xfrm>
              <a:off x="1419225" y="228600"/>
              <a:ext cx="142800" cy="142800"/>
            </a:xfrm>
            <a:prstGeom prst="ellipse">
              <a:avLst/>
            </a:prstGeom>
            <a:solidFill>
              <a:schemeClr val="accent3"/>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463" name="Google Shape;463;p24"/>
          <p:cNvCxnSpPr/>
          <p:nvPr/>
        </p:nvCxnSpPr>
        <p:spPr>
          <a:xfrm>
            <a:off x="481667" y="4824600"/>
            <a:ext cx="1133400" cy="0"/>
          </a:xfrm>
          <a:prstGeom prst="straightConnector1">
            <a:avLst/>
          </a:prstGeom>
          <a:noFill/>
          <a:ln cap="flat" cmpd="sng" w="19050">
            <a:solidFill>
              <a:schemeClr val="accent5"/>
            </a:solidFill>
            <a:prstDash val="solid"/>
            <a:round/>
            <a:headEnd len="med" w="med" type="none"/>
            <a:tailEnd len="med" w="med" type="none"/>
          </a:ln>
        </p:spPr>
      </p:cxn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11">
    <p:bg>
      <p:bgPr>
        <a:solidFill>
          <a:schemeClr val="accent2"/>
        </a:solidFill>
      </p:bgPr>
    </p:bg>
    <p:spTree>
      <p:nvGrpSpPr>
        <p:cNvPr id="464" name="Shape 464"/>
        <p:cNvGrpSpPr/>
        <p:nvPr/>
      </p:nvGrpSpPr>
      <p:grpSpPr>
        <a:xfrm>
          <a:off x="0" y="0"/>
          <a:ext cx="0" cy="0"/>
          <a:chOff x="0" y="0"/>
          <a:chExt cx="0" cy="0"/>
        </a:xfrm>
      </p:grpSpPr>
      <p:grpSp>
        <p:nvGrpSpPr>
          <p:cNvPr id="465" name="Google Shape;465;p25"/>
          <p:cNvGrpSpPr/>
          <p:nvPr/>
        </p:nvGrpSpPr>
        <p:grpSpPr>
          <a:xfrm flipH="1" rot="10800000">
            <a:off x="319043" y="283350"/>
            <a:ext cx="8505900" cy="4576800"/>
            <a:chOff x="319043" y="283350"/>
            <a:chExt cx="8505900" cy="4576800"/>
          </a:xfrm>
        </p:grpSpPr>
        <p:sp>
          <p:nvSpPr>
            <p:cNvPr id="466" name="Google Shape;466;p25"/>
            <p:cNvSpPr/>
            <p:nvPr/>
          </p:nvSpPr>
          <p:spPr>
            <a:xfrm flipH="1">
              <a:off x="319043" y="283350"/>
              <a:ext cx="8505900" cy="4576800"/>
            </a:xfrm>
            <a:prstGeom prst="roundRect">
              <a:avLst>
                <a:gd fmla="val 3396" name="adj"/>
              </a:avLst>
            </a:prstGeom>
            <a:solidFill>
              <a:schemeClr val="accent1"/>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25"/>
            <p:cNvSpPr/>
            <p:nvPr/>
          </p:nvSpPr>
          <p:spPr>
            <a:xfrm flipH="1" rot="10800000">
              <a:off x="694692" y="580875"/>
              <a:ext cx="7754700" cy="3981600"/>
            </a:xfrm>
            <a:prstGeom prst="roundRect">
              <a:avLst>
                <a:gd fmla="val 3396" name="adj"/>
              </a:avLst>
            </a:prstGeom>
            <a:solidFill>
              <a:schemeClr val="accent4"/>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25"/>
            <p:cNvSpPr/>
            <p:nvPr/>
          </p:nvSpPr>
          <p:spPr>
            <a:xfrm flipH="1">
              <a:off x="1289186" y="298550"/>
              <a:ext cx="1611114" cy="1202094"/>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rgbClr val="FFFFFF">
                <a:alpha val="200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25"/>
            <p:cNvSpPr/>
            <p:nvPr/>
          </p:nvSpPr>
          <p:spPr>
            <a:xfrm flipH="1">
              <a:off x="2162181" y="298550"/>
              <a:ext cx="1348069" cy="995345"/>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rgbClr val="FFFFFF">
                <a:alpha val="200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70" name="Google Shape;470;p25"/>
          <p:cNvGrpSpPr/>
          <p:nvPr/>
        </p:nvGrpSpPr>
        <p:grpSpPr>
          <a:xfrm flipH="1">
            <a:off x="5880236" y="299000"/>
            <a:ext cx="2221064" cy="1202094"/>
            <a:chOff x="1289186" y="298550"/>
            <a:chExt cx="2221064" cy="1202094"/>
          </a:xfrm>
        </p:grpSpPr>
        <p:sp>
          <p:nvSpPr>
            <p:cNvPr id="471" name="Google Shape;471;p25"/>
            <p:cNvSpPr/>
            <p:nvPr/>
          </p:nvSpPr>
          <p:spPr>
            <a:xfrm flipH="1">
              <a:off x="1289186" y="298550"/>
              <a:ext cx="1611114" cy="1202094"/>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rgbClr val="FFFFFF">
                <a:alpha val="200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25"/>
            <p:cNvSpPr/>
            <p:nvPr/>
          </p:nvSpPr>
          <p:spPr>
            <a:xfrm flipH="1">
              <a:off x="2162181" y="298550"/>
              <a:ext cx="1348069" cy="995345"/>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rgbClr val="FFFFFF">
                <a:alpha val="200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73" name="Google Shape;473;p25"/>
          <p:cNvGrpSpPr/>
          <p:nvPr/>
        </p:nvGrpSpPr>
        <p:grpSpPr>
          <a:xfrm>
            <a:off x="4281415" y="375214"/>
            <a:ext cx="581170" cy="125403"/>
            <a:chOff x="4685288" y="186288"/>
            <a:chExt cx="419375" cy="90485"/>
          </a:xfrm>
        </p:grpSpPr>
        <p:sp>
          <p:nvSpPr>
            <p:cNvPr id="474" name="Google Shape;474;p25"/>
            <p:cNvSpPr/>
            <p:nvPr/>
          </p:nvSpPr>
          <p:spPr>
            <a:xfrm>
              <a:off x="4687513" y="186288"/>
              <a:ext cx="414900" cy="822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75" name="Google Shape;475;p25"/>
            <p:cNvGrpSpPr/>
            <p:nvPr/>
          </p:nvGrpSpPr>
          <p:grpSpPr>
            <a:xfrm>
              <a:off x="4685288" y="186300"/>
              <a:ext cx="419375" cy="90473"/>
              <a:chOff x="4390000" y="182175"/>
              <a:chExt cx="419375" cy="90473"/>
            </a:xfrm>
          </p:grpSpPr>
          <p:sp>
            <p:nvSpPr>
              <p:cNvPr id="476" name="Google Shape;476;p25"/>
              <p:cNvSpPr/>
              <p:nvPr/>
            </p:nvSpPr>
            <p:spPr>
              <a:xfrm>
                <a:off x="4390000" y="182175"/>
                <a:ext cx="419375" cy="90473"/>
              </a:xfrm>
              <a:custGeom>
                <a:rect b="b" l="l" r="r" t="t"/>
                <a:pathLst>
                  <a:path extrusionOk="0" h="1906" w="8835">
                    <a:moveTo>
                      <a:pt x="7882" y="155"/>
                    </a:moveTo>
                    <a:cubicBezTo>
                      <a:pt x="8323" y="155"/>
                      <a:pt x="8680" y="512"/>
                      <a:pt x="8680" y="953"/>
                    </a:cubicBezTo>
                    <a:cubicBezTo>
                      <a:pt x="8680" y="1393"/>
                      <a:pt x="8323" y="1750"/>
                      <a:pt x="7882" y="1750"/>
                    </a:cubicBezTo>
                    <a:lnTo>
                      <a:pt x="953" y="1750"/>
                    </a:lnTo>
                    <a:cubicBezTo>
                      <a:pt x="512" y="1750"/>
                      <a:pt x="155" y="1393"/>
                      <a:pt x="155" y="953"/>
                    </a:cubicBezTo>
                    <a:cubicBezTo>
                      <a:pt x="155" y="512"/>
                      <a:pt x="512" y="155"/>
                      <a:pt x="953" y="155"/>
                    </a:cubicBezTo>
                    <a:close/>
                    <a:moveTo>
                      <a:pt x="953" y="0"/>
                    </a:moveTo>
                    <a:cubicBezTo>
                      <a:pt x="429" y="0"/>
                      <a:pt x="0" y="429"/>
                      <a:pt x="0" y="953"/>
                    </a:cubicBezTo>
                    <a:cubicBezTo>
                      <a:pt x="0" y="1476"/>
                      <a:pt x="429" y="1905"/>
                      <a:pt x="953" y="1905"/>
                    </a:cubicBezTo>
                    <a:lnTo>
                      <a:pt x="7882" y="1905"/>
                    </a:lnTo>
                    <a:cubicBezTo>
                      <a:pt x="8406" y="1905"/>
                      <a:pt x="8835" y="1476"/>
                      <a:pt x="8835" y="953"/>
                    </a:cubicBezTo>
                    <a:cubicBezTo>
                      <a:pt x="8835" y="429"/>
                      <a:pt x="8406" y="0"/>
                      <a:pt x="7882"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25"/>
              <p:cNvSpPr/>
              <p:nvPr/>
            </p:nvSpPr>
            <p:spPr>
              <a:xfrm>
                <a:off x="4464048" y="201352"/>
                <a:ext cx="52024" cy="52072"/>
              </a:xfrm>
              <a:custGeom>
                <a:rect b="b" l="l" r="r" t="t"/>
                <a:pathLst>
                  <a:path extrusionOk="0" h="1097" w="1096">
                    <a:moveTo>
                      <a:pt x="548" y="144"/>
                    </a:moveTo>
                    <a:cubicBezTo>
                      <a:pt x="774" y="144"/>
                      <a:pt x="953" y="322"/>
                      <a:pt x="953" y="549"/>
                    </a:cubicBezTo>
                    <a:cubicBezTo>
                      <a:pt x="953" y="763"/>
                      <a:pt x="774" y="941"/>
                      <a:pt x="548" y="941"/>
                    </a:cubicBezTo>
                    <a:cubicBezTo>
                      <a:pt x="333" y="941"/>
                      <a:pt x="155" y="763"/>
                      <a:pt x="155" y="549"/>
                    </a:cubicBezTo>
                    <a:cubicBezTo>
                      <a:pt x="155" y="322"/>
                      <a:pt x="333" y="144"/>
                      <a:pt x="548" y="144"/>
                    </a:cubicBezTo>
                    <a:close/>
                    <a:moveTo>
                      <a:pt x="548" y="1"/>
                    </a:moveTo>
                    <a:cubicBezTo>
                      <a:pt x="250" y="1"/>
                      <a:pt x="0" y="251"/>
                      <a:pt x="0" y="549"/>
                    </a:cubicBezTo>
                    <a:cubicBezTo>
                      <a:pt x="0" y="846"/>
                      <a:pt x="250" y="1096"/>
                      <a:pt x="548" y="1096"/>
                    </a:cubicBezTo>
                    <a:cubicBezTo>
                      <a:pt x="845" y="1096"/>
                      <a:pt x="1095" y="846"/>
                      <a:pt x="1095" y="549"/>
                    </a:cubicBezTo>
                    <a:cubicBezTo>
                      <a:pt x="1095" y="251"/>
                      <a:pt x="845" y="1"/>
                      <a:pt x="54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478" name="Google Shape;478;p25"/>
          <p:cNvSpPr txBox="1"/>
          <p:nvPr>
            <p:ph type="title"/>
          </p:nvPr>
        </p:nvSpPr>
        <p:spPr>
          <a:xfrm>
            <a:off x="2135550" y="1379600"/>
            <a:ext cx="4872900" cy="1601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800"/>
              <a:buNone/>
              <a:defRPr sz="9600"/>
            </a:lvl1pPr>
            <a:lvl2pPr lvl="1" rtl="0" algn="ctr">
              <a:spcBef>
                <a:spcPts val="0"/>
              </a:spcBef>
              <a:spcAft>
                <a:spcPts val="0"/>
              </a:spcAft>
              <a:buSzPts val="2800"/>
              <a:buNone/>
              <a:defRPr/>
            </a:lvl2pPr>
            <a:lvl3pPr lvl="2" rtl="0" algn="ctr">
              <a:spcBef>
                <a:spcPts val="0"/>
              </a:spcBef>
              <a:spcAft>
                <a:spcPts val="0"/>
              </a:spcAft>
              <a:buSzPts val="2800"/>
              <a:buNone/>
              <a:defRPr/>
            </a:lvl3pPr>
            <a:lvl4pPr lvl="3" rtl="0" algn="ctr">
              <a:spcBef>
                <a:spcPts val="0"/>
              </a:spcBef>
              <a:spcAft>
                <a:spcPts val="0"/>
              </a:spcAft>
              <a:buSzPts val="2800"/>
              <a:buNone/>
              <a:defRPr/>
            </a:lvl4pPr>
            <a:lvl5pPr lvl="4" rtl="0" algn="ctr">
              <a:spcBef>
                <a:spcPts val="0"/>
              </a:spcBef>
              <a:spcAft>
                <a:spcPts val="0"/>
              </a:spcAft>
              <a:buSzPts val="2800"/>
              <a:buNone/>
              <a:defRPr/>
            </a:lvl5pPr>
            <a:lvl6pPr lvl="5" rtl="0" algn="ctr">
              <a:spcBef>
                <a:spcPts val="0"/>
              </a:spcBef>
              <a:spcAft>
                <a:spcPts val="0"/>
              </a:spcAft>
              <a:buSzPts val="2800"/>
              <a:buNone/>
              <a:defRPr/>
            </a:lvl6pPr>
            <a:lvl7pPr lvl="6" rtl="0" algn="ctr">
              <a:spcBef>
                <a:spcPts val="0"/>
              </a:spcBef>
              <a:spcAft>
                <a:spcPts val="0"/>
              </a:spcAft>
              <a:buSzPts val="2800"/>
              <a:buNone/>
              <a:defRPr/>
            </a:lvl7pPr>
            <a:lvl8pPr lvl="7" rtl="0" algn="ctr">
              <a:spcBef>
                <a:spcPts val="0"/>
              </a:spcBef>
              <a:spcAft>
                <a:spcPts val="0"/>
              </a:spcAft>
              <a:buSzPts val="2800"/>
              <a:buNone/>
              <a:defRPr/>
            </a:lvl8pPr>
            <a:lvl9pPr lvl="8" rtl="0" algn="ctr">
              <a:spcBef>
                <a:spcPts val="0"/>
              </a:spcBef>
              <a:spcAft>
                <a:spcPts val="0"/>
              </a:spcAft>
              <a:buSzPts val="2800"/>
              <a:buNone/>
              <a:defRPr/>
            </a:lvl9pPr>
          </a:lstStyle>
          <a:p/>
        </p:txBody>
      </p:sp>
      <p:sp>
        <p:nvSpPr>
          <p:cNvPr id="479" name="Google Shape;479;p25"/>
          <p:cNvSpPr txBox="1"/>
          <p:nvPr>
            <p:ph idx="1" type="subTitle"/>
          </p:nvPr>
        </p:nvSpPr>
        <p:spPr>
          <a:xfrm>
            <a:off x="2135550" y="2963000"/>
            <a:ext cx="4872900" cy="801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800"/>
              <a:buNone/>
              <a:defRPr/>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11_1">
    <p:spTree>
      <p:nvGrpSpPr>
        <p:cNvPr id="480" name="Shape 480"/>
        <p:cNvGrpSpPr/>
        <p:nvPr/>
      </p:nvGrpSpPr>
      <p:grpSpPr>
        <a:xfrm>
          <a:off x="0" y="0"/>
          <a:ext cx="0" cy="0"/>
          <a:chOff x="0" y="0"/>
          <a:chExt cx="0" cy="0"/>
        </a:xfrm>
      </p:grpSpPr>
      <p:grpSp>
        <p:nvGrpSpPr>
          <p:cNvPr id="481" name="Google Shape;481;p26"/>
          <p:cNvGrpSpPr/>
          <p:nvPr/>
        </p:nvGrpSpPr>
        <p:grpSpPr>
          <a:xfrm flipH="1">
            <a:off x="-9513" y="-6"/>
            <a:ext cx="9177947" cy="5143519"/>
            <a:chOff x="-9513" y="-6"/>
            <a:chExt cx="9177947" cy="5143519"/>
          </a:xfrm>
        </p:grpSpPr>
        <p:sp>
          <p:nvSpPr>
            <p:cNvPr id="482" name="Google Shape;482;p26"/>
            <p:cNvSpPr/>
            <p:nvPr/>
          </p:nvSpPr>
          <p:spPr>
            <a:xfrm>
              <a:off x="319050" y="283350"/>
              <a:ext cx="8505900" cy="4576800"/>
            </a:xfrm>
            <a:prstGeom prst="roundRect">
              <a:avLst>
                <a:gd fmla="val 3396" name="adj"/>
              </a:avLst>
            </a:prstGeom>
            <a:solidFill>
              <a:schemeClr val="accent4"/>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26"/>
            <p:cNvSpPr/>
            <p:nvPr/>
          </p:nvSpPr>
          <p:spPr>
            <a:xfrm>
              <a:off x="7132742" y="2"/>
              <a:ext cx="1612254" cy="1208486"/>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26"/>
            <p:cNvSpPr/>
            <p:nvPr/>
          </p:nvSpPr>
          <p:spPr>
            <a:xfrm>
              <a:off x="6426313" y="-6"/>
              <a:ext cx="1250789" cy="937634"/>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26"/>
            <p:cNvSpPr/>
            <p:nvPr/>
          </p:nvSpPr>
          <p:spPr>
            <a:xfrm>
              <a:off x="743298" y="3878776"/>
              <a:ext cx="1664900" cy="1264737"/>
            </a:xfrm>
            <a:custGeom>
              <a:rect b="b" l="l" r="r" t="t"/>
              <a:pathLst>
                <a:path extrusionOk="0" h="19743" w="24157">
                  <a:moveTo>
                    <a:pt x="1676" y="0"/>
                  </a:moveTo>
                  <a:cubicBezTo>
                    <a:pt x="1185" y="0"/>
                    <a:pt x="818" y="164"/>
                    <a:pt x="491" y="532"/>
                  </a:cubicBezTo>
                  <a:cubicBezTo>
                    <a:pt x="0" y="1022"/>
                    <a:pt x="0" y="2044"/>
                    <a:pt x="654" y="2575"/>
                  </a:cubicBezTo>
                  <a:lnTo>
                    <a:pt x="19742" y="19743"/>
                  </a:lnTo>
                  <a:lnTo>
                    <a:pt x="24157" y="19743"/>
                  </a:lnTo>
                  <a:lnTo>
                    <a:pt x="2534" y="327"/>
                  </a:lnTo>
                  <a:cubicBezTo>
                    <a:pt x="2371" y="0"/>
                    <a:pt x="2044" y="0"/>
                    <a:pt x="1676"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26"/>
            <p:cNvSpPr/>
            <p:nvPr/>
          </p:nvSpPr>
          <p:spPr>
            <a:xfrm rot="10800000">
              <a:off x="-9513" y="3652041"/>
              <a:ext cx="1143784" cy="1085055"/>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26"/>
            <p:cNvSpPr/>
            <p:nvPr/>
          </p:nvSpPr>
          <p:spPr>
            <a:xfrm rot="10800000">
              <a:off x="-9513" y="2774418"/>
              <a:ext cx="1143784" cy="1085055"/>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26"/>
            <p:cNvSpPr/>
            <p:nvPr/>
          </p:nvSpPr>
          <p:spPr>
            <a:xfrm>
              <a:off x="7972352" y="1381124"/>
              <a:ext cx="1196082" cy="1134709"/>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89" name="Google Shape;489;p26"/>
          <p:cNvGrpSpPr/>
          <p:nvPr/>
        </p:nvGrpSpPr>
        <p:grpSpPr>
          <a:xfrm flipH="1">
            <a:off x="4296335" y="75177"/>
            <a:ext cx="581170" cy="125403"/>
            <a:chOff x="4685288" y="186288"/>
            <a:chExt cx="419375" cy="90485"/>
          </a:xfrm>
        </p:grpSpPr>
        <p:sp>
          <p:nvSpPr>
            <p:cNvPr id="490" name="Google Shape;490;p26"/>
            <p:cNvSpPr/>
            <p:nvPr/>
          </p:nvSpPr>
          <p:spPr>
            <a:xfrm>
              <a:off x="4687513" y="186288"/>
              <a:ext cx="414900" cy="822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1" name="Google Shape;491;p26"/>
            <p:cNvGrpSpPr/>
            <p:nvPr/>
          </p:nvGrpSpPr>
          <p:grpSpPr>
            <a:xfrm>
              <a:off x="4685288" y="186300"/>
              <a:ext cx="419375" cy="90473"/>
              <a:chOff x="4390000" y="182175"/>
              <a:chExt cx="419375" cy="90473"/>
            </a:xfrm>
          </p:grpSpPr>
          <p:sp>
            <p:nvSpPr>
              <p:cNvPr id="492" name="Google Shape;492;p26"/>
              <p:cNvSpPr/>
              <p:nvPr/>
            </p:nvSpPr>
            <p:spPr>
              <a:xfrm>
                <a:off x="4390000" y="182175"/>
                <a:ext cx="419375" cy="90473"/>
              </a:xfrm>
              <a:custGeom>
                <a:rect b="b" l="l" r="r" t="t"/>
                <a:pathLst>
                  <a:path extrusionOk="0" h="1906" w="8835">
                    <a:moveTo>
                      <a:pt x="7882" y="155"/>
                    </a:moveTo>
                    <a:cubicBezTo>
                      <a:pt x="8323" y="155"/>
                      <a:pt x="8680" y="512"/>
                      <a:pt x="8680" y="953"/>
                    </a:cubicBezTo>
                    <a:cubicBezTo>
                      <a:pt x="8680" y="1393"/>
                      <a:pt x="8323" y="1750"/>
                      <a:pt x="7882" y="1750"/>
                    </a:cubicBezTo>
                    <a:lnTo>
                      <a:pt x="953" y="1750"/>
                    </a:lnTo>
                    <a:cubicBezTo>
                      <a:pt x="512" y="1750"/>
                      <a:pt x="155" y="1393"/>
                      <a:pt x="155" y="953"/>
                    </a:cubicBezTo>
                    <a:cubicBezTo>
                      <a:pt x="155" y="512"/>
                      <a:pt x="512" y="155"/>
                      <a:pt x="953" y="155"/>
                    </a:cubicBezTo>
                    <a:close/>
                    <a:moveTo>
                      <a:pt x="953" y="0"/>
                    </a:moveTo>
                    <a:cubicBezTo>
                      <a:pt x="429" y="0"/>
                      <a:pt x="0" y="429"/>
                      <a:pt x="0" y="953"/>
                    </a:cubicBezTo>
                    <a:cubicBezTo>
                      <a:pt x="0" y="1476"/>
                      <a:pt x="429" y="1905"/>
                      <a:pt x="953" y="1905"/>
                    </a:cubicBezTo>
                    <a:lnTo>
                      <a:pt x="7882" y="1905"/>
                    </a:lnTo>
                    <a:cubicBezTo>
                      <a:pt x="8406" y="1905"/>
                      <a:pt x="8835" y="1476"/>
                      <a:pt x="8835" y="953"/>
                    </a:cubicBezTo>
                    <a:cubicBezTo>
                      <a:pt x="8835" y="429"/>
                      <a:pt x="8406" y="0"/>
                      <a:pt x="7882"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26"/>
              <p:cNvSpPr/>
              <p:nvPr/>
            </p:nvSpPr>
            <p:spPr>
              <a:xfrm>
                <a:off x="4464048" y="201352"/>
                <a:ext cx="52024" cy="52072"/>
              </a:xfrm>
              <a:custGeom>
                <a:rect b="b" l="l" r="r" t="t"/>
                <a:pathLst>
                  <a:path extrusionOk="0" h="1097" w="1096">
                    <a:moveTo>
                      <a:pt x="548" y="144"/>
                    </a:moveTo>
                    <a:cubicBezTo>
                      <a:pt x="774" y="144"/>
                      <a:pt x="953" y="322"/>
                      <a:pt x="953" y="549"/>
                    </a:cubicBezTo>
                    <a:cubicBezTo>
                      <a:pt x="953" y="763"/>
                      <a:pt x="774" y="941"/>
                      <a:pt x="548" y="941"/>
                    </a:cubicBezTo>
                    <a:cubicBezTo>
                      <a:pt x="333" y="941"/>
                      <a:pt x="155" y="763"/>
                      <a:pt x="155" y="549"/>
                    </a:cubicBezTo>
                    <a:cubicBezTo>
                      <a:pt x="155" y="322"/>
                      <a:pt x="333" y="144"/>
                      <a:pt x="548" y="144"/>
                    </a:cubicBezTo>
                    <a:close/>
                    <a:moveTo>
                      <a:pt x="548" y="1"/>
                    </a:moveTo>
                    <a:cubicBezTo>
                      <a:pt x="250" y="1"/>
                      <a:pt x="0" y="251"/>
                      <a:pt x="0" y="549"/>
                    </a:cubicBezTo>
                    <a:cubicBezTo>
                      <a:pt x="0" y="846"/>
                      <a:pt x="250" y="1096"/>
                      <a:pt x="548" y="1096"/>
                    </a:cubicBezTo>
                    <a:cubicBezTo>
                      <a:pt x="845" y="1096"/>
                      <a:pt x="1095" y="846"/>
                      <a:pt x="1095" y="549"/>
                    </a:cubicBezTo>
                    <a:cubicBezTo>
                      <a:pt x="1095" y="251"/>
                      <a:pt x="845" y="1"/>
                      <a:pt x="54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494" name="Google Shape;494;p26"/>
          <p:cNvSpPr txBox="1"/>
          <p:nvPr>
            <p:ph type="title"/>
          </p:nvPr>
        </p:nvSpPr>
        <p:spPr>
          <a:xfrm>
            <a:off x="2724150" y="1291488"/>
            <a:ext cx="3695700" cy="6930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34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495" name="Google Shape;495;p26"/>
          <p:cNvSpPr txBox="1"/>
          <p:nvPr>
            <p:ph idx="1" type="subTitle"/>
          </p:nvPr>
        </p:nvSpPr>
        <p:spPr>
          <a:xfrm>
            <a:off x="2724150" y="2042113"/>
            <a:ext cx="3695700" cy="18099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800"/>
              <a:buNone/>
              <a:defRPr/>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11_1_1">
    <p:bg>
      <p:bgPr>
        <a:solidFill>
          <a:schemeClr val="accent2"/>
        </a:solidFill>
      </p:bgPr>
    </p:bg>
    <p:spTree>
      <p:nvGrpSpPr>
        <p:cNvPr id="496" name="Shape 496"/>
        <p:cNvGrpSpPr/>
        <p:nvPr/>
      </p:nvGrpSpPr>
      <p:grpSpPr>
        <a:xfrm>
          <a:off x="0" y="0"/>
          <a:ext cx="0" cy="0"/>
          <a:chOff x="0" y="0"/>
          <a:chExt cx="0" cy="0"/>
        </a:xfrm>
      </p:grpSpPr>
      <p:sp>
        <p:nvSpPr>
          <p:cNvPr id="497" name="Google Shape;497;p27"/>
          <p:cNvSpPr txBox="1"/>
          <p:nvPr>
            <p:ph idx="1" type="body"/>
          </p:nvPr>
        </p:nvSpPr>
        <p:spPr>
          <a:xfrm>
            <a:off x="720000" y="1157450"/>
            <a:ext cx="4090200" cy="2616600"/>
          </a:xfrm>
          <a:prstGeom prst="rect">
            <a:avLst/>
          </a:prstGeom>
        </p:spPr>
        <p:txBody>
          <a:bodyPr anchorCtr="0" anchor="ctr" bIns="91425" lIns="91425" spcFirstLastPara="1" rIns="91425" wrap="square" tIns="91425">
            <a:noAutofit/>
          </a:bodyPr>
          <a:lstStyle>
            <a:lvl1pPr indent="-292100" lvl="0" marL="457200" rtl="0">
              <a:lnSpc>
                <a:spcPct val="100000"/>
              </a:lnSpc>
              <a:spcBef>
                <a:spcPts val="0"/>
              </a:spcBef>
              <a:spcAft>
                <a:spcPts val="0"/>
              </a:spcAft>
              <a:buSzPts val="1000"/>
              <a:buChar char="●"/>
              <a:defRPr sz="1600">
                <a:solidFill>
                  <a:srgbClr val="434343"/>
                </a:solidFill>
              </a:defRPr>
            </a:lvl1pPr>
            <a:lvl2pPr indent="-317500" lvl="1" marL="914400" rtl="0">
              <a:lnSpc>
                <a:spcPct val="115000"/>
              </a:lnSpc>
              <a:spcBef>
                <a:spcPts val="0"/>
              </a:spcBef>
              <a:spcAft>
                <a:spcPts val="0"/>
              </a:spcAft>
              <a:buSzPts val="1400"/>
              <a:buChar char="○"/>
              <a:defRPr>
                <a:solidFill>
                  <a:srgbClr val="434343"/>
                </a:solidFill>
              </a:defRPr>
            </a:lvl2pPr>
            <a:lvl3pPr indent="-317500" lvl="2" marL="1371600" rtl="0">
              <a:lnSpc>
                <a:spcPct val="115000"/>
              </a:lnSpc>
              <a:spcBef>
                <a:spcPts val="1600"/>
              </a:spcBef>
              <a:spcAft>
                <a:spcPts val="0"/>
              </a:spcAft>
              <a:buSzPts val="1400"/>
              <a:buChar char="■"/>
              <a:defRPr>
                <a:solidFill>
                  <a:srgbClr val="434343"/>
                </a:solidFill>
              </a:defRPr>
            </a:lvl3pPr>
            <a:lvl4pPr indent="-317500" lvl="3" marL="1828800" rtl="0">
              <a:lnSpc>
                <a:spcPct val="115000"/>
              </a:lnSpc>
              <a:spcBef>
                <a:spcPts val="1600"/>
              </a:spcBef>
              <a:spcAft>
                <a:spcPts val="0"/>
              </a:spcAft>
              <a:buSzPts val="1400"/>
              <a:buChar char="●"/>
              <a:defRPr>
                <a:solidFill>
                  <a:srgbClr val="434343"/>
                </a:solidFill>
              </a:defRPr>
            </a:lvl4pPr>
            <a:lvl5pPr indent="-317500" lvl="4" marL="2286000" rtl="0">
              <a:lnSpc>
                <a:spcPct val="115000"/>
              </a:lnSpc>
              <a:spcBef>
                <a:spcPts val="1600"/>
              </a:spcBef>
              <a:spcAft>
                <a:spcPts val="0"/>
              </a:spcAft>
              <a:buSzPts val="1400"/>
              <a:buChar char="○"/>
              <a:defRPr>
                <a:solidFill>
                  <a:srgbClr val="434343"/>
                </a:solidFill>
              </a:defRPr>
            </a:lvl5pPr>
            <a:lvl6pPr indent="-317500" lvl="5" marL="2743200" rtl="0">
              <a:lnSpc>
                <a:spcPct val="115000"/>
              </a:lnSpc>
              <a:spcBef>
                <a:spcPts val="1600"/>
              </a:spcBef>
              <a:spcAft>
                <a:spcPts val="0"/>
              </a:spcAft>
              <a:buSzPts val="1400"/>
              <a:buChar char="■"/>
              <a:defRPr>
                <a:solidFill>
                  <a:srgbClr val="434343"/>
                </a:solidFill>
              </a:defRPr>
            </a:lvl6pPr>
            <a:lvl7pPr indent="-317500" lvl="6" marL="3200400" rtl="0">
              <a:lnSpc>
                <a:spcPct val="115000"/>
              </a:lnSpc>
              <a:spcBef>
                <a:spcPts val="1600"/>
              </a:spcBef>
              <a:spcAft>
                <a:spcPts val="0"/>
              </a:spcAft>
              <a:buSzPts val="1400"/>
              <a:buChar char="●"/>
              <a:defRPr>
                <a:solidFill>
                  <a:srgbClr val="434343"/>
                </a:solidFill>
              </a:defRPr>
            </a:lvl7pPr>
            <a:lvl8pPr indent="-317500" lvl="7" marL="3657600" rtl="0">
              <a:lnSpc>
                <a:spcPct val="115000"/>
              </a:lnSpc>
              <a:spcBef>
                <a:spcPts val="1600"/>
              </a:spcBef>
              <a:spcAft>
                <a:spcPts val="0"/>
              </a:spcAft>
              <a:buSzPts val="1400"/>
              <a:buChar char="○"/>
              <a:defRPr>
                <a:solidFill>
                  <a:srgbClr val="434343"/>
                </a:solidFill>
              </a:defRPr>
            </a:lvl8pPr>
            <a:lvl9pPr indent="-317500" lvl="8" marL="4114800" rtl="0">
              <a:lnSpc>
                <a:spcPct val="115000"/>
              </a:lnSpc>
              <a:spcBef>
                <a:spcPts val="1600"/>
              </a:spcBef>
              <a:spcAft>
                <a:spcPts val="1600"/>
              </a:spcAft>
              <a:buSzPts val="1400"/>
              <a:buChar char="■"/>
              <a:defRPr>
                <a:solidFill>
                  <a:srgbClr val="434343"/>
                </a:solidFill>
              </a:defRPr>
            </a:lvl9pPr>
          </a:lstStyle>
          <a:p/>
        </p:txBody>
      </p:sp>
      <p:sp>
        <p:nvSpPr>
          <p:cNvPr id="498" name="Google Shape;498;p27"/>
          <p:cNvSpPr txBox="1"/>
          <p:nvPr>
            <p:ph type="title"/>
          </p:nvPr>
        </p:nvSpPr>
        <p:spPr>
          <a:xfrm>
            <a:off x="722375" y="530750"/>
            <a:ext cx="76992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17">
    <p:bg>
      <p:bgPr>
        <a:solidFill>
          <a:schemeClr val="accent2"/>
        </a:solidFill>
      </p:bgPr>
    </p:bg>
    <p:spTree>
      <p:nvGrpSpPr>
        <p:cNvPr id="499" name="Shape 499"/>
        <p:cNvGrpSpPr/>
        <p:nvPr/>
      </p:nvGrpSpPr>
      <p:grpSpPr>
        <a:xfrm>
          <a:off x="0" y="0"/>
          <a:ext cx="0" cy="0"/>
          <a:chOff x="0" y="0"/>
          <a:chExt cx="0" cy="0"/>
        </a:xfrm>
      </p:grpSpPr>
      <p:sp>
        <p:nvSpPr>
          <p:cNvPr id="500" name="Google Shape;500;p28"/>
          <p:cNvSpPr txBox="1"/>
          <p:nvPr>
            <p:ph type="title"/>
          </p:nvPr>
        </p:nvSpPr>
        <p:spPr>
          <a:xfrm>
            <a:off x="708175" y="982950"/>
            <a:ext cx="3309000" cy="18681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01" name="Google Shape;501;p28"/>
          <p:cNvSpPr txBox="1"/>
          <p:nvPr>
            <p:ph idx="1" type="subTitle"/>
          </p:nvPr>
        </p:nvSpPr>
        <p:spPr>
          <a:xfrm>
            <a:off x="708175" y="3155850"/>
            <a:ext cx="3309000" cy="1004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800"/>
              <a:buNone/>
              <a:defRPr sz="16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4">
  <p:cSld name="CUSTOM_17_1">
    <p:bg>
      <p:bgPr>
        <a:solidFill>
          <a:schemeClr val="accent2"/>
        </a:solidFill>
      </p:bgPr>
    </p:bg>
    <p:spTree>
      <p:nvGrpSpPr>
        <p:cNvPr id="502" name="Shape 502"/>
        <p:cNvGrpSpPr/>
        <p:nvPr/>
      </p:nvGrpSpPr>
      <p:grpSpPr>
        <a:xfrm>
          <a:off x="0" y="0"/>
          <a:ext cx="0" cy="0"/>
          <a:chOff x="0" y="0"/>
          <a:chExt cx="0" cy="0"/>
        </a:xfrm>
      </p:grpSpPr>
      <p:sp>
        <p:nvSpPr>
          <p:cNvPr id="503" name="Google Shape;503;p29"/>
          <p:cNvSpPr txBox="1"/>
          <p:nvPr>
            <p:ph type="title"/>
          </p:nvPr>
        </p:nvSpPr>
        <p:spPr>
          <a:xfrm>
            <a:off x="720892" y="1507738"/>
            <a:ext cx="3079800" cy="1004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04" name="Google Shape;504;p29"/>
          <p:cNvSpPr txBox="1"/>
          <p:nvPr>
            <p:ph idx="1" type="subTitle"/>
          </p:nvPr>
        </p:nvSpPr>
        <p:spPr>
          <a:xfrm>
            <a:off x="720892" y="2631063"/>
            <a:ext cx="3079800" cy="1004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800"/>
              <a:buNone/>
              <a:defRPr sz="16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grpSp>
        <p:nvGrpSpPr>
          <p:cNvPr id="505" name="Google Shape;505;p29"/>
          <p:cNvGrpSpPr/>
          <p:nvPr/>
        </p:nvGrpSpPr>
        <p:grpSpPr>
          <a:xfrm rot="5270711">
            <a:off x="1420376" y="-554645"/>
            <a:ext cx="1385941" cy="2705273"/>
            <a:chOff x="409722" y="228600"/>
            <a:chExt cx="1385931" cy="2705253"/>
          </a:xfrm>
        </p:grpSpPr>
        <p:grpSp>
          <p:nvGrpSpPr>
            <p:cNvPr id="506" name="Google Shape;506;p29"/>
            <p:cNvGrpSpPr/>
            <p:nvPr/>
          </p:nvGrpSpPr>
          <p:grpSpPr>
            <a:xfrm flipH="1" rot="-617154">
              <a:off x="575967" y="402323"/>
              <a:ext cx="1053440" cy="2450002"/>
              <a:chOff x="3817855" y="1437512"/>
              <a:chExt cx="541146" cy="1128254"/>
            </a:xfrm>
          </p:grpSpPr>
          <p:sp>
            <p:nvSpPr>
              <p:cNvPr id="507" name="Google Shape;507;p29"/>
              <p:cNvSpPr/>
              <p:nvPr/>
            </p:nvSpPr>
            <p:spPr>
              <a:xfrm>
                <a:off x="3817855" y="1437512"/>
                <a:ext cx="541146" cy="1128254"/>
              </a:xfrm>
              <a:custGeom>
                <a:rect b="b" l="l" r="r" t="t"/>
                <a:pathLst>
                  <a:path extrusionOk="0" h="59625" w="28598">
                    <a:moveTo>
                      <a:pt x="101" y="0"/>
                    </a:moveTo>
                    <a:lnTo>
                      <a:pt x="1" y="426"/>
                    </a:lnTo>
                    <a:cubicBezTo>
                      <a:pt x="16066" y="3359"/>
                      <a:pt x="28197" y="17344"/>
                      <a:pt x="28197" y="34161"/>
                    </a:cubicBezTo>
                    <a:lnTo>
                      <a:pt x="28197" y="34462"/>
                    </a:lnTo>
                    <a:cubicBezTo>
                      <a:pt x="28096" y="44286"/>
                      <a:pt x="23911" y="53058"/>
                      <a:pt x="17219" y="59324"/>
                    </a:cubicBezTo>
                    <a:lnTo>
                      <a:pt x="17545" y="59625"/>
                    </a:lnTo>
                    <a:cubicBezTo>
                      <a:pt x="24212" y="53359"/>
                      <a:pt x="28497" y="44386"/>
                      <a:pt x="28598" y="34462"/>
                    </a:cubicBezTo>
                    <a:lnTo>
                      <a:pt x="28598" y="34161"/>
                    </a:lnTo>
                    <a:cubicBezTo>
                      <a:pt x="28598" y="17143"/>
                      <a:pt x="16292" y="2933"/>
                      <a:pt x="101"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29"/>
              <p:cNvSpPr/>
              <p:nvPr/>
            </p:nvSpPr>
            <p:spPr>
              <a:xfrm>
                <a:off x="3985754" y="1615346"/>
                <a:ext cx="39378" cy="29898"/>
              </a:xfrm>
              <a:custGeom>
                <a:rect b="b" l="l" r="r" t="t"/>
                <a:pathLst>
                  <a:path extrusionOk="0" h="1580" w="2081">
                    <a:moveTo>
                      <a:pt x="1053" y="1"/>
                    </a:moveTo>
                    <a:cubicBezTo>
                      <a:pt x="0" y="1"/>
                      <a:pt x="0" y="1580"/>
                      <a:pt x="1053" y="1580"/>
                    </a:cubicBezTo>
                    <a:cubicBezTo>
                      <a:pt x="2080" y="1580"/>
                      <a:pt x="2080" y="1"/>
                      <a:pt x="1053" y="1"/>
                    </a:cubicBezTo>
                    <a:close/>
                  </a:path>
                </a:pathLst>
              </a:custGeom>
              <a:solidFill>
                <a:schemeClr val="accent3"/>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09" name="Google Shape;509;p29"/>
            <p:cNvSpPr/>
            <p:nvPr/>
          </p:nvSpPr>
          <p:spPr>
            <a:xfrm>
              <a:off x="1419225" y="228600"/>
              <a:ext cx="142800" cy="142800"/>
            </a:xfrm>
            <a:prstGeom prst="ellipse">
              <a:avLst/>
            </a:prstGeom>
            <a:solidFill>
              <a:schemeClr val="accent3"/>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5">
  <p:cSld name="CUSTOM_17_1_1">
    <p:bg>
      <p:bgPr>
        <a:solidFill>
          <a:schemeClr val="accent2"/>
        </a:solidFill>
      </p:bgPr>
    </p:bg>
    <p:spTree>
      <p:nvGrpSpPr>
        <p:cNvPr id="510" name="Shape 510"/>
        <p:cNvGrpSpPr/>
        <p:nvPr/>
      </p:nvGrpSpPr>
      <p:grpSpPr>
        <a:xfrm>
          <a:off x="0" y="0"/>
          <a:ext cx="0" cy="0"/>
          <a:chOff x="0" y="0"/>
          <a:chExt cx="0" cy="0"/>
        </a:xfrm>
      </p:grpSpPr>
      <p:sp>
        <p:nvSpPr>
          <p:cNvPr id="511" name="Google Shape;511;p30"/>
          <p:cNvSpPr txBox="1"/>
          <p:nvPr>
            <p:ph type="title"/>
          </p:nvPr>
        </p:nvSpPr>
        <p:spPr>
          <a:xfrm>
            <a:off x="4590700" y="1502321"/>
            <a:ext cx="2042100" cy="9420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12" name="Google Shape;512;p30"/>
          <p:cNvSpPr txBox="1"/>
          <p:nvPr>
            <p:ph idx="1" type="subTitle"/>
          </p:nvPr>
        </p:nvSpPr>
        <p:spPr>
          <a:xfrm>
            <a:off x="4590692" y="2636479"/>
            <a:ext cx="3081600" cy="1004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800"/>
              <a:buNone/>
              <a:defRPr sz="16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grpSp>
        <p:nvGrpSpPr>
          <p:cNvPr id="513" name="Google Shape;513;p30"/>
          <p:cNvGrpSpPr/>
          <p:nvPr/>
        </p:nvGrpSpPr>
        <p:grpSpPr>
          <a:xfrm flipH="1">
            <a:off x="7293739" y="564591"/>
            <a:ext cx="1385931" cy="2705253"/>
            <a:chOff x="409722" y="228600"/>
            <a:chExt cx="1385931" cy="2705253"/>
          </a:xfrm>
        </p:grpSpPr>
        <p:grpSp>
          <p:nvGrpSpPr>
            <p:cNvPr id="514" name="Google Shape;514;p30"/>
            <p:cNvGrpSpPr/>
            <p:nvPr/>
          </p:nvGrpSpPr>
          <p:grpSpPr>
            <a:xfrm flipH="1" rot="-617154">
              <a:off x="575967" y="402323"/>
              <a:ext cx="1053440" cy="2450002"/>
              <a:chOff x="3817855" y="1437512"/>
              <a:chExt cx="541146" cy="1128254"/>
            </a:xfrm>
          </p:grpSpPr>
          <p:sp>
            <p:nvSpPr>
              <p:cNvPr id="515" name="Google Shape;515;p30"/>
              <p:cNvSpPr/>
              <p:nvPr/>
            </p:nvSpPr>
            <p:spPr>
              <a:xfrm>
                <a:off x="3817855" y="1437512"/>
                <a:ext cx="541146" cy="1128254"/>
              </a:xfrm>
              <a:custGeom>
                <a:rect b="b" l="l" r="r" t="t"/>
                <a:pathLst>
                  <a:path extrusionOk="0" h="59625" w="28598">
                    <a:moveTo>
                      <a:pt x="101" y="0"/>
                    </a:moveTo>
                    <a:lnTo>
                      <a:pt x="1" y="426"/>
                    </a:lnTo>
                    <a:cubicBezTo>
                      <a:pt x="16066" y="3359"/>
                      <a:pt x="28197" y="17344"/>
                      <a:pt x="28197" y="34161"/>
                    </a:cubicBezTo>
                    <a:lnTo>
                      <a:pt x="28197" y="34462"/>
                    </a:lnTo>
                    <a:cubicBezTo>
                      <a:pt x="28096" y="44286"/>
                      <a:pt x="23911" y="53058"/>
                      <a:pt x="17219" y="59324"/>
                    </a:cubicBezTo>
                    <a:lnTo>
                      <a:pt x="17545" y="59625"/>
                    </a:lnTo>
                    <a:cubicBezTo>
                      <a:pt x="24212" y="53359"/>
                      <a:pt x="28497" y="44386"/>
                      <a:pt x="28598" y="34462"/>
                    </a:cubicBezTo>
                    <a:lnTo>
                      <a:pt x="28598" y="34161"/>
                    </a:lnTo>
                    <a:cubicBezTo>
                      <a:pt x="28598" y="17143"/>
                      <a:pt x="16292" y="2933"/>
                      <a:pt x="101"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30"/>
              <p:cNvSpPr/>
              <p:nvPr/>
            </p:nvSpPr>
            <p:spPr>
              <a:xfrm>
                <a:off x="3985754" y="1615346"/>
                <a:ext cx="39378" cy="29898"/>
              </a:xfrm>
              <a:custGeom>
                <a:rect b="b" l="l" r="r" t="t"/>
                <a:pathLst>
                  <a:path extrusionOk="0" h="1580" w="2081">
                    <a:moveTo>
                      <a:pt x="1053" y="1"/>
                    </a:moveTo>
                    <a:cubicBezTo>
                      <a:pt x="0" y="1"/>
                      <a:pt x="0" y="1580"/>
                      <a:pt x="1053" y="1580"/>
                    </a:cubicBezTo>
                    <a:cubicBezTo>
                      <a:pt x="2080" y="1580"/>
                      <a:pt x="2080" y="1"/>
                      <a:pt x="1053" y="1"/>
                    </a:cubicBezTo>
                    <a:close/>
                  </a:path>
                </a:pathLst>
              </a:custGeom>
              <a:solidFill>
                <a:schemeClr val="accent3"/>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17" name="Google Shape;517;p30"/>
            <p:cNvSpPr/>
            <p:nvPr/>
          </p:nvSpPr>
          <p:spPr>
            <a:xfrm>
              <a:off x="1419225" y="228600"/>
              <a:ext cx="142800" cy="142800"/>
            </a:xfrm>
            <a:prstGeom prst="ellipse">
              <a:avLst/>
            </a:prstGeom>
            <a:solidFill>
              <a:schemeClr val="accent3"/>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6">
  <p:cSld name="CUSTOM_17_1_1_1">
    <p:bg>
      <p:bgPr>
        <a:solidFill>
          <a:schemeClr val="accent2"/>
        </a:solidFill>
      </p:bgPr>
    </p:bg>
    <p:spTree>
      <p:nvGrpSpPr>
        <p:cNvPr id="518" name="Shape 518"/>
        <p:cNvGrpSpPr/>
        <p:nvPr/>
      </p:nvGrpSpPr>
      <p:grpSpPr>
        <a:xfrm>
          <a:off x="0" y="0"/>
          <a:ext cx="0" cy="0"/>
          <a:chOff x="0" y="0"/>
          <a:chExt cx="0" cy="0"/>
        </a:xfrm>
      </p:grpSpPr>
      <p:sp>
        <p:nvSpPr>
          <p:cNvPr id="519" name="Google Shape;519;p31"/>
          <p:cNvSpPr txBox="1"/>
          <p:nvPr>
            <p:ph idx="1" type="subTitle"/>
          </p:nvPr>
        </p:nvSpPr>
        <p:spPr>
          <a:xfrm>
            <a:off x="1576350" y="4171950"/>
            <a:ext cx="5991300" cy="414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800"/>
              <a:buNone/>
              <a:defRPr sz="16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520" name="Google Shape;520;p31"/>
          <p:cNvSpPr txBox="1"/>
          <p:nvPr>
            <p:ph type="title"/>
          </p:nvPr>
        </p:nvSpPr>
        <p:spPr>
          <a:xfrm>
            <a:off x="722375" y="530750"/>
            <a:ext cx="76992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521" name="Google Shape;521;p31"/>
          <p:cNvGrpSpPr/>
          <p:nvPr/>
        </p:nvGrpSpPr>
        <p:grpSpPr>
          <a:xfrm rot="10670711">
            <a:off x="7293742" y="564593"/>
            <a:ext cx="1385941" cy="2705273"/>
            <a:chOff x="409722" y="228600"/>
            <a:chExt cx="1385931" cy="2705253"/>
          </a:xfrm>
        </p:grpSpPr>
        <p:grpSp>
          <p:nvGrpSpPr>
            <p:cNvPr id="522" name="Google Shape;522;p31"/>
            <p:cNvGrpSpPr/>
            <p:nvPr/>
          </p:nvGrpSpPr>
          <p:grpSpPr>
            <a:xfrm flipH="1" rot="-617154">
              <a:off x="575967" y="402323"/>
              <a:ext cx="1053440" cy="2450002"/>
              <a:chOff x="3817855" y="1437512"/>
              <a:chExt cx="541146" cy="1128254"/>
            </a:xfrm>
          </p:grpSpPr>
          <p:sp>
            <p:nvSpPr>
              <p:cNvPr id="523" name="Google Shape;523;p31"/>
              <p:cNvSpPr/>
              <p:nvPr/>
            </p:nvSpPr>
            <p:spPr>
              <a:xfrm>
                <a:off x="3817855" y="1437512"/>
                <a:ext cx="541146" cy="1128254"/>
              </a:xfrm>
              <a:custGeom>
                <a:rect b="b" l="l" r="r" t="t"/>
                <a:pathLst>
                  <a:path extrusionOk="0" h="59625" w="28598">
                    <a:moveTo>
                      <a:pt x="101" y="0"/>
                    </a:moveTo>
                    <a:lnTo>
                      <a:pt x="1" y="426"/>
                    </a:lnTo>
                    <a:cubicBezTo>
                      <a:pt x="16066" y="3359"/>
                      <a:pt x="28197" y="17344"/>
                      <a:pt x="28197" y="34161"/>
                    </a:cubicBezTo>
                    <a:lnTo>
                      <a:pt x="28197" y="34462"/>
                    </a:lnTo>
                    <a:cubicBezTo>
                      <a:pt x="28096" y="44286"/>
                      <a:pt x="23911" y="53058"/>
                      <a:pt x="17219" y="59324"/>
                    </a:cubicBezTo>
                    <a:lnTo>
                      <a:pt x="17545" y="59625"/>
                    </a:lnTo>
                    <a:cubicBezTo>
                      <a:pt x="24212" y="53359"/>
                      <a:pt x="28497" y="44386"/>
                      <a:pt x="28598" y="34462"/>
                    </a:cubicBezTo>
                    <a:lnTo>
                      <a:pt x="28598" y="34161"/>
                    </a:lnTo>
                    <a:cubicBezTo>
                      <a:pt x="28598" y="17143"/>
                      <a:pt x="16292" y="2933"/>
                      <a:pt x="101"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31"/>
              <p:cNvSpPr/>
              <p:nvPr/>
            </p:nvSpPr>
            <p:spPr>
              <a:xfrm>
                <a:off x="3985754" y="1615346"/>
                <a:ext cx="39378" cy="29898"/>
              </a:xfrm>
              <a:custGeom>
                <a:rect b="b" l="l" r="r" t="t"/>
                <a:pathLst>
                  <a:path extrusionOk="0" h="1580" w="2081">
                    <a:moveTo>
                      <a:pt x="1053" y="1"/>
                    </a:moveTo>
                    <a:cubicBezTo>
                      <a:pt x="0" y="1"/>
                      <a:pt x="0" y="1580"/>
                      <a:pt x="1053" y="1580"/>
                    </a:cubicBezTo>
                    <a:cubicBezTo>
                      <a:pt x="2080" y="1580"/>
                      <a:pt x="2080" y="1"/>
                      <a:pt x="1053" y="1"/>
                    </a:cubicBezTo>
                    <a:close/>
                  </a:path>
                </a:pathLst>
              </a:custGeom>
              <a:solidFill>
                <a:schemeClr val="accent3"/>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5" name="Google Shape;525;p31"/>
            <p:cNvSpPr/>
            <p:nvPr/>
          </p:nvSpPr>
          <p:spPr>
            <a:xfrm>
              <a:off x="1419225" y="228600"/>
              <a:ext cx="142800" cy="142800"/>
            </a:xfrm>
            <a:prstGeom prst="ellipse">
              <a:avLst/>
            </a:prstGeom>
            <a:solidFill>
              <a:schemeClr val="accent3"/>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6" name="Google Shape;526;p31"/>
          <p:cNvGrpSpPr/>
          <p:nvPr/>
        </p:nvGrpSpPr>
        <p:grpSpPr>
          <a:xfrm rot="-129289">
            <a:off x="464317" y="1717068"/>
            <a:ext cx="1385941" cy="2705273"/>
            <a:chOff x="409722" y="228600"/>
            <a:chExt cx="1385931" cy="2705253"/>
          </a:xfrm>
        </p:grpSpPr>
        <p:grpSp>
          <p:nvGrpSpPr>
            <p:cNvPr id="527" name="Google Shape;527;p31"/>
            <p:cNvGrpSpPr/>
            <p:nvPr/>
          </p:nvGrpSpPr>
          <p:grpSpPr>
            <a:xfrm flipH="1" rot="-617154">
              <a:off x="575967" y="402323"/>
              <a:ext cx="1053440" cy="2450002"/>
              <a:chOff x="3817855" y="1437512"/>
              <a:chExt cx="541146" cy="1128254"/>
            </a:xfrm>
          </p:grpSpPr>
          <p:sp>
            <p:nvSpPr>
              <p:cNvPr id="528" name="Google Shape;528;p31"/>
              <p:cNvSpPr/>
              <p:nvPr/>
            </p:nvSpPr>
            <p:spPr>
              <a:xfrm>
                <a:off x="3817855" y="1437512"/>
                <a:ext cx="541146" cy="1128254"/>
              </a:xfrm>
              <a:custGeom>
                <a:rect b="b" l="l" r="r" t="t"/>
                <a:pathLst>
                  <a:path extrusionOk="0" h="59625" w="28598">
                    <a:moveTo>
                      <a:pt x="101" y="0"/>
                    </a:moveTo>
                    <a:lnTo>
                      <a:pt x="1" y="426"/>
                    </a:lnTo>
                    <a:cubicBezTo>
                      <a:pt x="16066" y="3359"/>
                      <a:pt x="28197" y="17344"/>
                      <a:pt x="28197" y="34161"/>
                    </a:cubicBezTo>
                    <a:lnTo>
                      <a:pt x="28197" y="34462"/>
                    </a:lnTo>
                    <a:cubicBezTo>
                      <a:pt x="28096" y="44286"/>
                      <a:pt x="23911" y="53058"/>
                      <a:pt x="17219" y="59324"/>
                    </a:cubicBezTo>
                    <a:lnTo>
                      <a:pt x="17545" y="59625"/>
                    </a:lnTo>
                    <a:cubicBezTo>
                      <a:pt x="24212" y="53359"/>
                      <a:pt x="28497" y="44386"/>
                      <a:pt x="28598" y="34462"/>
                    </a:cubicBezTo>
                    <a:lnTo>
                      <a:pt x="28598" y="34161"/>
                    </a:lnTo>
                    <a:cubicBezTo>
                      <a:pt x="28598" y="17143"/>
                      <a:pt x="16292" y="2933"/>
                      <a:pt x="101"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31"/>
              <p:cNvSpPr/>
              <p:nvPr/>
            </p:nvSpPr>
            <p:spPr>
              <a:xfrm>
                <a:off x="3985754" y="1615346"/>
                <a:ext cx="39378" cy="29898"/>
              </a:xfrm>
              <a:custGeom>
                <a:rect b="b" l="l" r="r" t="t"/>
                <a:pathLst>
                  <a:path extrusionOk="0" h="1580" w="2081">
                    <a:moveTo>
                      <a:pt x="1053" y="1"/>
                    </a:moveTo>
                    <a:cubicBezTo>
                      <a:pt x="0" y="1"/>
                      <a:pt x="0" y="1580"/>
                      <a:pt x="1053" y="1580"/>
                    </a:cubicBezTo>
                    <a:cubicBezTo>
                      <a:pt x="2080" y="1580"/>
                      <a:pt x="2080" y="1"/>
                      <a:pt x="1053" y="1"/>
                    </a:cubicBezTo>
                    <a:close/>
                  </a:path>
                </a:pathLst>
              </a:custGeom>
              <a:solidFill>
                <a:schemeClr val="accent3"/>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30" name="Google Shape;530;p31"/>
            <p:cNvSpPr/>
            <p:nvPr/>
          </p:nvSpPr>
          <p:spPr>
            <a:xfrm>
              <a:off x="1419225" y="228600"/>
              <a:ext cx="142800" cy="142800"/>
            </a:xfrm>
            <a:prstGeom prst="ellipse">
              <a:avLst/>
            </a:prstGeom>
            <a:solidFill>
              <a:schemeClr val="accent3"/>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7">
  <p:cSld name="CUSTOM_17_1_1_1_2">
    <p:bg>
      <p:bgPr>
        <a:solidFill>
          <a:schemeClr val="accent2"/>
        </a:solidFill>
      </p:bgPr>
    </p:bg>
    <p:spTree>
      <p:nvGrpSpPr>
        <p:cNvPr id="531" name="Shape 531"/>
        <p:cNvGrpSpPr/>
        <p:nvPr/>
      </p:nvGrpSpPr>
      <p:grpSpPr>
        <a:xfrm>
          <a:off x="0" y="0"/>
          <a:ext cx="0" cy="0"/>
          <a:chOff x="0" y="0"/>
          <a:chExt cx="0" cy="0"/>
        </a:xfrm>
      </p:grpSpPr>
      <p:cxnSp>
        <p:nvCxnSpPr>
          <p:cNvPr id="532" name="Google Shape;532;p32"/>
          <p:cNvCxnSpPr/>
          <p:nvPr/>
        </p:nvCxnSpPr>
        <p:spPr>
          <a:xfrm rot="10800000">
            <a:off x="-123825" y="4171950"/>
            <a:ext cx="5791200" cy="0"/>
          </a:xfrm>
          <a:prstGeom prst="straightConnector1">
            <a:avLst/>
          </a:prstGeom>
          <a:noFill/>
          <a:ln cap="flat" cmpd="sng" w="28575">
            <a:solidFill>
              <a:schemeClr val="accent5"/>
            </a:solidFill>
            <a:prstDash val="solid"/>
            <a:round/>
            <a:headEnd len="med" w="med" type="none"/>
            <a:tailEnd len="med" w="med" type="none"/>
          </a:ln>
        </p:spPr>
      </p:cxnSp>
      <p:sp>
        <p:nvSpPr>
          <p:cNvPr id="533" name="Google Shape;533;p32"/>
          <p:cNvSpPr txBox="1"/>
          <p:nvPr>
            <p:ph idx="1" type="subTitle"/>
          </p:nvPr>
        </p:nvSpPr>
        <p:spPr>
          <a:xfrm>
            <a:off x="5302455" y="2342755"/>
            <a:ext cx="2995200" cy="12795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800"/>
              <a:buNone/>
              <a:defRPr sz="16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534" name="Google Shape;534;p32"/>
          <p:cNvSpPr txBox="1"/>
          <p:nvPr>
            <p:ph type="title"/>
          </p:nvPr>
        </p:nvSpPr>
        <p:spPr>
          <a:xfrm>
            <a:off x="722375" y="530750"/>
            <a:ext cx="76992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535" name="Google Shape;535;p32"/>
          <p:cNvGrpSpPr/>
          <p:nvPr/>
        </p:nvGrpSpPr>
        <p:grpSpPr>
          <a:xfrm>
            <a:off x="185862" y="2971418"/>
            <a:ext cx="898624" cy="1399943"/>
            <a:chOff x="1029350" y="2586825"/>
            <a:chExt cx="1127225" cy="1756075"/>
          </a:xfrm>
        </p:grpSpPr>
        <p:sp>
          <p:nvSpPr>
            <p:cNvPr id="536" name="Google Shape;536;p32"/>
            <p:cNvSpPr/>
            <p:nvPr/>
          </p:nvSpPr>
          <p:spPr>
            <a:xfrm>
              <a:off x="1293025" y="2586825"/>
              <a:ext cx="608900" cy="818625"/>
            </a:xfrm>
            <a:custGeom>
              <a:rect b="b" l="l" r="r" t="t"/>
              <a:pathLst>
                <a:path extrusionOk="0" h="32745" w="24356">
                  <a:moveTo>
                    <a:pt x="12925" y="0"/>
                  </a:moveTo>
                  <a:cubicBezTo>
                    <a:pt x="6916" y="0"/>
                    <a:pt x="1600" y="6659"/>
                    <a:pt x="816" y="15331"/>
                  </a:cubicBezTo>
                  <a:cubicBezTo>
                    <a:pt x="1" y="24385"/>
                    <a:pt x="4437" y="32126"/>
                    <a:pt x="10730" y="32715"/>
                  </a:cubicBezTo>
                  <a:cubicBezTo>
                    <a:pt x="10961" y="32735"/>
                    <a:pt x="11192" y="32745"/>
                    <a:pt x="11422" y="32745"/>
                  </a:cubicBezTo>
                  <a:cubicBezTo>
                    <a:pt x="17396" y="32745"/>
                    <a:pt x="22756" y="26043"/>
                    <a:pt x="23541" y="17368"/>
                  </a:cubicBezTo>
                  <a:cubicBezTo>
                    <a:pt x="24356" y="8360"/>
                    <a:pt x="19919" y="574"/>
                    <a:pt x="13627" y="30"/>
                  </a:cubicBezTo>
                  <a:cubicBezTo>
                    <a:pt x="13392" y="10"/>
                    <a:pt x="13158" y="0"/>
                    <a:pt x="12925" y="0"/>
                  </a:cubicBezTo>
                  <a:close/>
                </a:path>
              </a:pathLst>
            </a:custGeom>
            <a:solidFill>
              <a:schemeClr val="accent1"/>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32"/>
            <p:cNvSpPr/>
            <p:nvPr/>
          </p:nvSpPr>
          <p:spPr>
            <a:xfrm>
              <a:off x="1484300" y="2596625"/>
              <a:ext cx="267100" cy="817125"/>
            </a:xfrm>
            <a:custGeom>
              <a:rect b="b" l="l" r="r" t="t"/>
              <a:pathLst>
                <a:path extrusionOk="0" h="32685" w="10684">
                  <a:moveTo>
                    <a:pt x="5931" y="1"/>
                  </a:moveTo>
                  <a:lnTo>
                    <a:pt x="4256" y="18742"/>
                  </a:lnTo>
                  <a:lnTo>
                    <a:pt x="408" y="12133"/>
                  </a:lnTo>
                  <a:lnTo>
                    <a:pt x="0" y="12585"/>
                  </a:lnTo>
                  <a:lnTo>
                    <a:pt x="4165" y="19783"/>
                  </a:lnTo>
                  <a:lnTo>
                    <a:pt x="3033" y="32639"/>
                  </a:lnTo>
                  <a:lnTo>
                    <a:pt x="3577" y="32685"/>
                  </a:lnTo>
                  <a:lnTo>
                    <a:pt x="4165" y="26121"/>
                  </a:lnTo>
                  <a:lnTo>
                    <a:pt x="4301" y="26302"/>
                  </a:lnTo>
                  <a:lnTo>
                    <a:pt x="10684" y="19285"/>
                  </a:lnTo>
                  <a:lnTo>
                    <a:pt x="10367" y="18742"/>
                  </a:lnTo>
                  <a:lnTo>
                    <a:pt x="4210" y="25442"/>
                  </a:lnTo>
                  <a:lnTo>
                    <a:pt x="4708" y="19964"/>
                  </a:lnTo>
                  <a:lnTo>
                    <a:pt x="4889" y="19783"/>
                  </a:lnTo>
                  <a:lnTo>
                    <a:pt x="4754" y="19557"/>
                  </a:lnTo>
                  <a:lnTo>
                    <a:pt x="6474" y="46"/>
                  </a:lnTo>
                  <a:lnTo>
                    <a:pt x="5931" y="1"/>
                  </a:lnTo>
                  <a:close/>
                </a:path>
              </a:pathLst>
            </a:custGeom>
            <a:solidFill>
              <a:schemeClr val="accent5"/>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32"/>
            <p:cNvSpPr/>
            <p:nvPr/>
          </p:nvSpPr>
          <p:spPr>
            <a:xfrm>
              <a:off x="1089325" y="3411475"/>
              <a:ext cx="1067250" cy="931425"/>
            </a:xfrm>
            <a:custGeom>
              <a:rect b="b" l="l" r="r" t="t"/>
              <a:pathLst>
                <a:path extrusionOk="0" h="37257" w="42690">
                  <a:moveTo>
                    <a:pt x="21367" y="0"/>
                  </a:moveTo>
                  <a:cubicBezTo>
                    <a:pt x="9552" y="0"/>
                    <a:pt x="1" y="8330"/>
                    <a:pt x="1" y="18606"/>
                  </a:cubicBezTo>
                  <a:cubicBezTo>
                    <a:pt x="1" y="28882"/>
                    <a:pt x="9552" y="37257"/>
                    <a:pt x="21367" y="37257"/>
                  </a:cubicBezTo>
                  <a:cubicBezTo>
                    <a:pt x="33137" y="37257"/>
                    <a:pt x="42689" y="28882"/>
                    <a:pt x="42689" y="18606"/>
                  </a:cubicBezTo>
                  <a:cubicBezTo>
                    <a:pt x="42689" y="8330"/>
                    <a:pt x="33137" y="0"/>
                    <a:pt x="21367" y="0"/>
                  </a:cubicBezTo>
                  <a:close/>
                </a:path>
              </a:pathLst>
            </a:custGeom>
            <a:solidFill>
              <a:schemeClr val="accent3"/>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32"/>
            <p:cNvSpPr/>
            <p:nvPr/>
          </p:nvSpPr>
          <p:spPr>
            <a:xfrm>
              <a:off x="1316800" y="3456725"/>
              <a:ext cx="613425" cy="363325"/>
            </a:xfrm>
            <a:custGeom>
              <a:rect b="b" l="l" r="r" t="t"/>
              <a:pathLst>
                <a:path extrusionOk="0" h="14533" w="24537">
                  <a:moveTo>
                    <a:pt x="12268" y="1"/>
                  </a:moveTo>
                  <a:cubicBezTo>
                    <a:pt x="5478" y="1"/>
                    <a:pt x="1" y="3260"/>
                    <a:pt x="1" y="7289"/>
                  </a:cubicBezTo>
                  <a:cubicBezTo>
                    <a:pt x="1" y="11273"/>
                    <a:pt x="5478" y="14532"/>
                    <a:pt x="12268" y="14532"/>
                  </a:cubicBezTo>
                  <a:cubicBezTo>
                    <a:pt x="19014" y="14532"/>
                    <a:pt x="24536" y="11273"/>
                    <a:pt x="24536" y="7289"/>
                  </a:cubicBezTo>
                  <a:cubicBezTo>
                    <a:pt x="24536" y="3260"/>
                    <a:pt x="19014" y="1"/>
                    <a:pt x="12268" y="1"/>
                  </a:cubicBezTo>
                  <a:close/>
                </a:path>
              </a:pathLst>
            </a:custGeom>
            <a:solidFill>
              <a:schemeClr val="accent6"/>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32"/>
            <p:cNvSpPr/>
            <p:nvPr/>
          </p:nvSpPr>
          <p:spPr>
            <a:xfrm>
              <a:off x="1029350" y="2977250"/>
              <a:ext cx="720925" cy="764525"/>
            </a:xfrm>
            <a:custGeom>
              <a:rect b="b" l="l" r="r" t="t"/>
              <a:pathLst>
                <a:path extrusionOk="0" h="30581" w="28837">
                  <a:moveTo>
                    <a:pt x="10477" y="0"/>
                  </a:moveTo>
                  <a:cubicBezTo>
                    <a:pt x="8956" y="0"/>
                    <a:pt x="7502" y="359"/>
                    <a:pt x="6202" y="1118"/>
                  </a:cubicBezTo>
                  <a:cubicBezTo>
                    <a:pt x="725" y="4286"/>
                    <a:pt x="0" y="13204"/>
                    <a:pt x="4572" y="21036"/>
                  </a:cubicBezTo>
                  <a:cubicBezTo>
                    <a:pt x="8010" y="26983"/>
                    <a:pt x="13509" y="30580"/>
                    <a:pt x="18335" y="30580"/>
                  </a:cubicBezTo>
                  <a:cubicBezTo>
                    <a:pt x="19865" y="30580"/>
                    <a:pt x="21327" y="30219"/>
                    <a:pt x="22635" y="29456"/>
                  </a:cubicBezTo>
                  <a:cubicBezTo>
                    <a:pt x="28112" y="26332"/>
                    <a:pt x="28837" y="17414"/>
                    <a:pt x="24310" y="9583"/>
                  </a:cubicBezTo>
                  <a:cubicBezTo>
                    <a:pt x="20832" y="3626"/>
                    <a:pt x="15311" y="0"/>
                    <a:pt x="10477" y="0"/>
                  </a:cubicBezTo>
                  <a:close/>
                </a:path>
              </a:pathLst>
            </a:custGeom>
            <a:solidFill>
              <a:schemeClr val="accent1"/>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32"/>
            <p:cNvSpPr/>
            <p:nvPr/>
          </p:nvSpPr>
          <p:spPr>
            <a:xfrm>
              <a:off x="1188925" y="3006300"/>
              <a:ext cx="423275" cy="715275"/>
            </a:xfrm>
            <a:custGeom>
              <a:rect b="b" l="l" r="r" t="t"/>
              <a:pathLst>
                <a:path extrusionOk="0" h="28611" w="16931">
                  <a:moveTo>
                    <a:pt x="453" y="1"/>
                  </a:moveTo>
                  <a:lnTo>
                    <a:pt x="0" y="272"/>
                  </a:lnTo>
                  <a:lnTo>
                    <a:pt x="9461" y="16569"/>
                  </a:lnTo>
                  <a:lnTo>
                    <a:pt x="2490" y="13355"/>
                  </a:lnTo>
                  <a:lnTo>
                    <a:pt x="2399" y="13989"/>
                  </a:lnTo>
                  <a:lnTo>
                    <a:pt x="10005" y="17475"/>
                  </a:lnTo>
                  <a:lnTo>
                    <a:pt x="16478" y="28611"/>
                  </a:lnTo>
                  <a:lnTo>
                    <a:pt x="16931" y="28339"/>
                  </a:lnTo>
                  <a:lnTo>
                    <a:pt x="13626" y="22635"/>
                  </a:lnTo>
                  <a:lnTo>
                    <a:pt x="13807" y="22726"/>
                  </a:lnTo>
                  <a:lnTo>
                    <a:pt x="14984" y="13265"/>
                  </a:lnTo>
                  <a:lnTo>
                    <a:pt x="14396" y="13038"/>
                  </a:lnTo>
                  <a:lnTo>
                    <a:pt x="13264" y="22047"/>
                  </a:lnTo>
                  <a:lnTo>
                    <a:pt x="10503" y="17294"/>
                  </a:lnTo>
                  <a:lnTo>
                    <a:pt x="10548" y="17067"/>
                  </a:lnTo>
                  <a:lnTo>
                    <a:pt x="10322" y="16931"/>
                  </a:lnTo>
                  <a:lnTo>
                    <a:pt x="453" y="1"/>
                  </a:lnTo>
                  <a:close/>
                </a:path>
              </a:pathLst>
            </a:custGeom>
            <a:solidFill>
              <a:schemeClr val="accent5"/>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32"/>
            <p:cNvSpPr/>
            <p:nvPr/>
          </p:nvSpPr>
          <p:spPr>
            <a:xfrm>
              <a:off x="1497875" y="2904700"/>
              <a:ext cx="607775" cy="817750"/>
            </a:xfrm>
            <a:custGeom>
              <a:rect b="b" l="l" r="r" t="t"/>
              <a:pathLst>
                <a:path extrusionOk="0" h="32710" w="24311">
                  <a:moveTo>
                    <a:pt x="12875" y="1"/>
                  </a:moveTo>
                  <a:cubicBezTo>
                    <a:pt x="6883" y="1"/>
                    <a:pt x="1552" y="6688"/>
                    <a:pt x="770" y="15337"/>
                  </a:cubicBezTo>
                  <a:cubicBezTo>
                    <a:pt x="1" y="24345"/>
                    <a:pt x="4437" y="32132"/>
                    <a:pt x="10684" y="32675"/>
                  </a:cubicBezTo>
                  <a:cubicBezTo>
                    <a:pt x="10936" y="32698"/>
                    <a:pt x="11186" y="32710"/>
                    <a:pt x="11436" y="32710"/>
                  </a:cubicBezTo>
                  <a:cubicBezTo>
                    <a:pt x="17428" y="32710"/>
                    <a:pt x="22756" y="26022"/>
                    <a:pt x="23495" y="17374"/>
                  </a:cubicBezTo>
                  <a:cubicBezTo>
                    <a:pt x="24310" y="8365"/>
                    <a:pt x="19874" y="579"/>
                    <a:pt x="13627" y="36"/>
                  </a:cubicBezTo>
                  <a:cubicBezTo>
                    <a:pt x="13375" y="12"/>
                    <a:pt x="13124" y="1"/>
                    <a:pt x="12875" y="1"/>
                  </a:cubicBezTo>
                  <a:close/>
                </a:path>
              </a:pathLst>
            </a:custGeom>
            <a:solidFill>
              <a:schemeClr val="accent1"/>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32"/>
            <p:cNvSpPr/>
            <p:nvPr/>
          </p:nvSpPr>
          <p:spPr>
            <a:xfrm>
              <a:off x="1688000" y="2913500"/>
              <a:ext cx="268250" cy="818275"/>
            </a:xfrm>
            <a:custGeom>
              <a:rect b="b" l="l" r="r" t="t"/>
              <a:pathLst>
                <a:path extrusionOk="0" h="32731" w="10730">
                  <a:moveTo>
                    <a:pt x="5976" y="1"/>
                  </a:moveTo>
                  <a:lnTo>
                    <a:pt x="4301" y="18787"/>
                  </a:lnTo>
                  <a:lnTo>
                    <a:pt x="453" y="12178"/>
                  </a:lnTo>
                  <a:lnTo>
                    <a:pt x="1" y="12631"/>
                  </a:lnTo>
                  <a:lnTo>
                    <a:pt x="4211" y="19829"/>
                  </a:lnTo>
                  <a:lnTo>
                    <a:pt x="3034" y="32685"/>
                  </a:lnTo>
                  <a:lnTo>
                    <a:pt x="3577" y="32730"/>
                  </a:lnTo>
                  <a:lnTo>
                    <a:pt x="4166" y="26121"/>
                  </a:lnTo>
                  <a:lnTo>
                    <a:pt x="4301" y="26347"/>
                  </a:lnTo>
                  <a:lnTo>
                    <a:pt x="10730" y="19285"/>
                  </a:lnTo>
                  <a:lnTo>
                    <a:pt x="10367" y="18787"/>
                  </a:lnTo>
                  <a:lnTo>
                    <a:pt x="4256" y="25487"/>
                  </a:lnTo>
                  <a:lnTo>
                    <a:pt x="4754" y="20010"/>
                  </a:lnTo>
                  <a:lnTo>
                    <a:pt x="4890" y="19829"/>
                  </a:lnTo>
                  <a:lnTo>
                    <a:pt x="4754" y="19602"/>
                  </a:lnTo>
                  <a:lnTo>
                    <a:pt x="6520" y="91"/>
                  </a:lnTo>
                  <a:lnTo>
                    <a:pt x="5976" y="1"/>
                  </a:lnTo>
                  <a:close/>
                </a:path>
              </a:pathLst>
            </a:custGeom>
            <a:solidFill>
              <a:schemeClr val="accent5"/>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4" name="Google Shape;544;p32"/>
          <p:cNvGrpSpPr/>
          <p:nvPr/>
        </p:nvGrpSpPr>
        <p:grpSpPr>
          <a:xfrm flipH="1" rot="4339236">
            <a:off x="6871105" y="3057801"/>
            <a:ext cx="1385973" cy="2705337"/>
            <a:chOff x="409722" y="228600"/>
            <a:chExt cx="1385931" cy="2705253"/>
          </a:xfrm>
        </p:grpSpPr>
        <p:grpSp>
          <p:nvGrpSpPr>
            <p:cNvPr id="545" name="Google Shape;545;p32"/>
            <p:cNvGrpSpPr/>
            <p:nvPr/>
          </p:nvGrpSpPr>
          <p:grpSpPr>
            <a:xfrm flipH="1" rot="-617154">
              <a:off x="575967" y="402323"/>
              <a:ext cx="1053440" cy="2450002"/>
              <a:chOff x="3817855" y="1437512"/>
              <a:chExt cx="541146" cy="1128254"/>
            </a:xfrm>
          </p:grpSpPr>
          <p:sp>
            <p:nvSpPr>
              <p:cNvPr id="546" name="Google Shape;546;p32"/>
              <p:cNvSpPr/>
              <p:nvPr/>
            </p:nvSpPr>
            <p:spPr>
              <a:xfrm>
                <a:off x="3817855" y="1437512"/>
                <a:ext cx="541146" cy="1128254"/>
              </a:xfrm>
              <a:custGeom>
                <a:rect b="b" l="l" r="r" t="t"/>
                <a:pathLst>
                  <a:path extrusionOk="0" h="59625" w="28598">
                    <a:moveTo>
                      <a:pt x="101" y="0"/>
                    </a:moveTo>
                    <a:lnTo>
                      <a:pt x="1" y="426"/>
                    </a:lnTo>
                    <a:cubicBezTo>
                      <a:pt x="16066" y="3359"/>
                      <a:pt x="28197" y="17344"/>
                      <a:pt x="28197" y="34161"/>
                    </a:cubicBezTo>
                    <a:lnTo>
                      <a:pt x="28197" y="34462"/>
                    </a:lnTo>
                    <a:cubicBezTo>
                      <a:pt x="28096" y="44286"/>
                      <a:pt x="23911" y="53058"/>
                      <a:pt x="17219" y="59324"/>
                    </a:cubicBezTo>
                    <a:lnTo>
                      <a:pt x="17545" y="59625"/>
                    </a:lnTo>
                    <a:cubicBezTo>
                      <a:pt x="24212" y="53359"/>
                      <a:pt x="28497" y="44386"/>
                      <a:pt x="28598" y="34462"/>
                    </a:cubicBezTo>
                    <a:lnTo>
                      <a:pt x="28598" y="34161"/>
                    </a:lnTo>
                    <a:cubicBezTo>
                      <a:pt x="28598" y="17143"/>
                      <a:pt x="16292" y="2933"/>
                      <a:pt x="101"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32"/>
              <p:cNvSpPr/>
              <p:nvPr/>
            </p:nvSpPr>
            <p:spPr>
              <a:xfrm>
                <a:off x="3985754" y="1615346"/>
                <a:ext cx="39378" cy="29898"/>
              </a:xfrm>
              <a:custGeom>
                <a:rect b="b" l="l" r="r" t="t"/>
                <a:pathLst>
                  <a:path extrusionOk="0" h="1580" w="2081">
                    <a:moveTo>
                      <a:pt x="1053" y="1"/>
                    </a:moveTo>
                    <a:cubicBezTo>
                      <a:pt x="0" y="1"/>
                      <a:pt x="0" y="1580"/>
                      <a:pt x="1053" y="1580"/>
                    </a:cubicBezTo>
                    <a:cubicBezTo>
                      <a:pt x="2080" y="1580"/>
                      <a:pt x="2080" y="1"/>
                      <a:pt x="1053" y="1"/>
                    </a:cubicBezTo>
                    <a:close/>
                  </a:path>
                </a:pathLst>
              </a:custGeom>
              <a:solidFill>
                <a:schemeClr val="accent3"/>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48" name="Google Shape;548;p32"/>
            <p:cNvSpPr/>
            <p:nvPr/>
          </p:nvSpPr>
          <p:spPr>
            <a:xfrm>
              <a:off x="1419225" y="228600"/>
              <a:ext cx="142800" cy="142800"/>
            </a:xfrm>
            <a:prstGeom prst="ellipse">
              <a:avLst/>
            </a:prstGeom>
            <a:solidFill>
              <a:schemeClr val="accent3"/>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8">
  <p:cSld name="CUSTOM_17_1_1_1_1">
    <p:bg>
      <p:bgPr>
        <a:solidFill>
          <a:schemeClr val="accent1"/>
        </a:solidFill>
      </p:bgPr>
    </p:bg>
    <p:spTree>
      <p:nvGrpSpPr>
        <p:cNvPr id="549" name="Shape 549"/>
        <p:cNvGrpSpPr/>
        <p:nvPr/>
      </p:nvGrpSpPr>
      <p:grpSpPr>
        <a:xfrm>
          <a:off x="0" y="0"/>
          <a:ext cx="0" cy="0"/>
          <a:chOff x="0" y="0"/>
          <a:chExt cx="0" cy="0"/>
        </a:xfrm>
      </p:grpSpPr>
      <p:grpSp>
        <p:nvGrpSpPr>
          <p:cNvPr id="550" name="Google Shape;550;p33"/>
          <p:cNvGrpSpPr/>
          <p:nvPr/>
        </p:nvGrpSpPr>
        <p:grpSpPr>
          <a:xfrm>
            <a:off x="4281415" y="75177"/>
            <a:ext cx="581170" cy="125403"/>
            <a:chOff x="4685288" y="186288"/>
            <a:chExt cx="419375" cy="90485"/>
          </a:xfrm>
        </p:grpSpPr>
        <p:sp>
          <p:nvSpPr>
            <p:cNvPr id="551" name="Google Shape;551;p33"/>
            <p:cNvSpPr/>
            <p:nvPr/>
          </p:nvSpPr>
          <p:spPr>
            <a:xfrm>
              <a:off x="4687513" y="186288"/>
              <a:ext cx="414900" cy="822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52" name="Google Shape;552;p33"/>
            <p:cNvGrpSpPr/>
            <p:nvPr/>
          </p:nvGrpSpPr>
          <p:grpSpPr>
            <a:xfrm>
              <a:off x="4685288" y="186300"/>
              <a:ext cx="419375" cy="90473"/>
              <a:chOff x="4390000" y="182175"/>
              <a:chExt cx="419375" cy="90473"/>
            </a:xfrm>
          </p:grpSpPr>
          <p:sp>
            <p:nvSpPr>
              <p:cNvPr id="553" name="Google Shape;553;p33"/>
              <p:cNvSpPr/>
              <p:nvPr/>
            </p:nvSpPr>
            <p:spPr>
              <a:xfrm>
                <a:off x="4390000" y="182175"/>
                <a:ext cx="419375" cy="90473"/>
              </a:xfrm>
              <a:custGeom>
                <a:rect b="b" l="l" r="r" t="t"/>
                <a:pathLst>
                  <a:path extrusionOk="0" h="1906" w="8835">
                    <a:moveTo>
                      <a:pt x="7882" y="155"/>
                    </a:moveTo>
                    <a:cubicBezTo>
                      <a:pt x="8323" y="155"/>
                      <a:pt x="8680" y="512"/>
                      <a:pt x="8680" y="953"/>
                    </a:cubicBezTo>
                    <a:cubicBezTo>
                      <a:pt x="8680" y="1393"/>
                      <a:pt x="8323" y="1750"/>
                      <a:pt x="7882" y="1750"/>
                    </a:cubicBezTo>
                    <a:lnTo>
                      <a:pt x="953" y="1750"/>
                    </a:lnTo>
                    <a:cubicBezTo>
                      <a:pt x="512" y="1750"/>
                      <a:pt x="155" y="1393"/>
                      <a:pt x="155" y="953"/>
                    </a:cubicBezTo>
                    <a:cubicBezTo>
                      <a:pt x="155" y="512"/>
                      <a:pt x="512" y="155"/>
                      <a:pt x="953" y="155"/>
                    </a:cubicBezTo>
                    <a:close/>
                    <a:moveTo>
                      <a:pt x="953" y="0"/>
                    </a:moveTo>
                    <a:cubicBezTo>
                      <a:pt x="429" y="0"/>
                      <a:pt x="0" y="429"/>
                      <a:pt x="0" y="953"/>
                    </a:cubicBezTo>
                    <a:cubicBezTo>
                      <a:pt x="0" y="1476"/>
                      <a:pt x="429" y="1905"/>
                      <a:pt x="953" y="1905"/>
                    </a:cubicBezTo>
                    <a:lnTo>
                      <a:pt x="7882" y="1905"/>
                    </a:lnTo>
                    <a:cubicBezTo>
                      <a:pt x="8406" y="1905"/>
                      <a:pt x="8835" y="1476"/>
                      <a:pt x="8835" y="953"/>
                    </a:cubicBezTo>
                    <a:cubicBezTo>
                      <a:pt x="8835" y="429"/>
                      <a:pt x="8406" y="0"/>
                      <a:pt x="7882"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33"/>
              <p:cNvSpPr/>
              <p:nvPr/>
            </p:nvSpPr>
            <p:spPr>
              <a:xfrm>
                <a:off x="4464048" y="201352"/>
                <a:ext cx="52024" cy="52072"/>
              </a:xfrm>
              <a:custGeom>
                <a:rect b="b" l="l" r="r" t="t"/>
                <a:pathLst>
                  <a:path extrusionOk="0" h="1097" w="1096">
                    <a:moveTo>
                      <a:pt x="548" y="144"/>
                    </a:moveTo>
                    <a:cubicBezTo>
                      <a:pt x="774" y="144"/>
                      <a:pt x="953" y="322"/>
                      <a:pt x="953" y="549"/>
                    </a:cubicBezTo>
                    <a:cubicBezTo>
                      <a:pt x="953" y="763"/>
                      <a:pt x="774" y="941"/>
                      <a:pt x="548" y="941"/>
                    </a:cubicBezTo>
                    <a:cubicBezTo>
                      <a:pt x="333" y="941"/>
                      <a:pt x="155" y="763"/>
                      <a:pt x="155" y="549"/>
                    </a:cubicBezTo>
                    <a:cubicBezTo>
                      <a:pt x="155" y="322"/>
                      <a:pt x="333" y="144"/>
                      <a:pt x="548" y="144"/>
                    </a:cubicBezTo>
                    <a:close/>
                    <a:moveTo>
                      <a:pt x="548" y="1"/>
                    </a:moveTo>
                    <a:cubicBezTo>
                      <a:pt x="250" y="1"/>
                      <a:pt x="0" y="251"/>
                      <a:pt x="0" y="549"/>
                    </a:cubicBezTo>
                    <a:cubicBezTo>
                      <a:pt x="0" y="846"/>
                      <a:pt x="250" y="1096"/>
                      <a:pt x="548" y="1096"/>
                    </a:cubicBezTo>
                    <a:cubicBezTo>
                      <a:pt x="845" y="1096"/>
                      <a:pt x="1095" y="846"/>
                      <a:pt x="1095" y="549"/>
                    </a:cubicBezTo>
                    <a:cubicBezTo>
                      <a:pt x="1095" y="251"/>
                      <a:pt x="845" y="1"/>
                      <a:pt x="54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555" name="Google Shape;555;p33"/>
          <p:cNvSpPr/>
          <p:nvPr/>
        </p:nvSpPr>
        <p:spPr>
          <a:xfrm flipH="1" rot="10800000">
            <a:off x="319050" y="283356"/>
            <a:ext cx="8505900" cy="4576800"/>
          </a:xfrm>
          <a:prstGeom prst="roundRect">
            <a:avLst>
              <a:gd fmla="val 3396" name="adj"/>
            </a:avLst>
          </a:prstGeom>
          <a:solidFill>
            <a:schemeClr val="accent4"/>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33"/>
          <p:cNvSpPr/>
          <p:nvPr/>
        </p:nvSpPr>
        <p:spPr>
          <a:xfrm>
            <a:off x="7132742" y="-24296"/>
            <a:ext cx="1612254" cy="1208486"/>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33"/>
          <p:cNvSpPr/>
          <p:nvPr/>
        </p:nvSpPr>
        <p:spPr>
          <a:xfrm flipH="1">
            <a:off x="-9513" y="402390"/>
            <a:ext cx="1143784" cy="1085055"/>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33"/>
          <p:cNvSpPr/>
          <p:nvPr/>
        </p:nvSpPr>
        <p:spPr>
          <a:xfrm>
            <a:off x="7972352" y="1356826"/>
            <a:ext cx="1196082" cy="1134709"/>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33"/>
          <p:cNvSpPr txBox="1"/>
          <p:nvPr>
            <p:ph type="title"/>
          </p:nvPr>
        </p:nvSpPr>
        <p:spPr>
          <a:xfrm>
            <a:off x="713163" y="3265075"/>
            <a:ext cx="7709100" cy="5556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60" name="Google Shape;560;p33"/>
          <p:cNvSpPr txBox="1"/>
          <p:nvPr>
            <p:ph idx="1" type="subTitle"/>
          </p:nvPr>
        </p:nvSpPr>
        <p:spPr>
          <a:xfrm>
            <a:off x="713163" y="3877750"/>
            <a:ext cx="7709100" cy="555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800"/>
              <a:buNone/>
              <a:defRPr sz="1600"/>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CUSTOM_13">
    <p:bg>
      <p:bgPr>
        <a:solidFill>
          <a:schemeClr val="accent2"/>
        </a:solidFill>
      </p:bgPr>
    </p:bg>
    <p:spTree>
      <p:nvGrpSpPr>
        <p:cNvPr id="561" name="Shape 561"/>
        <p:cNvGrpSpPr/>
        <p:nvPr/>
      </p:nvGrpSpPr>
      <p:grpSpPr>
        <a:xfrm>
          <a:off x="0" y="0"/>
          <a:ext cx="0" cy="0"/>
          <a:chOff x="0" y="0"/>
          <a:chExt cx="0" cy="0"/>
        </a:xfrm>
      </p:grpSpPr>
      <p:sp>
        <p:nvSpPr>
          <p:cNvPr id="562" name="Google Shape;562;p34"/>
          <p:cNvSpPr/>
          <p:nvPr/>
        </p:nvSpPr>
        <p:spPr>
          <a:xfrm flipH="1">
            <a:off x="319043" y="283350"/>
            <a:ext cx="8505900" cy="4576800"/>
          </a:xfrm>
          <a:prstGeom prst="roundRect">
            <a:avLst>
              <a:gd fmla="val 3396" name="adj"/>
            </a:avLst>
          </a:prstGeom>
          <a:solidFill>
            <a:schemeClr val="accent1"/>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34"/>
          <p:cNvSpPr/>
          <p:nvPr/>
        </p:nvSpPr>
        <p:spPr>
          <a:xfrm flipH="1" rot="10800000">
            <a:off x="4671500" y="576000"/>
            <a:ext cx="3807600" cy="1900500"/>
          </a:xfrm>
          <a:prstGeom prst="roundRect">
            <a:avLst>
              <a:gd fmla="val 3396" name="adj"/>
            </a:avLst>
          </a:prstGeom>
          <a:solidFill>
            <a:schemeClr val="accent4"/>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34"/>
          <p:cNvSpPr/>
          <p:nvPr/>
        </p:nvSpPr>
        <p:spPr>
          <a:xfrm flipH="1" rot="10800000">
            <a:off x="4671500" y="2667000"/>
            <a:ext cx="3807600" cy="1895700"/>
          </a:xfrm>
          <a:prstGeom prst="roundRect">
            <a:avLst>
              <a:gd fmla="val 3396" name="adj"/>
            </a:avLst>
          </a:prstGeom>
          <a:solidFill>
            <a:schemeClr val="accent4"/>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34"/>
          <p:cNvSpPr/>
          <p:nvPr/>
        </p:nvSpPr>
        <p:spPr>
          <a:xfrm flipH="1" rot="10800000">
            <a:off x="661175" y="576000"/>
            <a:ext cx="3807600" cy="3986700"/>
          </a:xfrm>
          <a:prstGeom prst="roundRect">
            <a:avLst>
              <a:gd fmla="val 3396" name="adj"/>
            </a:avLst>
          </a:prstGeom>
          <a:solidFill>
            <a:schemeClr val="accent4"/>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66" name="Google Shape;566;p34"/>
          <p:cNvGrpSpPr/>
          <p:nvPr/>
        </p:nvGrpSpPr>
        <p:grpSpPr>
          <a:xfrm>
            <a:off x="648492" y="562303"/>
            <a:ext cx="1664885" cy="1737662"/>
            <a:chOff x="674764" y="590653"/>
            <a:chExt cx="1664885" cy="1737662"/>
          </a:xfrm>
        </p:grpSpPr>
        <p:sp>
          <p:nvSpPr>
            <p:cNvPr id="567" name="Google Shape;567;p34"/>
            <p:cNvSpPr/>
            <p:nvPr/>
          </p:nvSpPr>
          <p:spPr>
            <a:xfrm flipH="1">
              <a:off x="947000" y="591709"/>
              <a:ext cx="1028800" cy="820648"/>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rgbClr val="FFFFFF">
                <a:alpha val="200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34"/>
            <p:cNvSpPr/>
            <p:nvPr/>
          </p:nvSpPr>
          <p:spPr>
            <a:xfrm flipH="1">
              <a:off x="1535518" y="590653"/>
              <a:ext cx="804131" cy="641399"/>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rgbClr val="FFFFFF">
                <a:alpha val="200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34"/>
            <p:cNvSpPr/>
            <p:nvPr/>
          </p:nvSpPr>
          <p:spPr>
            <a:xfrm flipH="1">
              <a:off x="674764" y="1598807"/>
              <a:ext cx="768932" cy="729508"/>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rgbClr val="FFFFFF">
                <a:alpha val="200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0" name="Google Shape;570;p34"/>
          <p:cNvGrpSpPr/>
          <p:nvPr/>
        </p:nvGrpSpPr>
        <p:grpSpPr>
          <a:xfrm flipH="1" rot="10800000">
            <a:off x="6688203" y="2649749"/>
            <a:ext cx="1805174" cy="1083810"/>
            <a:chOff x="6659628" y="3464137"/>
            <a:chExt cx="1805174" cy="1083810"/>
          </a:xfrm>
        </p:grpSpPr>
        <p:sp>
          <p:nvSpPr>
            <p:cNvPr id="571" name="Google Shape;571;p34"/>
            <p:cNvSpPr/>
            <p:nvPr/>
          </p:nvSpPr>
          <p:spPr>
            <a:xfrm flipH="1">
              <a:off x="6659628" y="3545595"/>
              <a:ext cx="1262868" cy="1002352"/>
            </a:xfrm>
            <a:custGeom>
              <a:rect b="b" l="l" r="r" t="t"/>
              <a:pathLst>
                <a:path extrusionOk="0" h="19743" w="24157">
                  <a:moveTo>
                    <a:pt x="1676" y="0"/>
                  </a:moveTo>
                  <a:cubicBezTo>
                    <a:pt x="1185" y="0"/>
                    <a:pt x="818" y="164"/>
                    <a:pt x="491" y="532"/>
                  </a:cubicBezTo>
                  <a:cubicBezTo>
                    <a:pt x="0" y="1022"/>
                    <a:pt x="0" y="2044"/>
                    <a:pt x="654" y="2575"/>
                  </a:cubicBezTo>
                  <a:lnTo>
                    <a:pt x="19742" y="19743"/>
                  </a:lnTo>
                  <a:lnTo>
                    <a:pt x="24157" y="19743"/>
                  </a:lnTo>
                  <a:lnTo>
                    <a:pt x="2534" y="327"/>
                  </a:lnTo>
                  <a:cubicBezTo>
                    <a:pt x="2371" y="0"/>
                    <a:pt x="2044" y="0"/>
                    <a:pt x="1676" y="0"/>
                  </a:cubicBezTo>
                  <a:close/>
                </a:path>
              </a:pathLst>
            </a:custGeom>
            <a:solidFill>
              <a:srgbClr val="FFFFFF">
                <a:alpha val="200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34"/>
            <p:cNvSpPr/>
            <p:nvPr/>
          </p:nvSpPr>
          <p:spPr>
            <a:xfrm flipH="1" rot="10800000">
              <a:off x="7611614" y="3464137"/>
              <a:ext cx="853189" cy="845690"/>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rgbClr val="FFFFFF">
                <a:alpha val="200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3" name="Google Shape;573;p34"/>
          <p:cNvGrpSpPr/>
          <p:nvPr/>
        </p:nvGrpSpPr>
        <p:grpSpPr>
          <a:xfrm flipH="1" rot="10800000">
            <a:off x="6688203" y="559012"/>
            <a:ext cx="1805174" cy="1083810"/>
            <a:chOff x="6659628" y="3464137"/>
            <a:chExt cx="1805174" cy="1083810"/>
          </a:xfrm>
        </p:grpSpPr>
        <p:sp>
          <p:nvSpPr>
            <p:cNvPr id="574" name="Google Shape;574;p34"/>
            <p:cNvSpPr/>
            <p:nvPr/>
          </p:nvSpPr>
          <p:spPr>
            <a:xfrm flipH="1">
              <a:off x="6659628" y="3545595"/>
              <a:ext cx="1262868" cy="1002352"/>
            </a:xfrm>
            <a:custGeom>
              <a:rect b="b" l="l" r="r" t="t"/>
              <a:pathLst>
                <a:path extrusionOk="0" h="19743" w="24157">
                  <a:moveTo>
                    <a:pt x="1676" y="0"/>
                  </a:moveTo>
                  <a:cubicBezTo>
                    <a:pt x="1185" y="0"/>
                    <a:pt x="818" y="164"/>
                    <a:pt x="491" y="532"/>
                  </a:cubicBezTo>
                  <a:cubicBezTo>
                    <a:pt x="0" y="1022"/>
                    <a:pt x="0" y="2044"/>
                    <a:pt x="654" y="2575"/>
                  </a:cubicBezTo>
                  <a:lnTo>
                    <a:pt x="19742" y="19743"/>
                  </a:lnTo>
                  <a:lnTo>
                    <a:pt x="24157" y="19743"/>
                  </a:lnTo>
                  <a:lnTo>
                    <a:pt x="2534" y="327"/>
                  </a:lnTo>
                  <a:cubicBezTo>
                    <a:pt x="2371" y="0"/>
                    <a:pt x="2044" y="0"/>
                    <a:pt x="1676" y="0"/>
                  </a:cubicBezTo>
                  <a:close/>
                </a:path>
              </a:pathLst>
            </a:custGeom>
            <a:solidFill>
              <a:srgbClr val="FFFFFF">
                <a:alpha val="200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34"/>
            <p:cNvSpPr/>
            <p:nvPr/>
          </p:nvSpPr>
          <p:spPr>
            <a:xfrm flipH="1" rot="10800000">
              <a:off x="7611614" y="3464137"/>
              <a:ext cx="853189" cy="845690"/>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rgbClr val="FFFFFF">
                <a:alpha val="200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6" name="Google Shape;576;p34"/>
          <p:cNvGrpSpPr/>
          <p:nvPr/>
        </p:nvGrpSpPr>
        <p:grpSpPr>
          <a:xfrm rot="10800000">
            <a:off x="2817889" y="2836934"/>
            <a:ext cx="1664885" cy="1737662"/>
            <a:chOff x="674764" y="590653"/>
            <a:chExt cx="1664885" cy="1737662"/>
          </a:xfrm>
        </p:grpSpPr>
        <p:sp>
          <p:nvSpPr>
            <p:cNvPr id="577" name="Google Shape;577;p34"/>
            <p:cNvSpPr/>
            <p:nvPr/>
          </p:nvSpPr>
          <p:spPr>
            <a:xfrm flipH="1">
              <a:off x="947000" y="591709"/>
              <a:ext cx="1028800" cy="820648"/>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rgbClr val="FFFFFF">
                <a:alpha val="200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34"/>
            <p:cNvSpPr/>
            <p:nvPr/>
          </p:nvSpPr>
          <p:spPr>
            <a:xfrm flipH="1">
              <a:off x="1535518" y="590653"/>
              <a:ext cx="804131" cy="641399"/>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rgbClr val="FFFFFF">
                <a:alpha val="200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34"/>
            <p:cNvSpPr/>
            <p:nvPr/>
          </p:nvSpPr>
          <p:spPr>
            <a:xfrm flipH="1">
              <a:off x="674764" y="1598807"/>
              <a:ext cx="768932" cy="729508"/>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rgbClr val="FFFFFF">
                <a:alpha val="200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80" name="Google Shape;580;p34"/>
          <p:cNvSpPr txBox="1"/>
          <p:nvPr>
            <p:ph type="title"/>
          </p:nvPr>
        </p:nvSpPr>
        <p:spPr>
          <a:xfrm>
            <a:off x="1256775" y="1958850"/>
            <a:ext cx="2610900" cy="12258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lgn="ctr">
              <a:spcBef>
                <a:spcPts val="0"/>
              </a:spcBef>
              <a:spcAft>
                <a:spcPts val="0"/>
              </a:spcAft>
              <a:buSzPts val="2800"/>
              <a:buNone/>
              <a:defRPr/>
            </a:lvl2pPr>
            <a:lvl3pPr lvl="2" rtl="0" algn="ctr">
              <a:spcBef>
                <a:spcPts val="0"/>
              </a:spcBef>
              <a:spcAft>
                <a:spcPts val="0"/>
              </a:spcAft>
              <a:buSzPts val="2800"/>
              <a:buNone/>
              <a:defRPr/>
            </a:lvl3pPr>
            <a:lvl4pPr lvl="3" rtl="0" algn="ctr">
              <a:spcBef>
                <a:spcPts val="0"/>
              </a:spcBef>
              <a:spcAft>
                <a:spcPts val="0"/>
              </a:spcAft>
              <a:buSzPts val="2800"/>
              <a:buNone/>
              <a:defRPr/>
            </a:lvl4pPr>
            <a:lvl5pPr lvl="4" rtl="0" algn="ctr">
              <a:spcBef>
                <a:spcPts val="0"/>
              </a:spcBef>
              <a:spcAft>
                <a:spcPts val="0"/>
              </a:spcAft>
              <a:buSzPts val="2800"/>
              <a:buNone/>
              <a:defRPr/>
            </a:lvl5pPr>
            <a:lvl6pPr lvl="5" rtl="0" algn="ctr">
              <a:spcBef>
                <a:spcPts val="0"/>
              </a:spcBef>
              <a:spcAft>
                <a:spcPts val="0"/>
              </a:spcAft>
              <a:buSzPts val="2800"/>
              <a:buNone/>
              <a:defRPr/>
            </a:lvl6pPr>
            <a:lvl7pPr lvl="6" rtl="0" algn="ctr">
              <a:spcBef>
                <a:spcPts val="0"/>
              </a:spcBef>
              <a:spcAft>
                <a:spcPts val="0"/>
              </a:spcAft>
              <a:buSzPts val="2800"/>
              <a:buNone/>
              <a:defRPr/>
            </a:lvl7pPr>
            <a:lvl8pPr lvl="7" rtl="0" algn="ctr">
              <a:spcBef>
                <a:spcPts val="0"/>
              </a:spcBef>
              <a:spcAft>
                <a:spcPts val="0"/>
              </a:spcAft>
              <a:buSzPts val="2800"/>
              <a:buNone/>
              <a:defRPr/>
            </a:lvl8pPr>
            <a:lvl9pPr lvl="8" rtl="0" algn="ctr">
              <a:spcBef>
                <a:spcPts val="0"/>
              </a:spcBef>
              <a:spcAft>
                <a:spcPts val="0"/>
              </a:spcAft>
              <a:buSzPts val="2800"/>
              <a:buNone/>
              <a:defRPr/>
            </a:lvl9pPr>
          </a:lstStyle>
          <a:p/>
        </p:txBody>
      </p:sp>
      <p:sp>
        <p:nvSpPr>
          <p:cNvPr id="581" name="Google Shape;581;p34"/>
          <p:cNvSpPr txBox="1"/>
          <p:nvPr>
            <p:ph idx="2" type="title"/>
          </p:nvPr>
        </p:nvSpPr>
        <p:spPr>
          <a:xfrm>
            <a:off x="4895850" y="2893326"/>
            <a:ext cx="3314700" cy="527700"/>
          </a:xfrm>
          <a:prstGeom prst="rect">
            <a:avLst/>
          </a:prstGeom>
        </p:spPr>
        <p:txBody>
          <a:bodyPr anchorCtr="0" anchor="ctr" bIns="91425" lIns="91425" spcFirstLastPara="1" rIns="91425" wrap="square" tIns="91425">
            <a:noAutofit/>
          </a:bodyPr>
          <a:lstStyle>
            <a:lvl1pPr lvl="0" rtl="0">
              <a:spcBef>
                <a:spcPts val="0"/>
              </a:spcBef>
              <a:spcAft>
                <a:spcPts val="0"/>
              </a:spcAft>
              <a:buSzPts val="2400"/>
              <a:buNone/>
              <a:defRPr b="1" sz="18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582" name="Google Shape;582;p34"/>
          <p:cNvSpPr txBox="1"/>
          <p:nvPr>
            <p:ph idx="1" type="subTitle"/>
          </p:nvPr>
        </p:nvSpPr>
        <p:spPr>
          <a:xfrm>
            <a:off x="4895850" y="3409216"/>
            <a:ext cx="3314700" cy="9600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6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583" name="Google Shape;583;p34"/>
          <p:cNvSpPr txBox="1"/>
          <p:nvPr>
            <p:ph idx="3" type="title"/>
          </p:nvPr>
        </p:nvSpPr>
        <p:spPr>
          <a:xfrm>
            <a:off x="4895850" y="774284"/>
            <a:ext cx="3314700" cy="527700"/>
          </a:xfrm>
          <a:prstGeom prst="rect">
            <a:avLst/>
          </a:prstGeom>
        </p:spPr>
        <p:txBody>
          <a:bodyPr anchorCtr="0" anchor="ctr" bIns="91425" lIns="91425" spcFirstLastPara="1" rIns="91425" wrap="square" tIns="91425">
            <a:noAutofit/>
          </a:bodyPr>
          <a:lstStyle>
            <a:lvl1pPr lvl="0" rtl="0">
              <a:spcBef>
                <a:spcPts val="0"/>
              </a:spcBef>
              <a:spcAft>
                <a:spcPts val="0"/>
              </a:spcAft>
              <a:buSzPts val="2400"/>
              <a:buNone/>
              <a:defRPr b="1" sz="18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584" name="Google Shape;584;p34"/>
          <p:cNvSpPr txBox="1"/>
          <p:nvPr>
            <p:ph idx="4" type="subTitle"/>
          </p:nvPr>
        </p:nvSpPr>
        <p:spPr>
          <a:xfrm>
            <a:off x="4895850" y="1292608"/>
            <a:ext cx="3314700" cy="9561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6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grpSp>
        <p:nvGrpSpPr>
          <p:cNvPr id="585" name="Google Shape;585;p34"/>
          <p:cNvGrpSpPr/>
          <p:nvPr/>
        </p:nvGrpSpPr>
        <p:grpSpPr>
          <a:xfrm>
            <a:off x="4281415" y="375214"/>
            <a:ext cx="581170" cy="125403"/>
            <a:chOff x="4685288" y="186288"/>
            <a:chExt cx="419375" cy="90485"/>
          </a:xfrm>
        </p:grpSpPr>
        <p:sp>
          <p:nvSpPr>
            <p:cNvPr id="586" name="Google Shape;586;p34"/>
            <p:cNvSpPr/>
            <p:nvPr/>
          </p:nvSpPr>
          <p:spPr>
            <a:xfrm>
              <a:off x="4687513" y="186288"/>
              <a:ext cx="414900" cy="822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87" name="Google Shape;587;p34"/>
            <p:cNvGrpSpPr/>
            <p:nvPr/>
          </p:nvGrpSpPr>
          <p:grpSpPr>
            <a:xfrm>
              <a:off x="4685288" y="186300"/>
              <a:ext cx="419375" cy="90473"/>
              <a:chOff x="4390000" y="182175"/>
              <a:chExt cx="419375" cy="90473"/>
            </a:xfrm>
          </p:grpSpPr>
          <p:sp>
            <p:nvSpPr>
              <p:cNvPr id="588" name="Google Shape;588;p34"/>
              <p:cNvSpPr/>
              <p:nvPr/>
            </p:nvSpPr>
            <p:spPr>
              <a:xfrm>
                <a:off x="4390000" y="182175"/>
                <a:ext cx="419375" cy="90473"/>
              </a:xfrm>
              <a:custGeom>
                <a:rect b="b" l="l" r="r" t="t"/>
                <a:pathLst>
                  <a:path extrusionOk="0" h="1906" w="8835">
                    <a:moveTo>
                      <a:pt x="7882" y="155"/>
                    </a:moveTo>
                    <a:cubicBezTo>
                      <a:pt x="8323" y="155"/>
                      <a:pt x="8680" y="512"/>
                      <a:pt x="8680" y="953"/>
                    </a:cubicBezTo>
                    <a:cubicBezTo>
                      <a:pt x="8680" y="1393"/>
                      <a:pt x="8323" y="1750"/>
                      <a:pt x="7882" y="1750"/>
                    </a:cubicBezTo>
                    <a:lnTo>
                      <a:pt x="953" y="1750"/>
                    </a:lnTo>
                    <a:cubicBezTo>
                      <a:pt x="512" y="1750"/>
                      <a:pt x="155" y="1393"/>
                      <a:pt x="155" y="953"/>
                    </a:cubicBezTo>
                    <a:cubicBezTo>
                      <a:pt x="155" y="512"/>
                      <a:pt x="512" y="155"/>
                      <a:pt x="953" y="155"/>
                    </a:cubicBezTo>
                    <a:close/>
                    <a:moveTo>
                      <a:pt x="953" y="0"/>
                    </a:moveTo>
                    <a:cubicBezTo>
                      <a:pt x="429" y="0"/>
                      <a:pt x="0" y="429"/>
                      <a:pt x="0" y="953"/>
                    </a:cubicBezTo>
                    <a:cubicBezTo>
                      <a:pt x="0" y="1476"/>
                      <a:pt x="429" y="1905"/>
                      <a:pt x="953" y="1905"/>
                    </a:cubicBezTo>
                    <a:lnTo>
                      <a:pt x="7882" y="1905"/>
                    </a:lnTo>
                    <a:cubicBezTo>
                      <a:pt x="8406" y="1905"/>
                      <a:pt x="8835" y="1476"/>
                      <a:pt x="8835" y="953"/>
                    </a:cubicBezTo>
                    <a:cubicBezTo>
                      <a:pt x="8835" y="429"/>
                      <a:pt x="8406" y="0"/>
                      <a:pt x="7882"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34"/>
              <p:cNvSpPr/>
              <p:nvPr/>
            </p:nvSpPr>
            <p:spPr>
              <a:xfrm>
                <a:off x="4464048" y="201352"/>
                <a:ext cx="52024" cy="52072"/>
              </a:xfrm>
              <a:custGeom>
                <a:rect b="b" l="l" r="r" t="t"/>
                <a:pathLst>
                  <a:path extrusionOk="0" h="1097" w="1096">
                    <a:moveTo>
                      <a:pt x="548" y="144"/>
                    </a:moveTo>
                    <a:cubicBezTo>
                      <a:pt x="774" y="144"/>
                      <a:pt x="953" y="322"/>
                      <a:pt x="953" y="549"/>
                    </a:cubicBezTo>
                    <a:cubicBezTo>
                      <a:pt x="953" y="763"/>
                      <a:pt x="774" y="941"/>
                      <a:pt x="548" y="941"/>
                    </a:cubicBezTo>
                    <a:cubicBezTo>
                      <a:pt x="333" y="941"/>
                      <a:pt x="155" y="763"/>
                      <a:pt x="155" y="549"/>
                    </a:cubicBezTo>
                    <a:cubicBezTo>
                      <a:pt x="155" y="322"/>
                      <a:pt x="333" y="144"/>
                      <a:pt x="548" y="144"/>
                    </a:cubicBezTo>
                    <a:close/>
                    <a:moveTo>
                      <a:pt x="548" y="1"/>
                    </a:moveTo>
                    <a:cubicBezTo>
                      <a:pt x="250" y="1"/>
                      <a:pt x="0" y="251"/>
                      <a:pt x="0" y="549"/>
                    </a:cubicBezTo>
                    <a:cubicBezTo>
                      <a:pt x="0" y="846"/>
                      <a:pt x="250" y="1096"/>
                      <a:pt x="548" y="1096"/>
                    </a:cubicBezTo>
                    <a:cubicBezTo>
                      <a:pt x="845" y="1096"/>
                      <a:pt x="1095" y="846"/>
                      <a:pt x="1095" y="549"/>
                    </a:cubicBezTo>
                    <a:cubicBezTo>
                      <a:pt x="1095" y="251"/>
                      <a:pt x="845" y="1"/>
                      <a:pt x="54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CUSTOM_13_1">
    <p:spTree>
      <p:nvGrpSpPr>
        <p:cNvPr id="590" name="Shape 590"/>
        <p:cNvGrpSpPr/>
        <p:nvPr/>
      </p:nvGrpSpPr>
      <p:grpSpPr>
        <a:xfrm>
          <a:off x="0" y="0"/>
          <a:ext cx="0" cy="0"/>
          <a:chOff x="0" y="0"/>
          <a:chExt cx="0" cy="0"/>
        </a:xfrm>
      </p:grpSpPr>
      <p:sp>
        <p:nvSpPr>
          <p:cNvPr id="591" name="Google Shape;591;p35"/>
          <p:cNvSpPr/>
          <p:nvPr/>
        </p:nvSpPr>
        <p:spPr>
          <a:xfrm flipH="1" rot="10800000">
            <a:off x="319050" y="283356"/>
            <a:ext cx="8505900" cy="4576800"/>
          </a:xfrm>
          <a:prstGeom prst="roundRect">
            <a:avLst>
              <a:gd fmla="val 3396" name="adj"/>
            </a:avLst>
          </a:prstGeom>
          <a:solidFill>
            <a:schemeClr val="accent4"/>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35"/>
          <p:cNvSpPr/>
          <p:nvPr/>
        </p:nvSpPr>
        <p:spPr>
          <a:xfrm rot="10800000">
            <a:off x="413925" y="3935018"/>
            <a:ext cx="1612254" cy="1208486"/>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35"/>
          <p:cNvSpPr/>
          <p:nvPr/>
        </p:nvSpPr>
        <p:spPr>
          <a:xfrm rot="10800000">
            <a:off x="1481819" y="4205878"/>
            <a:ext cx="1250789" cy="937634"/>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35"/>
          <p:cNvSpPr/>
          <p:nvPr/>
        </p:nvSpPr>
        <p:spPr>
          <a:xfrm rot="10800000">
            <a:off x="6750722" y="-6"/>
            <a:ext cx="1664900" cy="1264737"/>
          </a:xfrm>
          <a:custGeom>
            <a:rect b="b" l="l" r="r" t="t"/>
            <a:pathLst>
              <a:path extrusionOk="0" h="19743" w="24157">
                <a:moveTo>
                  <a:pt x="1676" y="0"/>
                </a:moveTo>
                <a:cubicBezTo>
                  <a:pt x="1185" y="0"/>
                  <a:pt x="818" y="164"/>
                  <a:pt x="491" y="532"/>
                </a:cubicBezTo>
                <a:cubicBezTo>
                  <a:pt x="0" y="1022"/>
                  <a:pt x="0" y="2044"/>
                  <a:pt x="654" y="2575"/>
                </a:cubicBezTo>
                <a:lnTo>
                  <a:pt x="19742" y="19743"/>
                </a:lnTo>
                <a:lnTo>
                  <a:pt x="24157" y="19743"/>
                </a:lnTo>
                <a:lnTo>
                  <a:pt x="2534" y="327"/>
                </a:lnTo>
                <a:cubicBezTo>
                  <a:pt x="2371" y="0"/>
                  <a:pt x="2044" y="0"/>
                  <a:pt x="1676"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35"/>
          <p:cNvSpPr/>
          <p:nvPr/>
        </p:nvSpPr>
        <p:spPr>
          <a:xfrm>
            <a:off x="8024650" y="406410"/>
            <a:ext cx="1143784" cy="1085055"/>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35"/>
          <p:cNvSpPr/>
          <p:nvPr/>
        </p:nvSpPr>
        <p:spPr>
          <a:xfrm>
            <a:off x="8024650" y="1284033"/>
            <a:ext cx="1143784" cy="1085055"/>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35"/>
          <p:cNvSpPr/>
          <p:nvPr/>
        </p:nvSpPr>
        <p:spPr>
          <a:xfrm rot="10800000">
            <a:off x="-9513" y="2627673"/>
            <a:ext cx="1196082" cy="1134709"/>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98" name="Google Shape;598;p35"/>
          <p:cNvGrpSpPr/>
          <p:nvPr/>
        </p:nvGrpSpPr>
        <p:grpSpPr>
          <a:xfrm>
            <a:off x="4281415" y="75177"/>
            <a:ext cx="581170" cy="125403"/>
            <a:chOff x="4685288" y="186288"/>
            <a:chExt cx="419375" cy="90485"/>
          </a:xfrm>
        </p:grpSpPr>
        <p:sp>
          <p:nvSpPr>
            <p:cNvPr id="599" name="Google Shape;599;p35"/>
            <p:cNvSpPr/>
            <p:nvPr/>
          </p:nvSpPr>
          <p:spPr>
            <a:xfrm>
              <a:off x="4687513" y="186288"/>
              <a:ext cx="414900" cy="822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00" name="Google Shape;600;p35"/>
            <p:cNvGrpSpPr/>
            <p:nvPr/>
          </p:nvGrpSpPr>
          <p:grpSpPr>
            <a:xfrm>
              <a:off x="4685288" y="186300"/>
              <a:ext cx="419375" cy="90473"/>
              <a:chOff x="4390000" y="182175"/>
              <a:chExt cx="419375" cy="90473"/>
            </a:xfrm>
          </p:grpSpPr>
          <p:sp>
            <p:nvSpPr>
              <p:cNvPr id="601" name="Google Shape;601;p35"/>
              <p:cNvSpPr/>
              <p:nvPr/>
            </p:nvSpPr>
            <p:spPr>
              <a:xfrm>
                <a:off x="4390000" y="182175"/>
                <a:ext cx="419375" cy="90473"/>
              </a:xfrm>
              <a:custGeom>
                <a:rect b="b" l="l" r="r" t="t"/>
                <a:pathLst>
                  <a:path extrusionOk="0" h="1906" w="8835">
                    <a:moveTo>
                      <a:pt x="7882" y="155"/>
                    </a:moveTo>
                    <a:cubicBezTo>
                      <a:pt x="8323" y="155"/>
                      <a:pt x="8680" y="512"/>
                      <a:pt x="8680" y="953"/>
                    </a:cubicBezTo>
                    <a:cubicBezTo>
                      <a:pt x="8680" y="1393"/>
                      <a:pt x="8323" y="1750"/>
                      <a:pt x="7882" y="1750"/>
                    </a:cubicBezTo>
                    <a:lnTo>
                      <a:pt x="953" y="1750"/>
                    </a:lnTo>
                    <a:cubicBezTo>
                      <a:pt x="512" y="1750"/>
                      <a:pt x="155" y="1393"/>
                      <a:pt x="155" y="953"/>
                    </a:cubicBezTo>
                    <a:cubicBezTo>
                      <a:pt x="155" y="512"/>
                      <a:pt x="512" y="155"/>
                      <a:pt x="953" y="155"/>
                    </a:cubicBezTo>
                    <a:close/>
                    <a:moveTo>
                      <a:pt x="953" y="0"/>
                    </a:moveTo>
                    <a:cubicBezTo>
                      <a:pt x="429" y="0"/>
                      <a:pt x="0" y="429"/>
                      <a:pt x="0" y="953"/>
                    </a:cubicBezTo>
                    <a:cubicBezTo>
                      <a:pt x="0" y="1476"/>
                      <a:pt x="429" y="1905"/>
                      <a:pt x="953" y="1905"/>
                    </a:cubicBezTo>
                    <a:lnTo>
                      <a:pt x="7882" y="1905"/>
                    </a:lnTo>
                    <a:cubicBezTo>
                      <a:pt x="8406" y="1905"/>
                      <a:pt x="8835" y="1476"/>
                      <a:pt x="8835" y="953"/>
                    </a:cubicBezTo>
                    <a:cubicBezTo>
                      <a:pt x="8835" y="429"/>
                      <a:pt x="8406" y="0"/>
                      <a:pt x="7882"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35"/>
              <p:cNvSpPr/>
              <p:nvPr/>
            </p:nvSpPr>
            <p:spPr>
              <a:xfrm>
                <a:off x="4464048" y="201352"/>
                <a:ext cx="52024" cy="52072"/>
              </a:xfrm>
              <a:custGeom>
                <a:rect b="b" l="l" r="r" t="t"/>
                <a:pathLst>
                  <a:path extrusionOk="0" h="1097" w="1096">
                    <a:moveTo>
                      <a:pt x="548" y="144"/>
                    </a:moveTo>
                    <a:cubicBezTo>
                      <a:pt x="774" y="144"/>
                      <a:pt x="953" y="322"/>
                      <a:pt x="953" y="549"/>
                    </a:cubicBezTo>
                    <a:cubicBezTo>
                      <a:pt x="953" y="763"/>
                      <a:pt x="774" y="941"/>
                      <a:pt x="548" y="941"/>
                    </a:cubicBezTo>
                    <a:cubicBezTo>
                      <a:pt x="333" y="941"/>
                      <a:pt x="155" y="763"/>
                      <a:pt x="155" y="549"/>
                    </a:cubicBezTo>
                    <a:cubicBezTo>
                      <a:pt x="155" y="322"/>
                      <a:pt x="333" y="144"/>
                      <a:pt x="548" y="144"/>
                    </a:cubicBezTo>
                    <a:close/>
                    <a:moveTo>
                      <a:pt x="548" y="1"/>
                    </a:moveTo>
                    <a:cubicBezTo>
                      <a:pt x="250" y="1"/>
                      <a:pt x="0" y="251"/>
                      <a:pt x="0" y="549"/>
                    </a:cubicBezTo>
                    <a:cubicBezTo>
                      <a:pt x="0" y="846"/>
                      <a:pt x="250" y="1096"/>
                      <a:pt x="548" y="1096"/>
                    </a:cubicBezTo>
                    <a:cubicBezTo>
                      <a:pt x="845" y="1096"/>
                      <a:pt x="1095" y="846"/>
                      <a:pt x="1095" y="549"/>
                    </a:cubicBezTo>
                    <a:cubicBezTo>
                      <a:pt x="1095" y="251"/>
                      <a:pt x="845" y="1"/>
                      <a:pt x="54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603" name="Google Shape;603;p35"/>
          <p:cNvSpPr txBox="1"/>
          <p:nvPr>
            <p:ph idx="1" type="body"/>
          </p:nvPr>
        </p:nvSpPr>
        <p:spPr>
          <a:xfrm>
            <a:off x="1465050" y="1915549"/>
            <a:ext cx="2708700" cy="2389800"/>
          </a:xfrm>
          <a:prstGeom prst="rect">
            <a:avLst/>
          </a:prstGeom>
        </p:spPr>
        <p:txBody>
          <a:bodyPr anchorCtr="0" anchor="t" bIns="91425" lIns="91425" spcFirstLastPara="1" rIns="91425" wrap="square" tIns="91425">
            <a:noAutofit/>
          </a:bodyPr>
          <a:lstStyle>
            <a:lvl1pPr indent="-330200" lvl="0" marL="457200" rtl="0">
              <a:lnSpc>
                <a:spcPct val="100000"/>
              </a:lnSpc>
              <a:spcBef>
                <a:spcPts val="1000"/>
              </a:spcBef>
              <a:spcAft>
                <a:spcPts val="0"/>
              </a:spcAft>
              <a:buSzPts val="1600"/>
              <a:buChar char="●"/>
              <a:defRPr sz="1600"/>
            </a:lvl1pPr>
            <a:lvl2pPr indent="-330200" lvl="1" marL="914400" rtl="0">
              <a:spcBef>
                <a:spcPts val="0"/>
              </a:spcBef>
              <a:spcAft>
                <a:spcPts val="0"/>
              </a:spcAft>
              <a:buSzPts val="1600"/>
              <a:buChar char="○"/>
              <a:defRPr sz="1600"/>
            </a:lvl2pPr>
            <a:lvl3pPr indent="-330200" lvl="2" marL="1371600" rtl="0">
              <a:spcBef>
                <a:spcPts val="1600"/>
              </a:spcBef>
              <a:spcAft>
                <a:spcPts val="0"/>
              </a:spcAft>
              <a:buSzPts val="1600"/>
              <a:buChar char="■"/>
              <a:defRPr sz="1600"/>
            </a:lvl3pPr>
            <a:lvl4pPr indent="-330200" lvl="3" marL="1828800" rtl="0">
              <a:spcBef>
                <a:spcPts val="1600"/>
              </a:spcBef>
              <a:spcAft>
                <a:spcPts val="0"/>
              </a:spcAft>
              <a:buSzPts val="1600"/>
              <a:buChar char="●"/>
              <a:defRPr sz="1600"/>
            </a:lvl4pPr>
            <a:lvl5pPr indent="-330200" lvl="4" marL="2286000" rtl="0">
              <a:spcBef>
                <a:spcPts val="1600"/>
              </a:spcBef>
              <a:spcAft>
                <a:spcPts val="0"/>
              </a:spcAft>
              <a:buSzPts val="1600"/>
              <a:buChar char="○"/>
              <a:defRPr sz="1600"/>
            </a:lvl5pPr>
            <a:lvl6pPr indent="-330200" lvl="5" marL="2743200" rtl="0">
              <a:spcBef>
                <a:spcPts val="1600"/>
              </a:spcBef>
              <a:spcAft>
                <a:spcPts val="0"/>
              </a:spcAft>
              <a:buSzPts val="1600"/>
              <a:buChar char="■"/>
              <a:defRPr sz="1600"/>
            </a:lvl6pPr>
            <a:lvl7pPr indent="-330200" lvl="6" marL="3200400" rtl="0">
              <a:spcBef>
                <a:spcPts val="1600"/>
              </a:spcBef>
              <a:spcAft>
                <a:spcPts val="0"/>
              </a:spcAft>
              <a:buSzPts val="1600"/>
              <a:buChar char="●"/>
              <a:defRPr sz="1600"/>
            </a:lvl7pPr>
            <a:lvl8pPr indent="-330200" lvl="7" marL="3657600" rtl="0">
              <a:spcBef>
                <a:spcPts val="1600"/>
              </a:spcBef>
              <a:spcAft>
                <a:spcPts val="0"/>
              </a:spcAft>
              <a:buSzPts val="1600"/>
              <a:buChar char="○"/>
              <a:defRPr sz="1600"/>
            </a:lvl8pPr>
            <a:lvl9pPr indent="-330200" lvl="8" marL="4114800" rtl="0">
              <a:spcBef>
                <a:spcPts val="1600"/>
              </a:spcBef>
              <a:spcAft>
                <a:spcPts val="1600"/>
              </a:spcAft>
              <a:buSzPts val="1600"/>
              <a:buChar char="■"/>
              <a:defRPr sz="1600"/>
            </a:lvl9pPr>
          </a:lstStyle>
          <a:p/>
        </p:txBody>
      </p:sp>
      <p:sp>
        <p:nvSpPr>
          <p:cNvPr id="604" name="Google Shape;604;p35"/>
          <p:cNvSpPr txBox="1"/>
          <p:nvPr>
            <p:ph type="title"/>
          </p:nvPr>
        </p:nvSpPr>
        <p:spPr>
          <a:xfrm>
            <a:off x="1465050" y="1507375"/>
            <a:ext cx="2708700" cy="4260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b="1" sz="1800"/>
            </a:lvl1pPr>
            <a:lvl2pPr lvl="1" rtl="0">
              <a:spcBef>
                <a:spcPts val="0"/>
              </a:spcBef>
              <a:spcAft>
                <a:spcPts val="0"/>
              </a:spcAft>
              <a:buClr>
                <a:schemeClr val="accent5"/>
              </a:buClr>
              <a:buSzPts val="1800"/>
              <a:buNone/>
              <a:defRPr b="1" sz="1800">
                <a:solidFill>
                  <a:schemeClr val="accent5"/>
                </a:solidFill>
              </a:defRPr>
            </a:lvl2pPr>
            <a:lvl3pPr lvl="2" rtl="0">
              <a:spcBef>
                <a:spcPts val="0"/>
              </a:spcBef>
              <a:spcAft>
                <a:spcPts val="0"/>
              </a:spcAft>
              <a:buClr>
                <a:schemeClr val="accent5"/>
              </a:buClr>
              <a:buSzPts val="1800"/>
              <a:buNone/>
              <a:defRPr b="1" sz="1800">
                <a:solidFill>
                  <a:schemeClr val="accent5"/>
                </a:solidFill>
              </a:defRPr>
            </a:lvl3pPr>
            <a:lvl4pPr lvl="3" rtl="0">
              <a:spcBef>
                <a:spcPts val="0"/>
              </a:spcBef>
              <a:spcAft>
                <a:spcPts val="0"/>
              </a:spcAft>
              <a:buClr>
                <a:schemeClr val="accent5"/>
              </a:buClr>
              <a:buSzPts val="1800"/>
              <a:buNone/>
              <a:defRPr b="1" sz="1800">
                <a:solidFill>
                  <a:schemeClr val="accent5"/>
                </a:solidFill>
              </a:defRPr>
            </a:lvl4pPr>
            <a:lvl5pPr lvl="4" rtl="0">
              <a:spcBef>
                <a:spcPts val="0"/>
              </a:spcBef>
              <a:spcAft>
                <a:spcPts val="0"/>
              </a:spcAft>
              <a:buClr>
                <a:schemeClr val="accent5"/>
              </a:buClr>
              <a:buSzPts val="1800"/>
              <a:buNone/>
              <a:defRPr b="1" sz="1800">
                <a:solidFill>
                  <a:schemeClr val="accent5"/>
                </a:solidFill>
              </a:defRPr>
            </a:lvl5pPr>
            <a:lvl6pPr lvl="5" rtl="0">
              <a:spcBef>
                <a:spcPts val="0"/>
              </a:spcBef>
              <a:spcAft>
                <a:spcPts val="0"/>
              </a:spcAft>
              <a:buClr>
                <a:schemeClr val="accent5"/>
              </a:buClr>
              <a:buSzPts val="1800"/>
              <a:buNone/>
              <a:defRPr b="1" sz="1800">
                <a:solidFill>
                  <a:schemeClr val="accent5"/>
                </a:solidFill>
              </a:defRPr>
            </a:lvl6pPr>
            <a:lvl7pPr lvl="6" rtl="0">
              <a:spcBef>
                <a:spcPts val="0"/>
              </a:spcBef>
              <a:spcAft>
                <a:spcPts val="0"/>
              </a:spcAft>
              <a:buClr>
                <a:schemeClr val="accent5"/>
              </a:buClr>
              <a:buSzPts val="1800"/>
              <a:buNone/>
              <a:defRPr b="1" sz="1800">
                <a:solidFill>
                  <a:schemeClr val="accent5"/>
                </a:solidFill>
              </a:defRPr>
            </a:lvl7pPr>
            <a:lvl8pPr lvl="7" rtl="0">
              <a:spcBef>
                <a:spcPts val="0"/>
              </a:spcBef>
              <a:spcAft>
                <a:spcPts val="0"/>
              </a:spcAft>
              <a:buClr>
                <a:schemeClr val="accent5"/>
              </a:buClr>
              <a:buSzPts val="1800"/>
              <a:buNone/>
              <a:defRPr b="1" sz="1800">
                <a:solidFill>
                  <a:schemeClr val="accent5"/>
                </a:solidFill>
              </a:defRPr>
            </a:lvl8pPr>
            <a:lvl9pPr lvl="8" rtl="0">
              <a:spcBef>
                <a:spcPts val="0"/>
              </a:spcBef>
              <a:spcAft>
                <a:spcPts val="0"/>
              </a:spcAft>
              <a:buClr>
                <a:schemeClr val="accent5"/>
              </a:buClr>
              <a:buSzPts val="1800"/>
              <a:buNone/>
              <a:defRPr b="1" sz="1800">
                <a:solidFill>
                  <a:schemeClr val="accent5"/>
                </a:solidFill>
              </a:defRPr>
            </a:lvl9pPr>
          </a:lstStyle>
          <a:p/>
        </p:txBody>
      </p:sp>
      <p:sp>
        <p:nvSpPr>
          <p:cNvPr id="605" name="Google Shape;605;p35"/>
          <p:cNvSpPr txBox="1"/>
          <p:nvPr>
            <p:ph idx="2" type="body"/>
          </p:nvPr>
        </p:nvSpPr>
        <p:spPr>
          <a:xfrm>
            <a:off x="4970251" y="1915549"/>
            <a:ext cx="2708700" cy="2389800"/>
          </a:xfrm>
          <a:prstGeom prst="rect">
            <a:avLst/>
          </a:prstGeom>
        </p:spPr>
        <p:txBody>
          <a:bodyPr anchorCtr="0" anchor="t" bIns="91425" lIns="91425" spcFirstLastPara="1" rIns="91425" wrap="square" tIns="91425">
            <a:noAutofit/>
          </a:bodyPr>
          <a:lstStyle>
            <a:lvl1pPr indent="-330200" lvl="0" marL="457200" rtl="0">
              <a:lnSpc>
                <a:spcPct val="100000"/>
              </a:lnSpc>
              <a:spcBef>
                <a:spcPts val="1000"/>
              </a:spcBef>
              <a:spcAft>
                <a:spcPts val="0"/>
              </a:spcAft>
              <a:buSzPts val="1600"/>
              <a:buChar char="●"/>
              <a:defRPr sz="1600"/>
            </a:lvl1pPr>
            <a:lvl2pPr indent="-330200" lvl="1" marL="914400" rtl="0">
              <a:spcBef>
                <a:spcPts val="0"/>
              </a:spcBef>
              <a:spcAft>
                <a:spcPts val="0"/>
              </a:spcAft>
              <a:buSzPts val="1600"/>
              <a:buChar char="○"/>
              <a:defRPr sz="1600"/>
            </a:lvl2pPr>
            <a:lvl3pPr indent="-330200" lvl="2" marL="1371600" rtl="0">
              <a:spcBef>
                <a:spcPts val="1600"/>
              </a:spcBef>
              <a:spcAft>
                <a:spcPts val="0"/>
              </a:spcAft>
              <a:buSzPts val="1600"/>
              <a:buChar char="■"/>
              <a:defRPr sz="1600"/>
            </a:lvl3pPr>
            <a:lvl4pPr indent="-330200" lvl="3" marL="1828800" rtl="0">
              <a:spcBef>
                <a:spcPts val="1600"/>
              </a:spcBef>
              <a:spcAft>
                <a:spcPts val="0"/>
              </a:spcAft>
              <a:buSzPts val="1600"/>
              <a:buChar char="●"/>
              <a:defRPr sz="1600"/>
            </a:lvl4pPr>
            <a:lvl5pPr indent="-330200" lvl="4" marL="2286000" rtl="0">
              <a:spcBef>
                <a:spcPts val="1600"/>
              </a:spcBef>
              <a:spcAft>
                <a:spcPts val="0"/>
              </a:spcAft>
              <a:buSzPts val="1600"/>
              <a:buChar char="○"/>
              <a:defRPr sz="1600"/>
            </a:lvl5pPr>
            <a:lvl6pPr indent="-330200" lvl="5" marL="2743200" rtl="0">
              <a:spcBef>
                <a:spcPts val="1600"/>
              </a:spcBef>
              <a:spcAft>
                <a:spcPts val="0"/>
              </a:spcAft>
              <a:buSzPts val="1600"/>
              <a:buChar char="■"/>
              <a:defRPr sz="1600"/>
            </a:lvl6pPr>
            <a:lvl7pPr indent="-330200" lvl="6" marL="3200400" rtl="0">
              <a:spcBef>
                <a:spcPts val="1600"/>
              </a:spcBef>
              <a:spcAft>
                <a:spcPts val="0"/>
              </a:spcAft>
              <a:buSzPts val="1600"/>
              <a:buChar char="●"/>
              <a:defRPr sz="1600"/>
            </a:lvl7pPr>
            <a:lvl8pPr indent="-330200" lvl="7" marL="3657600" rtl="0">
              <a:spcBef>
                <a:spcPts val="1600"/>
              </a:spcBef>
              <a:spcAft>
                <a:spcPts val="0"/>
              </a:spcAft>
              <a:buSzPts val="1600"/>
              <a:buChar char="○"/>
              <a:defRPr sz="1600"/>
            </a:lvl8pPr>
            <a:lvl9pPr indent="-330200" lvl="8" marL="4114800" rtl="0">
              <a:spcBef>
                <a:spcPts val="1600"/>
              </a:spcBef>
              <a:spcAft>
                <a:spcPts val="1600"/>
              </a:spcAft>
              <a:buSzPts val="1600"/>
              <a:buChar char="■"/>
              <a:defRPr sz="1600"/>
            </a:lvl9pPr>
          </a:lstStyle>
          <a:p/>
        </p:txBody>
      </p:sp>
      <p:sp>
        <p:nvSpPr>
          <p:cNvPr id="606" name="Google Shape;606;p35"/>
          <p:cNvSpPr txBox="1"/>
          <p:nvPr>
            <p:ph idx="3" type="title"/>
          </p:nvPr>
        </p:nvSpPr>
        <p:spPr>
          <a:xfrm>
            <a:off x="4970250" y="1507375"/>
            <a:ext cx="2708700" cy="4260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b="1" sz="1800"/>
            </a:lvl1pPr>
            <a:lvl2pPr lvl="1" rtl="0">
              <a:spcBef>
                <a:spcPts val="0"/>
              </a:spcBef>
              <a:spcAft>
                <a:spcPts val="0"/>
              </a:spcAft>
              <a:buClr>
                <a:schemeClr val="accent5"/>
              </a:buClr>
              <a:buSzPts val="1800"/>
              <a:buNone/>
              <a:defRPr b="1" sz="1800">
                <a:solidFill>
                  <a:schemeClr val="accent5"/>
                </a:solidFill>
              </a:defRPr>
            </a:lvl2pPr>
            <a:lvl3pPr lvl="2" rtl="0">
              <a:spcBef>
                <a:spcPts val="0"/>
              </a:spcBef>
              <a:spcAft>
                <a:spcPts val="0"/>
              </a:spcAft>
              <a:buClr>
                <a:schemeClr val="accent5"/>
              </a:buClr>
              <a:buSzPts val="1800"/>
              <a:buNone/>
              <a:defRPr b="1" sz="1800">
                <a:solidFill>
                  <a:schemeClr val="accent5"/>
                </a:solidFill>
              </a:defRPr>
            </a:lvl3pPr>
            <a:lvl4pPr lvl="3" rtl="0">
              <a:spcBef>
                <a:spcPts val="0"/>
              </a:spcBef>
              <a:spcAft>
                <a:spcPts val="0"/>
              </a:spcAft>
              <a:buClr>
                <a:schemeClr val="accent5"/>
              </a:buClr>
              <a:buSzPts val="1800"/>
              <a:buNone/>
              <a:defRPr b="1" sz="1800">
                <a:solidFill>
                  <a:schemeClr val="accent5"/>
                </a:solidFill>
              </a:defRPr>
            </a:lvl4pPr>
            <a:lvl5pPr lvl="4" rtl="0">
              <a:spcBef>
                <a:spcPts val="0"/>
              </a:spcBef>
              <a:spcAft>
                <a:spcPts val="0"/>
              </a:spcAft>
              <a:buClr>
                <a:schemeClr val="accent5"/>
              </a:buClr>
              <a:buSzPts val="1800"/>
              <a:buNone/>
              <a:defRPr b="1" sz="1800">
                <a:solidFill>
                  <a:schemeClr val="accent5"/>
                </a:solidFill>
              </a:defRPr>
            </a:lvl5pPr>
            <a:lvl6pPr lvl="5" rtl="0">
              <a:spcBef>
                <a:spcPts val="0"/>
              </a:spcBef>
              <a:spcAft>
                <a:spcPts val="0"/>
              </a:spcAft>
              <a:buClr>
                <a:schemeClr val="accent5"/>
              </a:buClr>
              <a:buSzPts val="1800"/>
              <a:buNone/>
              <a:defRPr b="1" sz="1800">
                <a:solidFill>
                  <a:schemeClr val="accent5"/>
                </a:solidFill>
              </a:defRPr>
            </a:lvl6pPr>
            <a:lvl7pPr lvl="6" rtl="0">
              <a:spcBef>
                <a:spcPts val="0"/>
              </a:spcBef>
              <a:spcAft>
                <a:spcPts val="0"/>
              </a:spcAft>
              <a:buClr>
                <a:schemeClr val="accent5"/>
              </a:buClr>
              <a:buSzPts val="1800"/>
              <a:buNone/>
              <a:defRPr b="1" sz="1800">
                <a:solidFill>
                  <a:schemeClr val="accent5"/>
                </a:solidFill>
              </a:defRPr>
            </a:lvl7pPr>
            <a:lvl8pPr lvl="7" rtl="0">
              <a:spcBef>
                <a:spcPts val="0"/>
              </a:spcBef>
              <a:spcAft>
                <a:spcPts val="0"/>
              </a:spcAft>
              <a:buClr>
                <a:schemeClr val="accent5"/>
              </a:buClr>
              <a:buSzPts val="1800"/>
              <a:buNone/>
              <a:defRPr b="1" sz="1800">
                <a:solidFill>
                  <a:schemeClr val="accent5"/>
                </a:solidFill>
              </a:defRPr>
            </a:lvl8pPr>
            <a:lvl9pPr lvl="8" rtl="0">
              <a:spcBef>
                <a:spcPts val="0"/>
              </a:spcBef>
              <a:spcAft>
                <a:spcPts val="0"/>
              </a:spcAft>
              <a:buClr>
                <a:schemeClr val="accent5"/>
              </a:buClr>
              <a:buSzPts val="1800"/>
              <a:buNone/>
              <a:defRPr b="1" sz="1800">
                <a:solidFill>
                  <a:schemeClr val="accent5"/>
                </a:solidFill>
              </a:defRPr>
            </a:lvl9pPr>
          </a:lstStyle>
          <a:p/>
        </p:txBody>
      </p:sp>
      <p:sp>
        <p:nvSpPr>
          <p:cNvPr id="607" name="Google Shape;607;p35"/>
          <p:cNvSpPr txBox="1"/>
          <p:nvPr>
            <p:ph idx="4" type="title"/>
          </p:nvPr>
        </p:nvSpPr>
        <p:spPr>
          <a:xfrm>
            <a:off x="722375" y="530750"/>
            <a:ext cx="76992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3">
  <p:cSld name="CUSTOM_19">
    <p:bg>
      <p:bgPr>
        <a:solidFill>
          <a:schemeClr val="accent2"/>
        </a:solidFill>
      </p:bgPr>
    </p:bg>
    <p:spTree>
      <p:nvGrpSpPr>
        <p:cNvPr id="608" name="Shape 608"/>
        <p:cNvGrpSpPr/>
        <p:nvPr/>
      </p:nvGrpSpPr>
      <p:grpSpPr>
        <a:xfrm>
          <a:off x="0" y="0"/>
          <a:ext cx="0" cy="0"/>
          <a:chOff x="0" y="0"/>
          <a:chExt cx="0" cy="0"/>
        </a:xfrm>
      </p:grpSpPr>
      <p:grpSp>
        <p:nvGrpSpPr>
          <p:cNvPr id="609" name="Google Shape;609;p36"/>
          <p:cNvGrpSpPr/>
          <p:nvPr/>
        </p:nvGrpSpPr>
        <p:grpSpPr>
          <a:xfrm flipH="1">
            <a:off x="-449238" y="1854311"/>
            <a:ext cx="1628818" cy="3133826"/>
            <a:chOff x="1801099" y="1658647"/>
            <a:chExt cx="720652" cy="1386465"/>
          </a:xfrm>
        </p:grpSpPr>
        <p:sp>
          <p:nvSpPr>
            <p:cNvPr id="610" name="Google Shape;610;p36"/>
            <p:cNvSpPr/>
            <p:nvPr/>
          </p:nvSpPr>
          <p:spPr>
            <a:xfrm>
              <a:off x="1801099" y="3002886"/>
              <a:ext cx="720652" cy="17"/>
            </a:xfrm>
            <a:custGeom>
              <a:rect b="b" l="l" r="r" t="t"/>
              <a:pathLst>
                <a:path extrusionOk="0" fill="none" h="1" w="43224">
                  <a:moveTo>
                    <a:pt x="1" y="1"/>
                  </a:moveTo>
                  <a:lnTo>
                    <a:pt x="43223" y="1"/>
                  </a:lnTo>
                </a:path>
              </a:pathLst>
            </a:custGeom>
            <a:noFill/>
            <a:ln cap="rnd"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36"/>
            <p:cNvSpPr/>
            <p:nvPr/>
          </p:nvSpPr>
          <p:spPr>
            <a:xfrm>
              <a:off x="2012001" y="2361972"/>
              <a:ext cx="451541" cy="683139"/>
            </a:xfrm>
            <a:custGeom>
              <a:rect b="b" l="l" r="r" t="t"/>
              <a:pathLst>
                <a:path extrusionOk="0" h="40974" w="27083">
                  <a:moveTo>
                    <a:pt x="4408" y="0"/>
                  </a:moveTo>
                  <a:cubicBezTo>
                    <a:pt x="4408" y="0"/>
                    <a:pt x="0" y="5928"/>
                    <a:pt x="0" y="15107"/>
                  </a:cubicBezTo>
                  <a:cubicBezTo>
                    <a:pt x="0" y="23983"/>
                    <a:pt x="6566" y="36475"/>
                    <a:pt x="8086" y="40974"/>
                  </a:cubicBezTo>
                  <a:lnTo>
                    <a:pt x="18998" y="40974"/>
                  </a:lnTo>
                  <a:cubicBezTo>
                    <a:pt x="19514" y="39484"/>
                    <a:pt x="20548" y="37113"/>
                    <a:pt x="21733" y="34317"/>
                  </a:cubicBezTo>
                  <a:cubicBezTo>
                    <a:pt x="24135" y="28603"/>
                    <a:pt x="27083" y="21065"/>
                    <a:pt x="27083" y="15107"/>
                  </a:cubicBezTo>
                  <a:cubicBezTo>
                    <a:pt x="27083" y="5897"/>
                    <a:pt x="22676" y="0"/>
                    <a:pt x="22676" y="0"/>
                  </a:cubicBezTo>
                  <a:close/>
                </a:path>
              </a:pathLst>
            </a:custGeom>
            <a:solidFill>
              <a:schemeClr val="accent3"/>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36"/>
            <p:cNvSpPr/>
            <p:nvPr/>
          </p:nvSpPr>
          <p:spPr>
            <a:xfrm>
              <a:off x="2222249" y="2499054"/>
              <a:ext cx="240217" cy="539722"/>
            </a:xfrm>
            <a:custGeom>
              <a:rect b="b" l="l" r="r" t="t"/>
              <a:pathLst>
                <a:path extrusionOk="0" h="32372" w="14408">
                  <a:moveTo>
                    <a:pt x="13648" y="0"/>
                  </a:moveTo>
                  <a:lnTo>
                    <a:pt x="13648" y="0"/>
                  </a:lnTo>
                  <a:cubicBezTo>
                    <a:pt x="14043" y="3192"/>
                    <a:pt x="13861" y="6444"/>
                    <a:pt x="13162" y="9605"/>
                  </a:cubicBezTo>
                  <a:cubicBezTo>
                    <a:pt x="11855" y="15411"/>
                    <a:pt x="7295" y="22159"/>
                    <a:pt x="3709" y="27174"/>
                  </a:cubicBezTo>
                  <a:cubicBezTo>
                    <a:pt x="2219" y="29271"/>
                    <a:pt x="882" y="31065"/>
                    <a:pt x="0" y="32372"/>
                  </a:cubicBezTo>
                  <a:lnTo>
                    <a:pt x="6323" y="32372"/>
                  </a:lnTo>
                  <a:cubicBezTo>
                    <a:pt x="6839" y="30882"/>
                    <a:pt x="7873" y="28511"/>
                    <a:pt x="9058" y="25715"/>
                  </a:cubicBezTo>
                  <a:cubicBezTo>
                    <a:pt x="11460" y="20001"/>
                    <a:pt x="14408" y="12463"/>
                    <a:pt x="14408" y="6505"/>
                  </a:cubicBezTo>
                  <a:cubicBezTo>
                    <a:pt x="14408" y="4286"/>
                    <a:pt x="14165" y="2128"/>
                    <a:pt x="1364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36"/>
            <p:cNvSpPr/>
            <p:nvPr/>
          </p:nvSpPr>
          <p:spPr>
            <a:xfrm>
              <a:off x="2085986" y="2295589"/>
              <a:ext cx="304073" cy="96817"/>
            </a:xfrm>
            <a:custGeom>
              <a:rect b="b" l="l" r="r" t="t"/>
              <a:pathLst>
                <a:path extrusionOk="0" h="5807" w="18238">
                  <a:moveTo>
                    <a:pt x="0" y="1"/>
                  </a:moveTo>
                  <a:lnTo>
                    <a:pt x="0" y="4013"/>
                  </a:lnTo>
                  <a:cubicBezTo>
                    <a:pt x="0" y="4985"/>
                    <a:pt x="4073" y="5806"/>
                    <a:pt x="9119" y="5806"/>
                  </a:cubicBezTo>
                  <a:cubicBezTo>
                    <a:pt x="14134" y="5806"/>
                    <a:pt x="18238" y="4985"/>
                    <a:pt x="18238" y="4013"/>
                  </a:cubicBezTo>
                  <a:lnTo>
                    <a:pt x="18238" y="1"/>
                  </a:lnTo>
                  <a:close/>
                </a:path>
              </a:pathLst>
            </a:custGeom>
            <a:solidFill>
              <a:schemeClr val="accent1"/>
            </a:solidFill>
            <a:ln cap="rnd"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36"/>
            <p:cNvSpPr/>
            <p:nvPr/>
          </p:nvSpPr>
          <p:spPr>
            <a:xfrm>
              <a:off x="2085469" y="2265182"/>
              <a:ext cx="304590" cy="60321"/>
            </a:xfrm>
            <a:custGeom>
              <a:rect b="b" l="l" r="r" t="t"/>
              <a:pathLst>
                <a:path extrusionOk="0" h="3618" w="18269">
                  <a:moveTo>
                    <a:pt x="9119" y="1"/>
                  </a:moveTo>
                  <a:cubicBezTo>
                    <a:pt x="4074" y="1"/>
                    <a:pt x="1" y="822"/>
                    <a:pt x="1" y="1825"/>
                  </a:cubicBezTo>
                  <a:cubicBezTo>
                    <a:pt x="1" y="2828"/>
                    <a:pt x="4074" y="3618"/>
                    <a:pt x="9119" y="3618"/>
                  </a:cubicBezTo>
                  <a:cubicBezTo>
                    <a:pt x="14165" y="3618"/>
                    <a:pt x="18269" y="2828"/>
                    <a:pt x="18269" y="1825"/>
                  </a:cubicBezTo>
                  <a:cubicBezTo>
                    <a:pt x="18269" y="822"/>
                    <a:pt x="14165" y="1"/>
                    <a:pt x="9119" y="1"/>
                  </a:cubicBezTo>
                  <a:close/>
                </a:path>
              </a:pathLst>
            </a:custGeom>
            <a:solidFill>
              <a:schemeClr val="accent6"/>
            </a:solidFill>
            <a:ln cap="rnd"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36"/>
            <p:cNvSpPr/>
            <p:nvPr/>
          </p:nvSpPr>
          <p:spPr>
            <a:xfrm>
              <a:off x="2106758" y="2273800"/>
              <a:ext cx="261508" cy="40564"/>
            </a:xfrm>
            <a:custGeom>
              <a:rect b="b" l="l" r="r" t="t"/>
              <a:pathLst>
                <a:path extrusionOk="0" h="2433" w="15685">
                  <a:moveTo>
                    <a:pt x="7842" y="1"/>
                  </a:moveTo>
                  <a:cubicBezTo>
                    <a:pt x="3526" y="1"/>
                    <a:pt x="0" y="578"/>
                    <a:pt x="0" y="1308"/>
                  </a:cubicBezTo>
                  <a:cubicBezTo>
                    <a:pt x="0" y="2037"/>
                    <a:pt x="3526" y="2432"/>
                    <a:pt x="7842" y="2432"/>
                  </a:cubicBezTo>
                  <a:cubicBezTo>
                    <a:pt x="12189" y="2432"/>
                    <a:pt x="15685" y="2037"/>
                    <a:pt x="15685" y="1308"/>
                  </a:cubicBezTo>
                  <a:cubicBezTo>
                    <a:pt x="15685" y="578"/>
                    <a:pt x="12189" y="1"/>
                    <a:pt x="784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36"/>
            <p:cNvSpPr/>
            <p:nvPr/>
          </p:nvSpPr>
          <p:spPr>
            <a:xfrm>
              <a:off x="2085469" y="1852212"/>
              <a:ext cx="117091" cy="458644"/>
            </a:xfrm>
            <a:custGeom>
              <a:rect b="b" l="l" r="r" t="t"/>
              <a:pathLst>
                <a:path extrusionOk="0" fill="none" h="27509" w="7023">
                  <a:moveTo>
                    <a:pt x="1" y="0"/>
                  </a:moveTo>
                  <a:cubicBezTo>
                    <a:pt x="1" y="0"/>
                    <a:pt x="5958" y="12767"/>
                    <a:pt x="7022" y="27508"/>
                  </a:cubicBezTo>
                </a:path>
              </a:pathLst>
            </a:custGeom>
            <a:noFill/>
            <a:ln cap="rnd"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36"/>
            <p:cNvSpPr/>
            <p:nvPr/>
          </p:nvSpPr>
          <p:spPr>
            <a:xfrm>
              <a:off x="2114860" y="2133949"/>
              <a:ext cx="70975" cy="46133"/>
            </a:xfrm>
            <a:custGeom>
              <a:rect b="b" l="l" r="r" t="t"/>
              <a:pathLst>
                <a:path extrusionOk="0" fill="none" h="2767" w="4257">
                  <a:moveTo>
                    <a:pt x="1" y="0"/>
                  </a:moveTo>
                  <a:lnTo>
                    <a:pt x="4256" y="2766"/>
                  </a:lnTo>
                </a:path>
              </a:pathLst>
            </a:custGeom>
            <a:noFill/>
            <a:ln cap="rnd"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36"/>
            <p:cNvSpPr/>
            <p:nvPr/>
          </p:nvSpPr>
          <p:spPr>
            <a:xfrm>
              <a:off x="2099656" y="2119245"/>
              <a:ext cx="30427" cy="29927"/>
            </a:xfrm>
            <a:custGeom>
              <a:rect b="b" l="l" r="r" t="t"/>
              <a:pathLst>
                <a:path extrusionOk="0" h="1795" w="1825">
                  <a:moveTo>
                    <a:pt x="913" y="1"/>
                  </a:moveTo>
                  <a:cubicBezTo>
                    <a:pt x="396" y="1"/>
                    <a:pt x="1" y="396"/>
                    <a:pt x="1" y="882"/>
                  </a:cubicBezTo>
                  <a:cubicBezTo>
                    <a:pt x="1" y="1399"/>
                    <a:pt x="396" y="1794"/>
                    <a:pt x="913" y="1794"/>
                  </a:cubicBezTo>
                  <a:cubicBezTo>
                    <a:pt x="1399" y="1794"/>
                    <a:pt x="1825" y="1399"/>
                    <a:pt x="1825" y="882"/>
                  </a:cubicBezTo>
                  <a:cubicBezTo>
                    <a:pt x="1825" y="396"/>
                    <a:pt x="1399" y="1"/>
                    <a:pt x="913" y="1"/>
                  </a:cubicBezTo>
                  <a:close/>
                </a:path>
              </a:pathLst>
            </a:custGeom>
            <a:solidFill>
              <a:schemeClr val="accent3"/>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36"/>
            <p:cNvSpPr/>
            <p:nvPr/>
          </p:nvSpPr>
          <p:spPr>
            <a:xfrm>
              <a:off x="2091554" y="2176510"/>
              <a:ext cx="73492" cy="131279"/>
            </a:xfrm>
            <a:custGeom>
              <a:rect b="b" l="l" r="r" t="t"/>
              <a:pathLst>
                <a:path extrusionOk="0" fill="none" h="7874" w="4408">
                  <a:moveTo>
                    <a:pt x="0" y="1"/>
                  </a:moveTo>
                  <a:cubicBezTo>
                    <a:pt x="0" y="1"/>
                    <a:pt x="3162" y="4864"/>
                    <a:pt x="4408" y="7873"/>
                  </a:cubicBezTo>
                </a:path>
              </a:pathLst>
            </a:custGeom>
            <a:noFill/>
            <a:ln cap="rnd"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36"/>
            <p:cNvSpPr/>
            <p:nvPr/>
          </p:nvSpPr>
          <p:spPr>
            <a:xfrm>
              <a:off x="2039358" y="2206400"/>
              <a:ext cx="94283" cy="39547"/>
            </a:xfrm>
            <a:custGeom>
              <a:rect b="b" l="l" r="r" t="t"/>
              <a:pathLst>
                <a:path extrusionOk="0" fill="none" h="2372" w="5655">
                  <a:moveTo>
                    <a:pt x="1" y="1"/>
                  </a:moveTo>
                  <a:cubicBezTo>
                    <a:pt x="1" y="1"/>
                    <a:pt x="3891" y="1490"/>
                    <a:pt x="5654" y="2372"/>
                  </a:cubicBezTo>
                </a:path>
              </a:pathLst>
            </a:custGeom>
            <a:noFill/>
            <a:ln cap="rnd"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36"/>
            <p:cNvSpPr/>
            <p:nvPr/>
          </p:nvSpPr>
          <p:spPr>
            <a:xfrm>
              <a:off x="2080918" y="2165874"/>
              <a:ext cx="21808" cy="21291"/>
            </a:xfrm>
            <a:custGeom>
              <a:rect b="b" l="l" r="r" t="t"/>
              <a:pathLst>
                <a:path extrusionOk="0" h="1277" w="1308">
                  <a:moveTo>
                    <a:pt x="638" y="0"/>
                  </a:moveTo>
                  <a:cubicBezTo>
                    <a:pt x="274" y="0"/>
                    <a:pt x="0" y="274"/>
                    <a:pt x="0" y="639"/>
                  </a:cubicBezTo>
                  <a:cubicBezTo>
                    <a:pt x="0" y="1003"/>
                    <a:pt x="274" y="1277"/>
                    <a:pt x="638" y="1277"/>
                  </a:cubicBezTo>
                  <a:cubicBezTo>
                    <a:pt x="1003" y="1277"/>
                    <a:pt x="1307" y="1003"/>
                    <a:pt x="1307" y="639"/>
                  </a:cubicBezTo>
                  <a:cubicBezTo>
                    <a:pt x="1307" y="274"/>
                    <a:pt x="1003" y="0"/>
                    <a:pt x="638" y="0"/>
                  </a:cubicBezTo>
                  <a:close/>
                </a:path>
              </a:pathLst>
            </a:custGeom>
            <a:solidFill>
              <a:schemeClr val="accent3"/>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p36"/>
            <p:cNvSpPr/>
            <p:nvPr/>
          </p:nvSpPr>
          <p:spPr>
            <a:xfrm>
              <a:off x="2027205" y="2194247"/>
              <a:ext cx="24342" cy="24342"/>
            </a:xfrm>
            <a:custGeom>
              <a:rect b="b" l="l" r="r" t="t"/>
              <a:pathLst>
                <a:path extrusionOk="0" h="1460" w="1460">
                  <a:moveTo>
                    <a:pt x="730" y="0"/>
                  </a:moveTo>
                  <a:cubicBezTo>
                    <a:pt x="335" y="0"/>
                    <a:pt x="0" y="335"/>
                    <a:pt x="0" y="730"/>
                  </a:cubicBezTo>
                  <a:cubicBezTo>
                    <a:pt x="0" y="1155"/>
                    <a:pt x="335" y="1459"/>
                    <a:pt x="730" y="1459"/>
                  </a:cubicBezTo>
                  <a:cubicBezTo>
                    <a:pt x="1125" y="1459"/>
                    <a:pt x="1459" y="1155"/>
                    <a:pt x="1459" y="730"/>
                  </a:cubicBezTo>
                  <a:cubicBezTo>
                    <a:pt x="1459" y="335"/>
                    <a:pt x="1125" y="0"/>
                    <a:pt x="730" y="0"/>
                  </a:cubicBezTo>
                  <a:close/>
                </a:path>
              </a:pathLst>
            </a:custGeom>
            <a:solidFill>
              <a:schemeClr val="accent3"/>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36"/>
            <p:cNvSpPr/>
            <p:nvPr/>
          </p:nvSpPr>
          <p:spPr>
            <a:xfrm>
              <a:off x="2255727" y="1670300"/>
              <a:ext cx="44616" cy="641074"/>
            </a:xfrm>
            <a:custGeom>
              <a:rect b="b" l="l" r="r" t="t"/>
              <a:pathLst>
                <a:path extrusionOk="0" fill="none" h="38451" w="2676">
                  <a:moveTo>
                    <a:pt x="2675" y="0"/>
                  </a:moveTo>
                  <a:cubicBezTo>
                    <a:pt x="2675" y="0"/>
                    <a:pt x="669" y="24590"/>
                    <a:pt x="1" y="38451"/>
                  </a:cubicBezTo>
                </a:path>
              </a:pathLst>
            </a:custGeom>
            <a:noFill/>
            <a:ln cap="rnd"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36"/>
            <p:cNvSpPr/>
            <p:nvPr/>
          </p:nvSpPr>
          <p:spPr>
            <a:xfrm>
              <a:off x="2286635" y="1768091"/>
              <a:ext cx="63372" cy="72492"/>
            </a:xfrm>
            <a:custGeom>
              <a:rect b="b" l="l" r="r" t="t"/>
              <a:pathLst>
                <a:path extrusionOk="0" fill="none" h="4348" w="3801">
                  <a:moveTo>
                    <a:pt x="3800" y="1"/>
                  </a:moveTo>
                  <a:cubicBezTo>
                    <a:pt x="3800" y="1"/>
                    <a:pt x="1581" y="2463"/>
                    <a:pt x="1" y="4347"/>
                  </a:cubicBezTo>
                </a:path>
              </a:pathLst>
            </a:custGeom>
            <a:noFill/>
            <a:ln cap="rnd"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36"/>
            <p:cNvSpPr/>
            <p:nvPr/>
          </p:nvSpPr>
          <p:spPr>
            <a:xfrm>
              <a:off x="2226337" y="1712360"/>
              <a:ext cx="63872" cy="85146"/>
            </a:xfrm>
            <a:custGeom>
              <a:rect b="b" l="l" r="r" t="t"/>
              <a:pathLst>
                <a:path extrusionOk="0" fill="none" h="5107" w="3831">
                  <a:moveTo>
                    <a:pt x="1" y="0"/>
                  </a:moveTo>
                  <a:cubicBezTo>
                    <a:pt x="1" y="0"/>
                    <a:pt x="2584" y="3465"/>
                    <a:pt x="3831" y="5107"/>
                  </a:cubicBezTo>
                </a:path>
              </a:pathLst>
            </a:custGeom>
            <a:noFill/>
            <a:ln cap="rnd"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36"/>
            <p:cNvSpPr/>
            <p:nvPr/>
          </p:nvSpPr>
          <p:spPr>
            <a:xfrm>
              <a:off x="2276499" y="1863865"/>
              <a:ext cx="89715" cy="121142"/>
            </a:xfrm>
            <a:custGeom>
              <a:rect b="b" l="l" r="r" t="t"/>
              <a:pathLst>
                <a:path extrusionOk="0" fill="none" h="7266" w="5381">
                  <a:moveTo>
                    <a:pt x="5381" y="1"/>
                  </a:moveTo>
                  <a:cubicBezTo>
                    <a:pt x="5381" y="1"/>
                    <a:pt x="2220" y="4499"/>
                    <a:pt x="1" y="7265"/>
                  </a:cubicBezTo>
                </a:path>
              </a:pathLst>
            </a:custGeom>
            <a:noFill/>
            <a:ln cap="rnd"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36"/>
            <p:cNvSpPr/>
            <p:nvPr/>
          </p:nvSpPr>
          <p:spPr>
            <a:xfrm>
              <a:off x="2217718" y="1984978"/>
              <a:ext cx="53735" cy="72992"/>
            </a:xfrm>
            <a:custGeom>
              <a:rect b="b" l="l" r="r" t="t"/>
              <a:pathLst>
                <a:path extrusionOk="0" fill="none" h="4378" w="3223">
                  <a:moveTo>
                    <a:pt x="1" y="0"/>
                  </a:moveTo>
                  <a:cubicBezTo>
                    <a:pt x="974" y="1550"/>
                    <a:pt x="2038" y="2979"/>
                    <a:pt x="3223" y="4377"/>
                  </a:cubicBezTo>
                </a:path>
              </a:pathLst>
            </a:custGeom>
            <a:noFill/>
            <a:ln cap="rnd"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36"/>
            <p:cNvSpPr/>
            <p:nvPr/>
          </p:nvSpPr>
          <p:spPr>
            <a:xfrm>
              <a:off x="2263329" y="2135966"/>
              <a:ext cx="49167" cy="47150"/>
            </a:xfrm>
            <a:custGeom>
              <a:rect b="b" l="l" r="r" t="t"/>
              <a:pathLst>
                <a:path extrusionOk="0" fill="none" h="2828" w="2949">
                  <a:moveTo>
                    <a:pt x="2949" y="1"/>
                  </a:moveTo>
                  <a:cubicBezTo>
                    <a:pt x="2949" y="1"/>
                    <a:pt x="1004" y="1855"/>
                    <a:pt x="1" y="2828"/>
                  </a:cubicBezTo>
                </a:path>
              </a:pathLst>
            </a:custGeom>
            <a:noFill/>
            <a:ln cap="rnd"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36"/>
            <p:cNvSpPr/>
            <p:nvPr/>
          </p:nvSpPr>
          <p:spPr>
            <a:xfrm>
              <a:off x="2304890" y="2115711"/>
              <a:ext cx="26359" cy="26359"/>
            </a:xfrm>
            <a:custGeom>
              <a:rect b="b" l="l" r="r" t="t"/>
              <a:pathLst>
                <a:path extrusionOk="0" h="1581" w="1581">
                  <a:moveTo>
                    <a:pt x="790" y="0"/>
                  </a:moveTo>
                  <a:cubicBezTo>
                    <a:pt x="365" y="0"/>
                    <a:pt x="0" y="335"/>
                    <a:pt x="0" y="790"/>
                  </a:cubicBezTo>
                  <a:cubicBezTo>
                    <a:pt x="0" y="1216"/>
                    <a:pt x="365" y="1581"/>
                    <a:pt x="790" y="1581"/>
                  </a:cubicBezTo>
                  <a:cubicBezTo>
                    <a:pt x="1216" y="1581"/>
                    <a:pt x="1581" y="1216"/>
                    <a:pt x="1581" y="790"/>
                  </a:cubicBezTo>
                  <a:cubicBezTo>
                    <a:pt x="1581" y="335"/>
                    <a:pt x="1216" y="0"/>
                    <a:pt x="790" y="0"/>
                  </a:cubicBezTo>
                  <a:close/>
                </a:path>
              </a:pathLst>
            </a:custGeom>
            <a:solidFill>
              <a:schemeClr val="accent3"/>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36"/>
            <p:cNvSpPr/>
            <p:nvPr/>
          </p:nvSpPr>
          <p:spPr>
            <a:xfrm>
              <a:off x="2204048" y="1971792"/>
              <a:ext cx="26876" cy="26376"/>
            </a:xfrm>
            <a:custGeom>
              <a:rect b="b" l="l" r="r" t="t"/>
              <a:pathLst>
                <a:path extrusionOk="0" h="1582" w="1612">
                  <a:moveTo>
                    <a:pt x="821" y="1"/>
                  </a:moveTo>
                  <a:cubicBezTo>
                    <a:pt x="365" y="1"/>
                    <a:pt x="0" y="366"/>
                    <a:pt x="0" y="791"/>
                  </a:cubicBezTo>
                  <a:cubicBezTo>
                    <a:pt x="0" y="1247"/>
                    <a:pt x="365" y="1581"/>
                    <a:pt x="821" y="1581"/>
                  </a:cubicBezTo>
                  <a:cubicBezTo>
                    <a:pt x="1247" y="1581"/>
                    <a:pt x="1611" y="1247"/>
                    <a:pt x="1611" y="791"/>
                  </a:cubicBezTo>
                  <a:cubicBezTo>
                    <a:pt x="1611" y="366"/>
                    <a:pt x="1247" y="1"/>
                    <a:pt x="821" y="1"/>
                  </a:cubicBezTo>
                  <a:close/>
                </a:path>
              </a:pathLst>
            </a:custGeom>
            <a:solidFill>
              <a:schemeClr val="accent3"/>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36"/>
            <p:cNvSpPr/>
            <p:nvPr/>
          </p:nvSpPr>
          <p:spPr>
            <a:xfrm>
              <a:off x="2288669" y="1658647"/>
              <a:ext cx="23325" cy="23325"/>
            </a:xfrm>
            <a:custGeom>
              <a:rect b="b" l="l" r="r" t="t"/>
              <a:pathLst>
                <a:path extrusionOk="0" h="1399" w="1399">
                  <a:moveTo>
                    <a:pt x="699" y="0"/>
                  </a:moveTo>
                  <a:cubicBezTo>
                    <a:pt x="304" y="0"/>
                    <a:pt x="0" y="304"/>
                    <a:pt x="0" y="699"/>
                  </a:cubicBezTo>
                  <a:cubicBezTo>
                    <a:pt x="0" y="1095"/>
                    <a:pt x="304" y="1399"/>
                    <a:pt x="699" y="1399"/>
                  </a:cubicBezTo>
                  <a:cubicBezTo>
                    <a:pt x="1095" y="1399"/>
                    <a:pt x="1399" y="1095"/>
                    <a:pt x="1399" y="699"/>
                  </a:cubicBezTo>
                  <a:cubicBezTo>
                    <a:pt x="1399" y="304"/>
                    <a:pt x="1095" y="0"/>
                    <a:pt x="699" y="0"/>
                  </a:cubicBezTo>
                  <a:close/>
                </a:path>
              </a:pathLst>
            </a:custGeom>
            <a:solidFill>
              <a:schemeClr val="accent3"/>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36"/>
            <p:cNvSpPr/>
            <p:nvPr/>
          </p:nvSpPr>
          <p:spPr>
            <a:xfrm>
              <a:off x="2214684" y="1700707"/>
              <a:ext cx="22825" cy="22808"/>
            </a:xfrm>
            <a:custGeom>
              <a:rect b="b" l="l" r="r" t="t"/>
              <a:pathLst>
                <a:path extrusionOk="0" h="1368" w="1369">
                  <a:moveTo>
                    <a:pt x="700" y="0"/>
                  </a:moveTo>
                  <a:cubicBezTo>
                    <a:pt x="305" y="0"/>
                    <a:pt x="1" y="304"/>
                    <a:pt x="1" y="699"/>
                  </a:cubicBezTo>
                  <a:cubicBezTo>
                    <a:pt x="1" y="1064"/>
                    <a:pt x="305" y="1368"/>
                    <a:pt x="700" y="1368"/>
                  </a:cubicBezTo>
                  <a:cubicBezTo>
                    <a:pt x="1064" y="1368"/>
                    <a:pt x="1368" y="1064"/>
                    <a:pt x="1368" y="699"/>
                  </a:cubicBezTo>
                  <a:cubicBezTo>
                    <a:pt x="1368" y="304"/>
                    <a:pt x="1064" y="0"/>
                    <a:pt x="700" y="0"/>
                  </a:cubicBezTo>
                  <a:close/>
                </a:path>
              </a:pathLst>
            </a:custGeom>
            <a:solidFill>
              <a:schemeClr val="accent3"/>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36"/>
            <p:cNvSpPr/>
            <p:nvPr/>
          </p:nvSpPr>
          <p:spPr>
            <a:xfrm>
              <a:off x="2300322" y="2124313"/>
              <a:ext cx="136331" cy="183481"/>
            </a:xfrm>
            <a:custGeom>
              <a:rect b="b" l="l" r="r" t="t"/>
              <a:pathLst>
                <a:path extrusionOk="0" fill="none" h="11005" w="8177">
                  <a:moveTo>
                    <a:pt x="0" y="11004"/>
                  </a:moveTo>
                  <a:cubicBezTo>
                    <a:pt x="0" y="11004"/>
                    <a:pt x="4377" y="3466"/>
                    <a:pt x="8177" y="1"/>
                  </a:cubicBezTo>
                </a:path>
              </a:pathLst>
            </a:custGeom>
            <a:noFill/>
            <a:ln cap="rnd"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36"/>
            <p:cNvSpPr/>
            <p:nvPr/>
          </p:nvSpPr>
          <p:spPr>
            <a:xfrm>
              <a:off x="2342882" y="2169925"/>
              <a:ext cx="8636" cy="58287"/>
            </a:xfrm>
            <a:custGeom>
              <a:rect b="b" l="l" r="r" t="t"/>
              <a:pathLst>
                <a:path extrusionOk="0" fill="none" h="3496" w="518">
                  <a:moveTo>
                    <a:pt x="1" y="0"/>
                  </a:moveTo>
                  <a:cubicBezTo>
                    <a:pt x="335" y="1125"/>
                    <a:pt x="517" y="2311"/>
                    <a:pt x="517" y="3496"/>
                  </a:cubicBezTo>
                </a:path>
              </a:pathLst>
            </a:custGeom>
            <a:noFill/>
            <a:ln cap="rnd"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36"/>
            <p:cNvSpPr/>
            <p:nvPr/>
          </p:nvSpPr>
          <p:spPr>
            <a:xfrm>
              <a:off x="2380892" y="2171442"/>
              <a:ext cx="63356" cy="15722"/>
            </a:xfrm>
            <a:custGeom>
              <a:rect b="b" l="l" r="r" t="t"/>
              <a:pathLst>
                <a:path extrusionOk="0" fill="none" h="943" w="3800">
                  <a:moveTo>
                    <a:pt x="0" y="943"/>
                  </a:moveTo>
                  <a:cubicBezTo>
                    <a:pt x="0" y="943"/>
                    <a:pt x="2402" y="122"/>
                    <a:pt x="3800" y="1"/>
                  </a:cubicBezTo>
                </a:path>
              </a:pathLst>
            </a:custGeom>
            <a:noFill/>
            <a:ln cap="rnd"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36"/>
            <p:cNvSpPr/>
            <p:nvPr/>
          </p:nvSpPr>
          <p:spPr>
            <a:xfrm>
              <a:off x="2329712" y="2148136"/>
              <a:ext cx="26876" cy="26876"/>
            </a:xfrm>
            <a:custGeom>
              <a:rect b="b" l="l" r="r" t="t"/>
              <a:pathLst>
                <a:path extrusionOk="0" h="1612" w="1612">
                  <a:moveTo>
                    <a:pt x="791" y="0"/>
                  </a:moveTo>
                  <a:cubicBezTo>
                    <a:pt x="365" y="0"/>
                    <a:pt x="0" y="365"/>
                    <a:pt x="0" y="821"/>
                  </a:cubicBezTo>
                  <a:cubicBezTo>
                    <a:pt x="0" y="1247"/>
                    <a:pt x="365" y="1611"/>
                    <a:pt x="791" y="1611"/>
                  </a:cubicBezTo>
                  <a:cubicBezTo>
                    <a:pt x="1247" y="1611"/>
                    <a:pt x="1611" y="1247"/>
                    <a:pt x="1611" y="821"/>
                  </a:cubicBezTo>
                  <a:cubicBezTo>
                    <a:pt x="1611" y="365"/>
                    <a:pt x="1247" y="0"/>
                    <a:pt x="791" y="0"/>
                  </a:cubicBezTo>
                  <a:close/>
                </a:path>
              </a:pathLst>
            </a:custGeom>
            <a:solidFill>
              <a:schemeClr val="accent3"/>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36"/>
            <p:cNvSpPr/>
            <p:nvPr/>
          </p:nvSpPr>
          <p:spPr>
            <a:xfrm>
              <a:off x="2440690" y="2158272"/>
              <a:ext cx="26359" cy="26359"/>
            </a:xfrm>
            <a:custGeom>
              <a:rect b="b" l="l" r="r" t="t"/>
              <a:pathLst>
                <a:path extrusionOk="0" h="1581" w="1581">
                  <a:moveTo>
                    <a:pt x="790" y="0"/>
                  </a:moveTo>
                  <a:cubicBezTo>
                    <a:pt x="334" y="0"/>
                    <a:pt x="0" y="365"/>
                    <a:pt x="0" y="791"/>
                  </a:cubicBezTo>
                  <a:cubicBezTo>
                    <a:pt x="0" y="1247"/>
                    <a:pt x="334" y="1581"/>
                    <a:pt x="790" y="1581"/>
                  </a:cubicBezTo>
                  <a:cubicBezTo>
                    <a:pt x="1216" y="1581"/>
                    <a:pt x="1581" y="1247"/>
                    <a:pt x="1581" y="791"/>
                  </a:cubicBezTo>
                  <a:cubicBezTo>
                    <a:pt x="1581" y="365"/>
                    <a:pt x="1216" y="0"/>
                    <a:pt x="790" y="0"/>
                  </a:cubicBezTo>
                  <a:close/>
                </a:path>
              </a:pathLst>
            </a:custGeom>
            <a:solidFill>
              <a:schemeClr val="accent3"/>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36"/>
            <p:cNvSpPr/>
            <p:nvPr/>
          </p:nvSpPr>
          <p:spPr>
            <a:xfrm>
              <a:off x="2433088" y="2102024"/>
              <a:ext cx="26359" cy="26876"/>
            </a:xfrm>
            <a:custGeom>
              <a:rect b="b" l="l" r="r" t="t"/>
              <a:pathLst>
                <a:path extrusionOk="0" h="1612" w="1581">
                  <a:moveTo>
                    <a:pt x="790" y="0"/>
                  </a:moveTo>
                  <a:cubicBezTo>
                    <a:pt x="335" y="0"/>
                    <a:pt x="0" y="365"/>
                    <a:pt x="0" y="791"/>
                  </a:cubicBezTo>
                  <a:cubicBezTo>
                    <a:pt x="0" y="1247"/>
                    <a:pt x="335" y="1611"/>
                    <a:pt x="790" y="1611"/>
                  </a:cubicBezTo>
                  <a:cubicBezTo>
                    <a:pt x="1216" y="1611"/>
                    <a:pt x="1581" y="1247"/>
                    <a:pt x="1581" y="791"/>
                  </a:cubicBezTo>
                  <a:cubicBezTo>
                    <a:pt x="1581" y="365"/>
                    <a:pt x="1216" y="0"/>
                    <a:pt x="790" y="0"/>
                  </a:cubicBezTo>
                  <a:close/>
                </a:path>
              </a:pathLst>
            </a:custGeom>
            <a:solidFill>
              <a:schemeClr val="accent3"/>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39" name="Google Shape;639;p36"/>
          <p:cNvSpPr/>
          <p:nvPr/>
        </p:nvSpPr>
        <p:spPr>
          <a:xfrm>
            <a:off x="6593100" y="236401"/>
            <a:ext cx="1832405" cy="244805"/>
          </a:xfrm>
          <a:custGeom>
            <a:rect b="b" l="l" r="r" t="t"/>
            <a:pathLst>
              <a:path extrusionOk="0" h="7463" w="55866">
                <a:moveTo>
                  <a:pt x="16082" y="0"/>
                </a:moveTo>
                <a:cubicBezTo>
                  <a:pt x="15991" y="0"/>
                  <a:pt x="15916" y="25"/>
                  <a:pt x="15866" y="75"/>
                </a:cubicBezTo>
                <a:lnTo>
                  <a:pt x="8247" y="6542"/>
                </a:lnTo>
                <a:lnTo>
                  <a:pt x="728" y="75"/>
                </a:lnTo>
                <a:cubicBezTo>
                  <a:pt x="634" y="34"/>
                  <a:pt x="528" y="10"/>
                  <a:pt x="428" y="10"/>
                </a:cubicBezTo>
                <a:cubicBezTo>
                  <a:pt x="287" y="10"/>
                  <a:pt x="160" y="58"/>
                  <a:pt x="101" y="176"/>
                </a:cubicBezTo>
                <a:cubicBezTo>
                  <a:pt x="1" y="276"/>
                  <a:pt x="1" y="602"/>
                  <a:pt x="101" y="702"/>
                </a:cubicBezTo>
                <a:lnTo>
                  <a:pt x="8021" y="7369"/>
                </a:lnTo>
                <a:cubicBezTo>
                  <a:pt x="8084" y="7431"/>
                  <a:pt x="8165" y="7463"/>
                  <a:pt x="8256" y="7463"/>
                </a:cubicBezTo>
                <a:cubicBezTo>
                  <a:pt x="8347" y="7463"/>
                  <a:pt x="8447" y="7431"/>
                  <a:pt x="8547" y="7369"/>
                </a:cubicBezTo>
                <a:lnTo>
                  <a:pt x="16066" y="1003"/>
                </a:lnTo>
                <a:lnTo>
                  <a:pt x="23685" y="7369"/>
                </a:lnTo>
                <a:cubicBezTo>
                  <a:pt x="23748" y="7431"/>
                  <a:pt x="23854" y="7463"/>
                  <a:pt x="23958" y="7463"/>
                </a:cubicBezTo>
                <a:cubicBezTo>
                  <a:pt x="24061" y="7463"/>
                  <a:pt x="24161" y="7431"/>
                  <a:pt x="24212" y="7369"/>
                </a:cubicBezTo>
                <a:lnTo>
                  <a:pt x="31831" y="1003"/>
                </a:lnTo>
                <a:lnTo>
                  <a:pt x="39349" y="7369"/>
                </a:lnTo>
                <a:cubicBezTo>
                  <a:pt x="39462" y="7431"/>
                  <a:pt x="39569" y="7463"/>
                  <a:pt x="39672" y="7463"/>
                </a:cubicBezTo>
                <a:cubicBezTo>
                  <a:pt x="39776" y="7463"/>
                  <a:pt x="39876" y="7431"/>
                  <a:pt x="39976" y="7369"/>
                </a:cubicBezTo>
                <a:lnTo>
                  <a:pt x="47495" y="1003"/>
                </a:lnTo>
                <a:lnTo>
                  <a:pt x="55139" y="7369"/>
                </a:lnTo>
                <a:cubicBezTo>
                  <a:pt x="55225" y="7422"/>
                  <a:pt x="55310" y="7453"/>
                  <a:pt x="55388" y="7453"/>
                </a:cubicBezTo>
                <a:cubicBezTo>
                  <a:pt x="55493" y="7453"/>
                  <a:pt x="55583" y="7398"/>
                  <a:pt x="55640" y="7268"/>
                </a:cubicBezTo>
                <a:cubicBezTo>
                  <a:pt x="55866" y="7168"/>
                  <a:pt x="55866" y="6867"/>
                  <a:pt x="55640" y="6742"/>
                </a:cubicBezTo>
                <a:lnTo>
                  <a:pt x="47821" y="75"/>
                </a:lnTo>
                <a:cubicBezTo>
                  <a:pt x="47720" y="25"/>
                  <a:pt x="47614" y="0"/>
                  <a:pt x="47520" y="0"/>
                </a:cubicBezTo>
                <a:cubicBezTo>
                  <a:pt x="47426" y="0"/>
                  <a:pt x="47345" y="25"/>
                  <a:pt x="47294" y="75"/>
                </a:cubicBezTo>
                <a:lnTo>
                  <a:pt x="39675" y="6542"/>
                </a:lnTo>
                <a:lnTo>
                  <a:pt x="32056" y="75"/>
                </a:lnTo>
                <a:cubicBezTo>
                  <a:pt x="32006" y="25"/>
                  <a:pt x="31925" y="0"/>
                  <a:pt x="31831" y="0"/>
                </a:cubicBezTo>
                <a:cubicBezTo>
                  <a:pt x="31737" y="0"/>
                  <a:pt x="31630" y="25"/>
                  <a:pt x="31530" y="75"/>
                </a:cubicBezTo>
                <a:lnTo>
                  <a:pt x="24011" y="6542"/>
                </a:lnTo>
                <a:lnTo>
                  <a:pt x="16392" y="75"/>
                </a:lnTo>
                <a:cubicBezTo>
                  <a:pt x="16279" y="25"/>
                  <a:pt x="16173" y="0"/>
                  <a:pt x="16082"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40" name="Google Shape;640;p36"/>
          <p:cNvGrpSpPr/>
          <p:nvPr/>
        </p:nvGrpSpPr>
        <p:grpSpPr>
          <a:xfrm flipH="1" rot="3718461">
            <a:off x="7128169" y="2914922"/>
            <a:ext cx="1386029" cy="2705445"/>
            <a:chOff x="409722" y="228600"/>
            <a:chExt cx="1385931" cy="2705253"/>
          </a:xfrm>
        </p:grpSpPr>
        <p:grpSp>
          <p:nvGrpSpPr>
            <p:cNvPr id="641" name="Google Shape;641;p36"/>
            <p:cNvGrpSpPr/>
            <p:nvPr/>
          </p:nvGrpSpPr>
          <p:grpSpPr>
            <a:xfrm flipH="1" rot="-617154">
              <a:off x="575967" y="402323"/>
              <a:ext cx="1053440" cy="2450002"/>
              <a:chOff x="3817855" y="1437512"/>
              <a:chExt cx="541146" cy="1128254"/>
            </a:xfrm>
          </p:grpSpPr>
          <p:sp>
            <p:nvSpPr>
              <p:cNvPr id="642" name="Google Shape;642;p36"/>
              <p:cNvSpPr/>
              <p:nvPr/>
            </p:nvSpPr>
            <p:spPr>
              <a:xfrm>
                <a:off x="3817855" y="1437512"/>
                <a:ext cx="541146" cy="1128254"/>
              </a:xfrm>
              <a:custGeom>
                <a:rect b="b" l="l" r="r" t="t"/>
                <a:pathLst>
                  <a:path extrusionOk="0" h="59625" w="28598">
                    <a:moveTo>
                      <a:pt x="101" y="0"/>
                    </a:moveTo>
                    <a:lnTo>
                      <a:pt x="1" y="426"/>
                    </a:lnTo>
                    <a:cubicBezTo>
                      <a:pt x="16066" y="3359"/>
                      <a:pt x="28197" y="17344"/>
                      <a:pt x="28197" y="34161"/>
                    </a:cubicBezTo>
                    <a:lnTo>
                      <a:pt x="28197" y="34462"/>
                    </a:lnTo>
                    <a:cubicBezTo>
                      <a:pt x="28096" y="44286"/>
                      <a:pt x="23911" y="53058"/>
                      <a:pt x="17219" y="59324"/>
                    </a:cubicBezTo>
                    <a:lnTo>
                      <a:pt x="17545" y="59625"/>
                    </a:lnTo>
                    <a:cubicBezTo>
                      <a:pt x="24212" y="53359"/>
                      <a:pt x="28497" y="44386"/>
                      <a:pt x="28598" y="34462"/>
                    </a:cubicBezTo>
                    <a:lnTo>
                      <a:pt x="28598" y="34161"/>
                    </a:lnTo>
                    <a:cubicBezTo>
                      <a:pt x="28598" y="17143"/>
                      <a:pt x="16292" y="2933"/>
                      <a:pt x="101"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36"/>
              <p:cNvSpPr/>
              <p:nvPr/>
            </p:nvSpPr>
            <p:spPr>
              <a:xfrm>
                <a:off x="3985754" y="1615346"/>
                <a:ext cx="39378" cy="29898"/>
              </a:xfrm>
              <a:custGeom>
                <a:rect b="b" l="l" r="r" t="t"/>
                <a:pathLst>
                  <a:path extrusionOk="0" h="1580" w="2081">
                    <a:moveTo>
                      <a:pt x="1053" y="1"/>
                    </a:moveTo>
                    <a:cubicBezTo>
                      <a:pt x="0" y="1"/>
                      <a:pt x="0" y="1580"/>
                      <a:pt x="1053" y="1580"/>
                    </a:cubicBezTo>
                    <a:cubicBezTo>
                      <a:pt x="2080" y="1580"/>
                      <a:pt x="2080" y="1"/>
                      <a:pt x="1053" y="1"/>
                    </a:cubicBezTo>
                    <a:close/>
                  </a:path>
                </a:pathLst>
              </a:custGeom>
              <a:solidFill>
                <a:schemeClr val="accent3"/>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44" name="Google Shape;644;p36"/>
            <p:cNvSpPr/>
            <p:nvPr/>
          </p:nvSpPr>
          <p:spPr>
            <a:xfrm>
              <a:off x="1419225" y="228600"/>
              <a:ext cx="142800" cy="142800"/>
            </a:xfrm>
            <a:prstGeom prst="ellipse">
              <a:avLst/>
            </a:prstGeom>
            <a:solidFill>
              <a:schemeClr val="accent3"/>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45" name="Google Shape;645;p36"/>
          <p:cNvSpPr txBox="1"/>
          <p:nvPr>
            <p:ph type="title"/>
          </p:nvPr>
        </p:nvSpPr>
        <p:spPr>
          <a:xfrm>
            <a:off x="722375" y="530750"/>
            <a:ext cx="76992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46" name="Google Shape;646;p36"/>
          <p:cNvSpPr txBox="1"/>
          <p:nvPr>
            <p:ph idx="1" type="body"/>
          </p:nvPr>
        </p:nvSpPr>
        <p:spPr>
          <a:xfrm>
            <a:off x="4566600" y="1285977"/>
            <a:ext cx="3858900" cy="3244500"/>
          </a:xfrm>
          <a:prstGeom prst="rect">
            <a:avLst/>
          </a:prstGeom>
        </p:spPr>
        <p:txBody>
          <a:bodyPr anchorCtr="0" anchor="t" bIns="91425" lIns="91425" spcFirstLastPara="1" rIns="91425" wrap="square" tIns="91425">
            <a:noAutofit/>
          </a:bodyPr>
          <a:lstStyle>
            <a:lvl1pPr indent="-342900" lvl="0" marL="457200" rtl="0">
              <a:lnSpc>
                <a:spcPct val="100000"/>
              </a:lnSpc>
              <a:spcBef>
                <a:spcPts val="0"/>
              </a:spcBef>
              <a:spcAft>
                <a:spcPts val="0"/>
              </a:spcAft>
              <a:buSzPts val="1800"/>
              <a:buChar char="●"/>
              <a:defRPr sz="1200"/>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647" name="Google Shape;647;p36"/>
          <p:cNvSpPr txBox="1"/>
          <p:nvPr>
            <p:ph idx="2" type="body"/>
          </p:nvPr>
        </p:nvSpPr>
        <p:spPr>
          <a:xfrm>
            <a:off x="718500" y="1285877"/>
            <a:ext cx="3840000" cy="3244500"/>
          </a:xfrm>
          <a:prstGeom prst="rect">
            <a:avLst/>
          </a:prstGeom>
        </p:spPr>
        <p:txBody>
          <a:bodyPr anchorCtr="0" anchor="t" bIns="91425" lIns="91425" spcFirstLastPara="1" rIns="91425" wrap="square" tIns="91425">
            <a:noAutofit/>
          </a:bodyPr>
          <a:lstStyle>
            <a:lvl1pPr indent="-342900" lvl="0" marL="457200" rtl="0">
              <a:lnSpc>
                <a:spcPct val="100000"/>
              </a:lnSpc>
              <a:spcBef>
                <a:spcPts val="0"/>
              </a:spcBef>
              <a:spcAft>
                <a:spcPts val="0"/>
              </a:spcAft>
              <a:buSzPts val="1800"/>
              <a:buChar char="●"/>
              <a:defRPr sz="1200"/>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1">
    <p:spTree>
      <p:nvGrpSpPr>
        <p:cNvPr id="648" name="Shape 648"/>
        <p:cNvGrpSpPr/>
        <p:nvPr/>
      </p:nvGrpSpPr>
      <p:grpSpPr>
        <a:xfrm>
          <a:off x="0" y="0"/>
          <a:ext cx="0" cy="0"/>
          <a:chOff x="0" y="0"/>
          <a:chExt cx="0" cy="0"/>
        </a:xfrm>
      </p:grpSpPr>
      <p:grpSp>
        <p:nvGrpSpPr>
          <p:cNvPr id="649" name="Google Shape;649;p37"/>
          <p:cNvGrpSpPr/>
          <p:nvPr/>
        </p:nvGrpSpPr>
        <p:grpSpPr>
          <a:xfrm>
            <a:off x="-97582" y="-6"/>
            <a:ext cx="9411247" cy="5153383"/>
            <a:chOff x="-97582" y="-6"/>
            <a:chExt cx="9411247" cy="5153383"/>
          </a:xfrm>
        </p:grpSpPr>
        <p:sp>
          <p:nvSpPr>
            <p:cNvPr id="650" name="Google Shape;650;p37"/>
            <p:cNvSpPr/>
            <p:nvPr/>
          </p:nvSpPr>
          <p:spPr>
            <a:xfrm>
              <a:off x="319050" y="283350"/>
              <a:ext cx="8505900" cy="4576800"/>
            </a:xfrm>
            <a:prstGeom prst="roundRect">
              <a:avLst>
                <a:gd fmla="val 3396" name="adj"/>
              </a:avLst>
            </a:prstGeom>
            <a:solidFill>
              <a:schemeClr val="accent4"/>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37"/>
            <p:cNvSpPr/>
            <p:nvPr/>
          </p:nvSpPr>
          <p:spPr>
            <a:xfrm flipH="1">
              <a:off x="399046" y="0"/>
              <a:ext cx="1600279" cy="1208486"/>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37"/>
            <p:cNvSpPr/>
            <p:nvPr/>
          </p:nvSpPr>
          <p:spPr>
            <a:xfrm flipH="1">
              <a:off x="1314444" y="-6"/>
              <a:ext cx="1250846" cy="937634"/>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37"/>
            <p:cNvSpPr/>
            <p:nvPr/>
          </p:nvSpPr>
          <p:spPr>
            <a:xfrm flipH="1">
              <a:off x="6735804" y="3878776"/>
              <a:ext cx="1664900" cy="1264737"/>
            </a:xfrm>
            <a:custGeom>
              <a:rect b="b" l="l" r="r" t="t"/>
              <a:pathLst>
                <a:path extrusionOk="0" h="19743" w="24157">
                  <a:moveTo>
                    <a:pt x="1676" y="0"/>
                  </a:moveTo>
                  <a:cubicBezTo>
                    <a:pt x="1185" y="0"/>
                    <a:pt x="818" y="164"/>
                    <a:pt x="491" y="532"/>
                  </a:cubicBezTo>
                  <a:cubicBezTo>
                    <a:pt x="0" y="1022"/>
                    <a:pt x="0" y="2044"/>
                    <a:pt x="654" y="2575"/>
                  </a:cubicBezTo>
                  <a:lnTo>
                    <a:pt x="19742" y="19743"/>
                  </a:lnTo>
                  <a:lnTo>
                    <a:pt x="24157" y="19743"/>
                  </a:lnTo>
                  <a:lnTo>
                    <a:pt x="2534" y="327"/>
                  </a:lnTo>
                  <a:cubicBezTo>
                    <a:pt x="2371" y="0"/>
                    <a:pt x="2044" y="0"/>
                    <a:pt x="1676"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37"/>
            <p:cNvSpPr/>
            <p:nvPr/>
          </p:nvSpPr>
          <p:spPr>
            <a:xfrm flipH="1" rot="10800000">
              <a:off x="8009700" y="3670093"/>
              <a:ext cx="1135497" cy="1067007"/>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37"/>
            <p:cNvSpPr/>
            <p:nvPr/>
          </p:nvSpPr>
          <p:spPr>
            <a:xfrm flipH="1">
              <a:off x="-24431" y="1228724"/>
              <a:ext cx="1196082" cy="1134709"/>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56" name="Google Shape;656;p37"/>
            <p:cNvGrpSpPr/>
            <p:nvPr/>
          </p:nvGrpSpPr>
          <p:grpSpPr>
            <a:xfrm>
              <a:off x="4281415" y="75177"/>
              <a:ext cx="581170" cy="125403"/>
              <a:chOff x="4685288" y="186288"/>
              <a:chExt cx="419375" cy="90485"/>
            </a:xfrm>
          </p:grpSpPr>
          <p:sp>
            <p:nvSpPr>
              <p:cNvPr id="657" name="Google Shape;657;p37"/>
              <p:cNvSpPr/>
              <p:nvPr/>
            </p:nvSpPr>
            <p:spPr>
              <a:xfrm>
                <a:off x="4687513" y="186288"/>
                <a:ext cx="414900" cy="822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58" name="Google Shape;658;p37"/>
              <p:cNvGrpSpPr/>
              <p:nvPr/>
            </p:nvGrpSpPr>
            <p:grpSpPr>
              <a:xfrm>
                <a:off x="4685288" y="186300"/>
                <a:ext cx="419375" cy="90473"/>
                <a:chOff x="4390000" y="182175"/>
                <a:chExt cx="419375" cy="90473"/>
              </a:xfrm>
            </p:grpSpPr>
            <p:sp>
              <p:nvSpPr>
                <p:cNvPr id="659" name="Google Shape;659;p37"/>
                <p:cNvSpPr/>
                <p:nvPr/>
              </p:nvSpPr>
              <p:spPr>
                <a:xfrm>
                  <a:off x="4390000" y="182175"/>
                  <a:ext cx="419375" cy="90473"/>
                </a:xfrm>
                <a:custGeom>
                  <a:rect b="b" l="l" r="r" t="t"/>
                  <a:pathLst>
                    <a:path extrusionOk="0" h="1906" w="8835">
                      <a:moveTo>
                        <a:pt x="7882" y="155"/>
                      </a:moveTo>
                      <a:cubicBezTo>
                        <a:pt x="8323" y="155"/>
                        <a:pt x="8680" y="512"/>
                        <a:pt x="8680" y="953"/>
                      </a:cubicBezTo>
                      <a:cubicBezTo>
                        <a:pt x="8680" y="1393"/>
                        <a:pt x="8323" y="1750"/>
                        <a:pt x="7882" y="1750"/>
                      </a:cubicBezTo>
                      <a:lnTo>
                        <a:pt x="953" y="1750"/>
                      </a:lnTo>
                      <a:cubicBezTo>
                        <a:pt x="512" y="1750"/>
                        <a:pt x="155" y="1393"/>
                        <a:pt x="155" y="953"/>
                      </a:cubicBezTo>
                      <a:cubicBezTo>
                        <a:pt x="155" y="512"/>
                        <a:pt x="512" y="155"/>
                        <a:pt x="953" y="155"/>
                      </a:cubicBezTo>
                      <a:close/>
                      <a:moveTo>
                        <a:pt x="953" y="0"/>
                      </a:moveTo>
                      <a:cubicBezTo>
                        <a:pt x="429" y="0"/>
                        <a:pt x="0" y="429"/>
                        <a:pt x="0" y="953"/>
                      </a:cubicBezTo>
                      <a:cubicBezTo>
                        <a:pt x="0" y="1476"/>
                        <a:pt x="429" y="1905"/>
                        <a:pt x="953" y="1905"/>
                      </a:cubicBezTo>
                      <a:lnTo>
                        <a:pt x="7882" y="1905"/>
                      </a:lnTo>
                      <a:cubicBezTo>
                        <a:pt x="8406" y="1905"/>
                        <a:pt x="8835" y="1476"/>
                        <a:pt x="8835" y="953"/>
                      </a:cubicBezTo>
                      <a:cubicBezTo>
                        <a:pt x="8835" y="429"/>
                        <a:pt x="8406" y="0"/>
                        <a:pt x="7882"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37"/>
                <p:cNvSpPr/>
                <p:nvPr/>
              </p:nvSpPr>
              <p:spPr>
                <a:xfrm>
                  <a:off x="4464048" y="201352"/>
                  <a:ext cx="52024" cy="52072"/>
                </a:xfrm>
                <a:custGeom>
                  <a:rect b="b" l="l" r="r" t="t"/>
                  <a:pathLst>
                    <a:path extrusionOk="0" h="1097" w="1096">
                      <a:moveTo>
                        <a:pt x="548" y="144"/>
                      </a:moveTo>
                      <a:cubicBezTo>
                        <a:pt x="774" y="144"/>
                        <a:pt x="953" y="322"/>
                        <a:pt x="953" y="549"/>
                      </a:cubicBezTo>
                      <a:cubicBezTo>
                        <a:pt x="953" y="763"/>
                        <a:pt x="774" y="941"/>
                        <a:pt x="548" y="941"/>
                      </a:cubicBezTo>
                      <a:cubicBezTo>
                        <a:pt x="333" y="941"/>
                        <a:pt x="155" y="763"/>
                        <a:pt x="155" y="549"/>
                      </a:cubicBezTo>
                      <a:cubicBezTo>
                        <a:pt x="155" y="322"/>
                        <a:pt x="333" y="144"/>
                        <a:pt x="548" y="144"/>
                      </a:cubicBezTo>
                      <a:close/>
                      <a:moveTo>
                        <a:pt x="548" y="1"/>
                      </a:moveTo>
                      <a:cubicBezTo>
                        <a:pt x="250" y="1"/>
                        <a:pt x="0" y="251"/>
                        <a:pt x="0" y="549"/>
                      </a:cubicBezTo>
                      <a:cubicBezTo>
                        <a:pt x="0" y="846"/>
                        <a:pt x="250" y="1096"/>
                        <a:pt x="548" y="1096"/>
                      </a:cubicBezTo>
                      <a:cubicBezTo>
                        <a:pt x="845" y="1096"/>
                        <a:pt x="1095" y="846"/>
                        <a:pt x="1095" y="549"/>
                      </a:cubicBezTo>
                      <a:cubicBezTo>
                        <a:pt x="1095" y="251"/>
                        <a:pt x="845" y="1"/>
                        <a:pt x="54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61" name="Google Shape;661;p37"/>
            <p:cNvGrpSpPr/>
            <p:nvPr/>
          </p:nvGrpSpPr>
          <p:grpSpPr>
            <a:xfrm rot="-1102275">
              <a:off x="239301" y="2899434"/>
              <a:ext cx="541146" cy="2225370"/>
              <a:chOff x="871338" y="1945155"/>
              <a:chExt cx="247109" cy="1016148"/>
            </a:xfrm>
          </p:grpSpPr>
          <p:sp>
            <p:nvSpPr>
              <p:cNvPr id="662" name="Google Shape;662;p37"/>
              <p:cNvSpPr/>
              <p:nvPr/>
            </p:nvSpPr>
            <p:spPr>
              <a:xfrm>
                <a:off x="1017893" y="2858365"/>
                <a:ext cx="100554" cy="102938"/>
              </a:xfrm>
              <a:custGeom>
                <a:rect b="b" l="l" r="r" t="t"/>
                <a:pathLst>
                  <a:path extrusionOk="0" h="5440" w="5314">
                    <a:moveTo>
                      <a:pt x="2707" y="0"/>
                    </a:moveTo>
                    <a:cubicBezTo>
                      <a:pt x="1253" y="0"/>
                      <a:pt x="0" y="1254"/>
                      <a:pt x="0" y="2707"/>
                    </a:cubicBezTo>
                    <a:cubicBezTo>
                      <a:pt x="0" y="4186"/>
                      <a:pt x="1253" y="5439"/>
                      <a:pt x="2707" y="5439"/>
                    </a:cubicBezTo>
                    <a:cubicBezTo>
                      <a:pt x="4161" y="5439"/>
                      <a:pt x="5314" y="4186"/>
                      <a:pt x="5314" y="2707"/>
                    </a:cubicBezTo>
                    <a:cubicBezTo>
                      <a:pt x="5314" y="1254"/>
                      <a:pt x="4161" y="0"/>
                      <a:pt x="270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37"/>
              <p:cNvSpPr/>
              <p:nvPr/>
            </p:nvSpPr>
            <p:spPr>
              <a:xfrm>
                <a:off x="871338" y="2075844"/>
                <a:ext cx="215338" cy="853670"/>
              </a:xfrm>
              <a:custGeom>
                <a:rect b="b" l="l" r="r" t="t"/>
                <a:pathLst>
                  <a:path extrusionOk="0" h="45114" w="11380">
                    <a:moveTo>
                      <a:pt x="6066" y="1"/>
                    </a:moveTo>
                    <a:cubicBezTo>
                      <a:pt x="2206" y="5640"/>
                      <a:pt x="1" y="12332"/>
                      <a:pt x="1" y="19625"/>
                    </a:cubicBezTo>
                    <a:cubicBezTo>
                      <a:pt x="1" y="29650"/>
                      <a:pt x="4287" y="38748"/>
                      <a:pt x="11079" y="45114"/>
                    </a:cubicBezTo>
                    <a:lnTo>
                      <a:pt x="11379" y="44813"/>
                    </a:lnTo>
                    <a:cubicBezTo>
                      <a:pt x="4612" y="38547"/>
                      <a:pt x="427" y="29550"/>
                      <a:pt x="427" y="19625"/>
                    </a:cubicBezTo>
                    <a:cubicBezTo>
                      <a:pt x="427" y="12432"/>
                      <a:pt x="2607" y="5740"/>
                      <a:pt x="6367" y="201"/>
                    </a:cubicBezTo>
                    <a:lnTo>
                      <a:pt x="6066"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37"/>
              <p:cNvSpPr/>
              <p:nvPr/>
            </p:nvSpPr>
            <p:spPr>
              <a:xfrm>
                <a:off x="1051083" y="1945155"/>
                <a:ext cx="67364" cy="51242"/>
              </a:xfrm>
              <a:custGeom>
                <a:rect b="b" l="l" r="r" t="t"/>
                <a:pathLst>
                  <a:path extrusionOk="0" h="2708" w="3560">
                    <a:moveTo>
                      <a:pt x="1780" y="1"/>
                    </a:moveTo>
                    <a:cubicBezTo>
                      <a:pt x="1" y="1"/>
                      <a:pt x="1" y="2708"/>
                      <a:pt x="1780" y="2708"/>
                    </a:cubicBezTo>
                    <a:cubicBezTo>
                      <a:pt x="3459" y="2708"/>
                      <a:pt x="3560" y="1"/>
                      <a:pt x="178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5" name="Google Shape;665;p37"/>
            <p:cNvSpPr/>
            <p:nvPr/>
          </p:nvSpPr>
          <p:spPr>
            <a:xfrm>
              <a:off x="7683774" y="926546"/>
              <a:ext cx="1629891" cy="217696"/>
            </a:xfrm>
            <a:custGeom>
              <a:rect b="b" l="l" r="r" t="t"/>
              <a:pathLst>
                <a:path extrusionOk="0" h="7463" w="55866">
                  <a:moveTo>
                    <a:pt x="16082" y="0"/>
                  </a:moveTo>
                  <a:cubicBezTo>
                    <a:pt x="15991" y="0"/>
                    <a:pt x="15916" y="25"/>
                    <a:pt x="15866" y="75"/>
                  </a:cubicBezTo>
                  <a:lnTo>
                    <a:pt x="8247" y="6542"/>
                  </a:lnTo>
                  <a:lnTo>
                    <a:pt x="728" y="75"/>
                  </a:lnTo>
                  <a:cubicBezTo>
                    <a:pt x="634" y="34"/>
                    <a:pt x="528" y="10"/>
                    <a:pt x="428" y="10"/>
                  </a:cubicBezTo>
                  <a:cubicBezTo>
                    <a:pt x="287" y="10"/>
                    <a:pt x="160" y="58"/>
                    <a:pt x="101" y="176"/>
                  </a:cubicBezTo>
                  <a:cubicBezTo>
                    <a:pt x="1" y="276"/>
                    <a:pt x="1" y="602"/>
                    <a:pt x="101" y="702"/>
                  </a:cubicBezTo>
                  <a:lnTo>
                    <a:pt x="8021" y="7369"/>
                  </a:lnTo>
                  <a:cubicBezTo>
                    <a:pt x="8084" y="7431"/>
                    <a:pt x="8165" y="7463"/>
                    <a:pt x="8256" y="7463"/>
                  </a:cubicBezTo>
                  <a:cubicBezTo>
                    <a:pt x="8347" y="7463"/>
                    <a:pt x="8447" y="7431"/>
                    <a:pt x="8547" y="7369"/>
                  </a:cubicBezTo>
                  <a:lnTo>
                    <a:pt x="16066" y="1003"/>
                  </a:lnTo>
                  <a:lnTo>
                    <a:pt x="23685" y="7369"/>
                  </a:lnTo>
                  <a:cubicBezTo>
                    <a:pt x="23748" y="7431"/>
                    <a:pt x="23854" y="7463"/>
                    <a:pt x="23958" y="7463"/>
                  </a:cubicBezTo>
                  <a:cubicBezTo>
                    <a:pt x="24061" y="7463"/>
                    <a:pt x="24161" y="7431"/>
                    <a:pt x="24212" y="7369"/>
                  </a:cubicBezTo>
                  <a:lnTo>
                    <a:pt x="31831" y="1003"/>
                  </a:lnTo>
                  <a:lnTo>
                    <a:pt x="39349" y="7369"/>
                  </a:lnTo>
                  <a:cubicBezTo>
                    <a:pt x="39462" y="7431"/>
                    <a:pt x="39569" y="7463"/>
                    <a:pt x="39672" y="7463"/>
                  </a:cubicBezTo>
                  <a:cubicBezTo>
                    <a:pt x="39776" y="7463"/>
                    <a:pt x="39876" y="7431"/>
                    <a:pt x="39976" y="7369"/>
                  </a:cubicBezTo>
                  <a:lnTo>
                    <a:pt x="47495" y="1003"/>
                  </a:lnTo>
                  <a:lnTo>
                    <a:pt x="55139" y="7369"/>
                  </a:lnTo>
                  <a:cubicBezTo>
                    <a:pt x="55225" y="7422"/>
                    <a:pt x="55310" y="7453"/>
                    <a:pt x="55388" y="7453"/>
                  </a:cubicBezTo>
                  <a:cubicBezTo>
                    <a:pt x="55493" y="7453"/>
                    <a:pt x="55583" y="7398"/>
                    <a:pt x="55640" y="7268"/>
                  </a:cubicBezTo>
                  <a:cubicBezTo>
                    <a:pt x="55866" y="7168"/>
                    <a:pt x="55866" y="6867"/>
                    <a:pt x="55640" y="6742"/>
                  </a:cubicBezTo>
                  <a:lnTo>
                    <a:pt x="47821" y="75"/>
                  </a:lnTo>
                  <a:cubicBezTo>
                    <a:pt x="47720" y="25"/>
                    <a:pt x="47614" y="0"/>
                    <a:pt x="47520" y="0"/>
                  </a:cubicBezTo>
                  <a:cubicBezTo>
                    <a:pt x="47426" y="0"/>
                    <a:pt x="47345" y="25"/>
                    <a:pt x="47294" y="75"/>
                  </a:cubicBezTo>
                  <a:lnTo>
                    <a:pt x="39675" y="6542"/>
                  </a:lnTo>
                  <a:lnTo>
                    <a:pt x="32056" y="75"/>
                  </a:lnTo>
                  <a:cubicBezTo>
                    <a:pt x="32006" y="25"/>
                    <a:pt x="31925" y="0"/>
                    <a:pt x="31831" y="0"/>
                  </a:cubicBezTo>
                  <a:cubicBezTo>
                    <a:pt x="31737" y="0"/>
                    <a:pt x="31630" y="25"/>
                    <a:pt x="31530" y="75"/>
                  </a:cubicBezTo>
                  <a:lnTo>
                    <a:pt x="24011" y="6542"/>
                  </a:lnTo>
                  <a:lnTo>
                    <a:pt x="16392" y="75"/>
                  </a:lnTo>
                  <a:cubicBezTo>
                    <a:pt x="16279" y="25"/>
                    <a:pt x="16173" y="0"/>
                    <a:pt x="1608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6" name="Google Shape;666;p37"/>
          <p:cNvSpPr txBox="1"/>
          <p:nvPr>
            <p:ph idx="1" type="subTitle"/>
          </p:nvPr>
        </p:nvSpPr>
        <p:spPr>
          <a:xfrm>
            <a:off x="6450420" y="2989131"/>
            <a:ext cx="1517100" cy="314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b="1" sz="1800">
                <a:latin typeface="Aldrich"/>
                <a:ea typeface="Aldrich"/>
                <a:cs typeface="Aldrich"/>
                <a:sym typeface="Aldrich"/>
              </a:defRPr>
            </a:lvl1pPr>
            <a:lvl2pPr lvl="1" rtl="0" algn="ctr">
              <a:lnSpc>
                <a:spcPct val="100000"/>
              </a:lnSpc>
              <a:spcBef>
                <a:spcPts val="0"/>
              </a:spcBef>
              <a:spcAft>
                <a:spcPts val="0"/>
              </a:spcAft>
              <a:buNone/>
              <a:defRPr b="1">
                <a:latin typeface="Aldrich"/>
                <a:ea typeface="Aldrich"/>
                <a:cs typeface="Aldrich"/>
                <a:sym typeface="Aldrich"/>
              </a:defRPr>
            </a:lvl2pPr>
            <a:lvl3pPr lvl="2" rtl="0" algn="ctr">
              <a:lnSpc>
                <a:spcPct val="100000"/>
              </a:lnSpc>
              <a:spcBef>
                <a:spcPts val="0"/>
              </a:spcBef>
              <a:spcAft>
                <a:spcPts val="0"/>
              </a:spcAft>
              <a:buNone/>
              <a:defRPr b="1">
                <a:latin typeface="Aldrich"/>
                <a:ea typeface="Aldrich"/>
                <a:cs typeface="Aldrich"/>
                <a:sym typeface="Aldrich"/>
              </a:defRPr>
            </a:lvl3pPr>
            <a:lvl4pPr lvl="3" rtl="0" algn="ctr">
              <a:lnSpc>
                <a:spcPct val="100000"/>
              </a:lnSpc>
              <a:spcBef>
                <a:spcPts val="0"/>
              </a:spcBef>
              <a:spcAft>
                <a:spcPts val="0"/>
              </a:spcAft>
              <a:buNone/>
              <a:defRPr b="1">
                <a:latin typeface="Aldrich"/>
                <a:ea typeface="Aldrich"/>
                <a:cs typeface="Aldrich"/>
                <a:sym typeface="Aldrich"/>
              </a:defRPr>
            </a:lvl4pPr>
            <a:lvl5pPr lvl="4" rtl="0" algn="ctr">
              <a:lnSpc>
                <a:spcPct val="100000"/>
              </a:lnSpc>
              <a:spcBef>
                <a:spcPts val="0"/>
              </a:spcBef>
              <a:spcAft>
                <a:spcPts val="0"/>
              </a:spcAft>
              <a:buNone/>
              <a:defRPr b="1">
                <a:latin typeface="Aldrich"/>
                <a:ea typeface="Aldrich"/>
                <a:cs typeface="Aldrich"/>
                <a:sym typeface="Aldrich"/>
              </a:defRPr>
            </a:lvl5pPr>
            <a:lvl6pPr lvl="5" rtl="0" algn="ctr">
              <a:lnSpc>
                <a:spcPct val="100000"/>
              </a:lnSpc>
              <a:spcBef>
                <a:spcPts val="0"/>
              </a:spcBef>
              <a:spcAft>
                <a:spcPts val="0"/>
              </a:spcAft>
              <a:buNone/>
              <a:defRPr b="1">
                <a:latin typeface="Aldrich"/>
                <a:ea typeface="Aldrich"/>
                <a:cs typeface="Aldrich"/>
                <a:sym typeface="Aldrich"/>
              </a:defRPr>
            </a:lvl6pPr>
            <a:lvl7pPr lvl="6" rtl="0" algn="ctr">
              <a:lnSpc>
                <a:spcPct val="100000"/>
              </a:lnSpc>
              <a:spcBef>
                <a:spcPts val="0"/>
              </a:spcBef>
              <a:spcAft>
                <a:spcPts val="0"/>
              </a:spcAft>
              <a:buNone/>
              <a:defRPr b="1">
                <a:latin typeface="Aldrich"/>
                <a:ea typeface="Aldrich"/>
                <a:cs typeface="Aldrich"/>
                <a:sym typeface="Aldrich"/>
              </a:defRPr>
            </a:lvl7pPr>
            <a:lvl8pPr lvl="7" rtl="0" algn="ctr">
              <a:lnSpc>
                <a:spcPct val="100000"/>
              </a:lnSpc>
              <a:spcBef>
                <a:spcPts val="0"/>
              </a:spcBef>
              <a:spcAft>
                <a:spcPts val="0"/>
              </a:spcAft>
              <a:buNone/>
              <a:defRPr b="1">
                <a:latin typeface="Aldrich"/>
                <a:ea typeface="Aldrich"/>
                <a:cs typeface="Aldrich"/>
                <a:sym typeface="Aldrich"/>
              </a:defRPr>
            </a:lvl8pPr>
            <a:lvl9pPr lvl="8" rtl="0" algn="ctr">
              <a:lnSpc>
                <a:spcPct val="100000"/>
              </a:lnSpc>
              <a:spcBef>
                <a:spcPts val="0"/>
              </a:spcBef>
              <a:spcAft>
                <a:spcPts val="0"/>
              </a:spcAft>
              <a:buNone/>
              <a:defRPr b="1">
                <a:latin typeface="Aldrich"/>
                <a:ea typeface="Aldrich"/>
                <a:cs typeface="Aldrich"/>
                <a:sym typeface="Aldrich"/>
              </a:defRPr>
            </a:lvl9pPr>
          </a:lstStyle>
          <a:p/>
        </p:txBody>
      </p:sp>
      <p:sp>
        <p:nvSpPr>
          <p:cNvPr id="667" name="Google Shape;667;p37"/>
          <p:cNvSpPr txBox="1"/>
          <p:nvPr>
            <p:ph idx="2" type="subTitle"/>
          </p:nvPr>
        </p:nvSpPr>
        <p:spPr>
          <a:xfrm>
            <a:off x="5997120" y="3373105"/>
            <a:ext cx="2423700" cy="545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sz="1600"/>
            </a:lvl1pPr>
            <a:lvl2pPr lvl="1" rtl="0" algn="ctr">
              <a:lnSpc>
                <a:spcPct val="100000"/>
              </a:lnSpc>
              <a:spcBef>
                <a:spcPts val="0"/>
              </a:spcBef>
              <a:spcAft>
                <a:spcPts val="0"/>
              </a:spcAft>
              <a:buNone/>
              <a:defRPr sz="1600"/>
            </a:lvl2pPr>
            <a:lvl3pPr lvl="2" rtl="0" algn="ctr">
              <a:lnSpc>
                <a:spcPct val="100000"/>
              </a:lnSpc>
              <a:spcBef>
                <a:spcPts val="0"/>
              </a:spcBef>
              <a:spcAft>
                <a:spcPts val="0"/>
              </a:spcAft>
              <a:buNone/>
              <a:defRPr sz="1600"/>
            </a:lvl3pPr>
            <a:lvl4pPr lvl="3" rtl="0" algn="ctr">
              <a:lnSpc>
                <a:spcPct val="100000"/>
              </a:lnSpc>
              <a:spcBef>
                <a:spcPts val="0"/>
              </a:spcBef>
              <a:spcAft>
                <a:spcPts val="0"/>
              </a:spcAft>
              <a:buNone/>
              <a:defRPr sz="1600"/>
            </a:lvl4pPr>
            <a:lvl5pPr lvl="4" rtl="0" algn="ctr">
              <a:lnSpc>
                <a:spcPct val="100000"/>
              </a:lnSpc>
              <a:spcBef>
                <a:spcPts val="0"/>
              </a:spcBef>
              <a:spcAft>
                <a:spcPts val="0"/>
              </a:spcAft>
              <a:buNone/>
              <a:defRPr sz="1600"/>
            </a:lvl5pPr>
            <a:lvl6pPr lvl="5" rtl="0" algn="ctr">
              <a:lnSpc>
                <a:spcPct val="100000"/>
              </a:lnSpc>
              <a:spcBef>
                <a:spcPts val="0"/>
              </a:spcBef>
              <a:spcAft>
                <a:spcPts val="0"/>
              </a:spcAft>
              <a:buNone/>
              <a:defRPr sz="1600"/>
            </a:lvl6pPr>
            <a:lvl7pPr lvl="6" rtl="0" algn="ctr">
              <a:lnSpc>
                <a:spcPct val="100000"/>
              </a:lnSpc>
              <a:spcBef>
                <a:spcPts val="0"/>
              </a:spcBef>
              <a:spcAft>
                <a:spcPts val="0"/>
              </a:spcAft>
              <a:buNone/>
              <a:defRPr sz="1600"/>
            </a:lvl7pPr>
            <a:lvl8pPr lvl="7" rtl="0" algn="ctr">
              <a:lnSpc>
                <a:spcPct val="100000"/>
              </a:lnSpc>
              <a:spcBef>
                <a:spcPts val="0"/>
              </a:spcBef>
              <a:spcAft>
                <a:spcPts val="0"/>
              </a:spcAft>
              <a:buNone/>
              <a:defRPr sz="1600"/>
            </a:lvl8pPr>
            <a:lvl9pPr lvl="8" rtl="0" algn="ctr">
              <a:lnSpc>
                <a:spcPct val="100000"/>
              </a:lnSpc>
              <a:spcBef>
                <a:spcPts val="0"/>
              </a:spcBef>
              <a:spcAft>
                <a:spcPts val="0"/>
              </a:spcAft>
              <a:buNone/>
              <a:defRPr sz="1600"/>
            </a:lvl9pPr>
          </a:lstStyle>
          <a:p/>
        </p:txBody>
      </p:sp>
      <p:sp>
        <p:nvSpPr>
          <p:cNvPr id="668" name="Google Shape;668;p37"/>
          <p:cNvSpPr txBox="1"/>
          <p:nvPr>
            <p:ph idx="3" type="subTitle"/>
          </p:nvPr>
        </p:nvSpPr>
        <p:spPr>
          <a:xfrm>
            <a:off x="3813450" y="2989131"/>
            <a:ext cx="1517100" cy="314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b="1" sz="1800">
                <a:latin typeface="Aldrich"/>
                <a:ea typeface="Aldrich"/>
                <a:cs typeface="Aldrich"/>
                <a:sym typeface="Aldrich"/>
              </a:defRPr>
            </a:lvl1pPr>
            <a:lvl2pPr lvl="1" rtl="0" algn="ctr">
              <a:lnSpc>
                <a:spcPct val="100000"/>
              </a:lnSpc>
              <a:spcBef>
                <a:spcPts val="0"/>
              </a:spcBef>
              <a:spcAft>
                <a:spcPts val="0"/>
              </a:spcAft>
              <a:buNone/>
              <a:defRPr b="1">
                <a:latin typeface="Aldrich"/>
                <a:ea typeface="Aldrich"/>
                <a:cs typeface="Aldrich"/>
                <a:sym typeface="Aldrich"/>
              </a:defRPr>
            </a:lvl2pPr>
            <a:lvl3pPr lvl="2" rtl="0" algn="ctr">
              <a:lnSpc>
                <a:spcPct val="100000"/>
              </a:lnSpc>
              <a:spcBef>
                <a:spcPts val="0"/>
              </a:spcBef>
              <a:spcAft>
                <a:spcPts val="0"/>
              </a:spcAft>
              <a:buNone/>
              <a:defRPr b="1">
                <a:latin typeface="Aldrich"/>
                <a:ea typeface="Aldrich"/>
                <a:cs typeface="Aldrich"/>
                <a:sym typeface="Aldrich"/>
              </a:defRPr>
            </a:lvl3pPr>
            <a:lvl4pPr lvl="3" rtl="0" algn="ctr">
              <a:lnSpc>
                <a:spcPct val="100000"/>
              </a:lnSpc>
              <a:spcBef>
                <a:spcPts val="0"/>
              </a:spcBef>
              <a:spcAft>
                <a:spcPts val="0"/>
              </a:spcAft>
              <a:buNone/>
              <a:defRPr b="1">
                <a:latin typeface="Aldrich"/>
                <a:ea typeface="Aldrich"/>
                <a:cs typeface="Aldrich"/>
                <a:sym typeface="Aldrich"/>
              </a:defRPr>
            </a:lvl4pPr>
            <a:lvl5pPr lvl="4" rtl="0" algn="ctr">
              <a:lnSpc>
                <a:spcPct val="100000"/>
              </a:lnSpc>
              <a:spcBef>
                <a:spcPts val="0"/>
              </a:spcBef>
              <a:spcAft>
                <a:spcPts val="0"/>
              </a:spcAft>
              <a:buNone/>
              <a:defRPr b="1">
                <a:latin typeface="Aldrich"/>
                <a:ea typeface="Aldrich"/>
                <a:cs typeface="Aldrich"/>
                <a:sym typeface="Aldrich"/>
              </a:defRPr>
            </a:lvl5pPr>
            <a:lvl6pPr lvl="5" rtl="0" algn="ctr">
              <a:lnSpc>
                <a:spcPct val="100000"/>
              </a:lnSpc>
              <a:spcBef>
                <a:spcPts val="0"/>
              </a:spcBef>
              <a:spcAft>
                <a:spcPts val="0"/>
              </a:spcAft>
              <a:buNone/>
              <a:defRPr b="1">
                <a:latin typeface="Aldrich"/>
                <a:ea typeface="Aldrich"/>
                <a:cs typeface="Aldrich"/>
                <a:sym typeface="Aldrich"/>
              </a:defRPr>
            </a:lvl6pPr>
            <a:lvl7pPr lvl="6" rtl="0" algn="ctr">
              <a:lnSpc>
                <a:spcPct val="100000"/>
              </a:lnSpc>
              <a:spcBef>
                <a:spcPts val="0"/>
              </a:spcBef>
              <a:spcAft>
                <a:spcPts val="0"/>
              </a:spcAft>
              <a:buNone/>
              <a:defRPr b="1">
                <a:latin typeface="Aldrich"/>
                <a:ea typeface="Aldrich"/>
                <a:cs typeface="Aldrich"/>
                <a:sym typeface="Aldrich"/>
              </a:defRPr>
            </a:lvl7pPr>
            <a:lvl8pPr lvl="7" rtl="0" algn="ctr">
              <a:lnSpc>
                <a:spcPct val="100000"/>
              </a:lnSpc>
              <a:spcBef>
                <a:spcPts val="0"/>
              </a:spcBef>
              <a:spcAft>
                <a:spcPts val="0"/>
              </a:spcAft>
              <a:buNone/>
              <a:defRPr b="1">
                <a:latin typeface="Aldrich"/>
                <a:ea typeface="Aldrich"/>
                <a:cs typeface="Aldrich"/>
                <a:sym typeface="Aldrich"/>
              </a:defRPr>
            </a:lvl8pPr>
            <a:lvl9pPr lvl="8" rtl="0" algn="ctr">
              <a:lnSpc>
                <a:spcPct val="100000"/>
              </a:lnSpc>
              <a:spcBef>
                <a:spcPts val="0"/>
              </a:spcBef>
              <a:spcAft>
                <a:spcPts val="0"/>
              </a:spcAft>
              <a:buNone/>
              <a:defRPr b="1">
                <a:latin typeface="Aldrich"/>
                <a:ea typeface="Aldrich"/>
                <a:cs typeface="Aldrich"/>
                <a:sym typeface="Aldrich"/>
              </a:defRPr>
            </a:lvl9pPr>
          </a:lstStyle>
          <a:p/>
        </p:txBody>
      </p:sp>
      <p:sp>
        <p:nvSpPr>
          <p:cNvPr id="669" name="Google Shape;669;p37"/>
          <p:cNvSpPr txBox="1"/>
          <p:nvPr>
            <p:ph idx="4" type="subTitle"/>
          </p:nvPr>
        </p:nvSpPr>
        <p:spPr>
          <a:xfrm>
            <a:off x="3360150" y="3373105"/>
            <a:ext cx="2423700" cy="545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sz="1600"/>
            </a:lvl1pPr>
            <a:lvl2pPr lvl="1" rtl="0" algn="ctr">
              <a:lnSpc>
                <a:spcPct val="100000"/>
              </a:lnSpc>
              <a:spcBef>
                <a:spcPts val="0"/>
              </a:spcBef>
              <a:spcAft>
                <a:spcPts val="0"/>
              </a:spcAft>
              <a:buNone/>
              <a:defRPr sz="1600"/>
            </a:lvl2pPr>
            <a:lvl3pPr lvl="2" rtl="0" algn="ctr">
              <a:lnSpc>
                <a:spcPct val="100000"/>
              </a:lnSpc>
              <a:spcBef>
                <a:spcPts val="0"/>
              </a:spcBef>
              <a:spcAft>
                <a:spcPts val="0"/>
              </a:spcAft>
              <a:buNone/>
              <a:defRPr sz="1600"/>
            </a:lvl3pPr>
            <a:lvl4pPr lvl="3" rtl="0" algn="ctr">
              <a:lnSpc>
                <a:spcPct val="100000"/>
              </a:lnSpc>
              <a:spcBef>
                <a:spcPts val="0"/>
              </a:spcBef>
              <a:spcAft>
                <a:spcPts val="0"/>
              </a:spcAft>
              <a:buNone/>
              <a:defRPr sz="1600"/>
            </a:lvl4pPr>
            <a:lvl5pPr lvl="4" rtl="0" algn="ctr">
              <a:lnSpc>
                <a:spcPct val="100000"/>
              </a:lnSpc>
              <a:spcBef>
                <a:spcPts val="0"/>
              </a:spcBef>
              <a:spcAft>
                <a:spcPts val="0"/>
              </a:spcAft>
              <a:buNone/>
              <a:defRPr sz="1600"/>
            </a:lvl5pPr>
            <a:lvl6pPr lvl="5" rtl="0" algn="ctr">
              <a:lnSpc>
                <a:spcPct val="100000"/>
              </a:lnSpc>
              <a:spcBef>
                <a:spcPts val="0"/>
              </a:spcBef>
              <a:spcAft>
                <a:spcPts val="0"/>
              </a:spcAft>
              <a:buNone/>
              <a:defRPr sz="1600"/>
            </a:lvl6pPr>
            <a:lvl7pPr lvl="6" rtl="0" algn="ctr">
              <a:lnSpc>
                <a:spcPct val="100000"/>
              </a:lnSpc>
              <a:spcBef>
                <a:spcPts val="0"/>
              </a:spcBef>
              <a:spcAft>
                <a:spcPts val="0"/>
              </a:spcAft>
              <a:buNone/>
              <a:defRPr sz="1600"/>
            </a:lvl7pPr>
            <a:lvl8pPr lvl="7" rtl="0" algn="ctr">
              <a:lnSpc>
                <a:spcPct val="100000"/>
              </a:lnSpc>
              <a:spcBef>
                <a:spcPts val="0"/>
              </a:spcBef>
              <a:spcAft>
                <a:spcPts val="0"/>
              </a:spcAft>
              <a:buNone/>
              <a:defRPr sz="1600"/>
            </a:lvl8pPr>
            <a:lvl9pPr lvl="8" rtl="0" algn="ctr">
              <a:lnSpc>
                <a:spcPct val="100000"/>
              </a:lnSpc>
              <a:spcBef>
                <a:spcPts val="0"/>
              </a:spcBef>
              <a:spcAft>
                <a:spcPts val="0"/>
              </a:spcAft>
              <a:buNone/>
              <a:defRPr sz="1600"/>
            </a:lvl9pPr>
          </a:lstStyle>
          <a:p/>
        </p:txBody>
      </p:sp>
      <p:sp>
        <p:nvSpPr>
          <p:cNvPr id="670" name="Google Shape;670;p37"/>
          <p:cNvSpPr txBox="1"/>
          <p:nvPr>
            <p:ph idx="5" type="subTitle"/>
          </p:nvPr>
        </p:nvSpPr>
        <p:spPr>
          <a:xfrm>
            <a:off x="1176480" y="2989131"/>
            <a:ext cx="1517100" cy="314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b="1" sz="1800">
                <a:latin typeface="Aldrich"/>
                <a:ea typeface="Aldrich"/>
                <a:cs typeface="Aldrich"/>
                <a:sym typeface="Aldrich"/>
              </a:defRPr>
            </a:lvl1pPr>
            <a:lvl2pPr lvl="1" rtl="0" algn="ctr">
              <a:lnSpc>
                <a:spcPct val="100000"/>
              </a:lnSpc>
              <a:spcBef>
                <a:spcPts val="0"/>
              </a:spcBef>
              <a:spcAft>
                <a:spcPts val="0"/>
              </a:spcAft>
              <a:buNone/>
              <a:defRPr b="1">
                <a:latin typeface="Aldrich"/>
                <a:ea typeface="Aldrich"/>
                <a:cs typeface="Aldrich"/>
                <a:sym typeface="Aldrich"/>
              </a:defRPr>
            </a:lvl2pPr>
            <a:lvl3pPr lvl="2" rtl="0" algn="ctr">
              <a:lnSpc>
                <a:spcPct val="100000"/>
              </a:lnSpc>
              <a:spcBef>
                <a:spcPts val="0"/>
              </a:spcBef>
              <a:spcAft>
                <a:spcPts val="0"/>
              </a:spcAft>
              <a:buNone/>
              <a:defRPr b="1">
                <a:latin typeface="Aldrich"/>
                <a:ea typeface="Aldrich"/>
                <a:cs typeface="Aldrich"/>
                <a:sym typeface="Aldrich"/>
              </a:defRPr>
            </a:lvl3pPr>
            <a:lvl4pPr lvl="3" rtl="0" algn="ctr">
              <a:lnSpc>
                <a:spcPct val="100000"/>
              </a:lnSpc>
              <a:spcBef>
                <a:spcPts val="0"/>
              </a:spcBef>
              <a:spcAft>
                <a:spcPts val="0"/>
              </a:spcAft>
              <a:buNone/>
              <a:defRPr b="1">
                <a:latin typeface="Aldrich"/>
                <a:ea typeface="Aldrich"/>
                <a:cs typeface="Aldrich"/>
                <a:sym typeface="Aldrich"/>
              </a:defRPr>
            </a:lvl4pPr>
            <a:lvl5pPr lvl="4" rtl="0" algn="ctr">
              <a:lnSpc>
                <a:spcPct val="100000"/>
              </a:lnSpc>
              <a:spcBef>
                <a:spcPts val="0"/>
              </a:spcBef>
              <a:spcAft>
                <a:spcPts val="0"/>
              </a:spcAft>
              <a:buNone/>
              <a:defRPr b="1">
                <a:latin typeface="Aldrich"/>
                <a:ea typeface="Aldrich"/>
                <a:cs typeface="Aldrich"/>
                <a:sym typeface="Aldrich"/>
              </a:defRPr>
            </a:lvl5pPr>
            <a:lvl6pPr lvl="5" rtl="0" algn="ctr">
              <a:lnSpc>
                <a:spcPct val="100000"/>
              </a:lnSpc>
              <a:spcBef>
                <a:spcPts val="0"/>
              </a:spcBef>
              <a:spcAft>
                <a:spcPts val="0"/>
              </a:spcAft>
              <a:buNone/>
              <a:defRPr b="1">
                <a:latin typeface="Aldrich"/>
                <a:ea typeface="Aldrich"/>
                <a:cs typeface="Aldrich"/>
                <a:sym typeface="Aldrich"/>
              </a:defRPr>
            </a:lvl6pPr>
            <a:lvl7pPr lvl="6" rtl="0" algn="ctr">
              <a:lnSpc>
                <a:spcPct val="100000"/>
              </a:lnSpc>
              <a:spcBef>
                <a:spcPts val="0"/>
              </a:spcBef>
              <a:spcAft>
                <a:spcPts val="0"/>
              </a:spcAft>
              <a:buNone/>
              <a:defRPr b="1">
                <a:latin typeface="Aldrich"/>
                <a:ea typeface="Aldrich"/>
                <a:cs typeface="Aldrich"/>
                <a:sym typeface="Aldrich"/>
              </a:defRPr>
            </a:lvl7pPr>
            <a:lvl8pPr lvl="7" rtl="0" algn="ctr">
              <a:lnSpc>
                <a:spcPct val="100000"/>
              </a:lnSpc>
              <a:spcBef>
                <a:spcPts val="0"/>
              </a:spcBef>
              <a:spcAft>
                <a:spcPts val="0"/>
              </a:spcAft>
              <a:buNone/>
              <a:defRPr b="1">
                <a:latin typeface="Aldrich"/>
                <a:ea typeface="Aldrich"/>
                <a:cs typeface="Aldrich"/>
                <a:sym typeface="Aldrich"/>
              </a:defRPr>
            </a:lvl8pPr>
            <a:lvl9pPr lvl="8" rtl="0" algn="ctr">
              <a:lnSpc>
                <a:spcPct val="100000"/>
              </a:lnSpc>
              <a:spcBef>
                <a:spcPts val="0"/>
              </a:spcBef>
              <a:spcAft>
                <a:spcPts val="0"/>
              </a:spcAft>
              <a:buNone/>
              <a:defRPr b="1">
                <a:latin typeface="Aldrich"/>
                <a:ea typeface="Aldrich"/>
                <a:cs typeface="Aldrich"/>
                <a:sym typeface="Aldrich"/>
              </a:defRPr>
            </a:lvl9pPr>
          </a:lstStyle>
          <a:p/>
        </p:txBody>
      </p:sp>
      <p:sp>
        <p:nvSpPr>
          <p:cNvPr id="671" name="Google Shape;671;p37"/>
          <p:cNvSpPr txBox="1"/>
          <p:nvPr>
            <p:ph idx="6" type="subTitle"/>
          </p:nvPr>
        </p:nvSpPr>
        <p:spPr>
          <a:xfrm>
            <a:off x="723180" y="3373105"/>
            <a:ext cx="2423700" cy="545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sz="1600"/>
            </a:lvl1pPr>
            <a:lvl2pPr lvl="1" rtl="0" algn="ctr">
              <a:lnSpc>
                <a:spcPct val="100000"/>
              </a:lnSpc>
              <a:spcBef>
                <a:spcPts val="0"/>
              </a:spcBef>
              <a:spcAft>
                <a:spcPts val="0"/>
              </a:spcAft>
              <a:buNone/>
              <a:defRPr sz="1600"/>
            </a:lvl2pPr>
            <a:lvl3pPr lvl="2" rtl="0" algn="ctr">
              <a:lnSpc>
                <a:spcPct val="100000"/>
              </a:lnSpc>
              <a:spcBef>
                <a:spcPts val="0"/>
              </a:spcBef>
              <a:spcAft>
                <a:spcPts val="0"/>
              </a:spcAft>
              <a:buNone/>
              <a:defRPr sz="1600"/>
            </a:lvl3pPr>
            <a:lvl4pPr lvl="3" rtl="0" algn="ctr">
              <a:lnSpc>
                <a:spcPct val="100000"/>
              </a:lnSpc>
              <a:spcBef>
                <a:spcPts val="0"/>
              </a:spcBef>
              <a:spcAft>
                <a:spcPts val="0"/>
              </a:spcAft>
              <a:buNone/>
              <a:defRPr sz="1600"/>
            </a:lvl4pPr>
            <a:lvl5pPr lvl="4" rtl="0" algn="ctr">
              <a:lnSpc>
                <a:spcPct val="100000"/>
              </a:lnSpc>
              <a:spcBef>
                <a:spcPts val="0"/>
              </a:spcBef>
              <a:spcAft>
                <a:spcPts val="0"/>
              </a:spcAft>
              <a:buNone/>
              <a:defRPr sz="1600"/>
            </a:lvl5pPr>
            <a:lvl6pPr lvl="5" rtl="0" algn="ctr">
              <a:lnSpc>
                <a:spcPct val="100000"/>
              </a:lnSpc>
              <a:spcBef>
                <a:spcPts val="0"/>
              </a:spcBef>
              <a:spcAft>
                <a:spcPts val="0"/>
              </a:spcAft>
              <a:buNone/>
              <a:defRPr sz="1600"/>
            </a:lvl6pPr>
            <a:lvl7pPr lvl="6" rtl="0" algn="ctr">
              <a:lnSpc>
                <a:spcPct val="100000"/>
              </a:lnSpc>
              <a:spcBef>
                <a:spcPts val="0"/>
              </a:spcBef>
              <a:spcAft>
                <a:spcPts val="0"/>
              </a:spcAft>
              <a:buNone/>
              <a:defRPr sz="1600"/>
            </a:lvl7pPr>
            <a:lvl8pPr lvl="7" rtl="0" algn="ctr">
              <a:lnSpc>
                <a:spcPct val="100000"/>
              </a:lnSpc>
              <a:spcBef>
                <a:spcPts val="0"/>
              </a:spcBef>
              <a:spcAft>
                <a:spcPts val="0"/>
              </a:spcAft>
              <a:buNone/>
              <a:defRPr sz="1600"/>
            </a:lvl8pPr>
            <a:lvl9pPr lvl="8" rtl="0" algn="ctr">
              <a:lnSpc>
                <a:spcPct val="100000"/>
              </a:lnSpc>
              <a:spcBef>
                <a:spcPts val="0"/>
              </a:spcBef>
              <a:spcAft>
                <a:spcPts val="0"/>
              </a:spcAft>
              <a:buNone/>
              <a:defRPr sz="1600"/>
            </a:lvl9pPr>
          </a:lstStyle>
          <a:p/>
        </p:txBody>
      </p:sp>
      <p:sp>
        <p:nvSpPr>
          <p:cNvPr id="672" name="Google Shape;672;p37"/>
          <p:cNvSpPr txBox="1"/>
          <p:nvPr>
            <p:ph type="title"/>
          </p:nvPr>
        </p:nvSpPr>
        <p:spPr>
          <a:xfrm>
            <a:off x="722375" y="530750"/>
            <a:ext cx="76992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_1_2">
    <p:spTree>
      <p:nvGrpSpPr>
        <p:cNvPr id="673" name="Shape 673"/>
        <p:cNvGrpSpPr/>
        <p:nvPr/>
      </p:nvGrpSpPr>
      <p:grpSpPr>
        <a:xfrm>
          <a:off x="0" y="0"/>
          <a:ext cx="0" cy="0"/>
          <a:chOff x="0" y="0"/>
          <a:chExt cx="0" cy="0"/>
        </a:xfrm>
      </p:grpSpPr>
      <p:grpSp>
        <p:nvGrpSpPr>
          <p:cNvPr id="674" name="Google Shape;674;p38"/>
          <p:cNvGrpSpPr/>
          <p:nvPr/>
        </p:nvGrpSpPr>
        <p:grpSpPr>
          <a:xfrm>
            <a:off x="-97582" y="-6"/>
            <a:ext cx="9411247" cy="5153383"/>
            <a:chOff x="-97582" y="-6"/>
            <a:chExt cx="9411247" cy="5153383"/>
          </a:xfrm>
        </p:grpSpPr>
        <p:sp>
          <p:nvSpPr>
            <p:cNvPr id="675" name="Google Shape;675;p38"/>
            <p:cNvSpPr/>
            <p:nvPr/>
          </p:nvSpPr>
          <p:spPr>
            <a:xfrm>
              <a:off x="319050" y="283350"/>
              <a:ext cx="8505900" cy="4576800"/>
            </a:xfrm>
            <a:prstGeom prst="roundRect">
              <a:avLst>
                <a:gd fmla="val 3396" name="adj"/>
              </a:avLst>
            </a:prstGeom>
            <a:solidFill>
              <a:schemeClr val="accent4"/>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38"/>
            <p:cNvSpPr/>
            <p:nvPr/>
          </p:nvSpPr>
          <p:spPr>
            <a:xfrm flipH="1">
              <a:off x="399046" y="0"/>
              <a:ext cx="1600279" cy="1208486"/>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38"/>
            <p:cNvSpPr/>
            <p:nvPr/>
          </p:nvSpPr>
          <p:spPr>
            <a:xfrm flipH="1">
              <a:off x="1314444" y="-6"/>
              <a:ext cx="1250846" cy="937634"/>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38"/>
            <p:cNvSpPr/>
            <p:nvPr/>
          </p:nvSpPr>
          <p:spPr>
            <a:xfrm flipH="1">
              <a:off x="6735804" y="3878776"/>
              <a:ext cx="1664900" cy="1264737"/>
            </a:xfrm>
            <a:custGeom>
              <a:rect b="b" l="l" r="r" t="t"/>
              <a:pathLst>
                <a:path extrusionOk="0" h="19743" w="24157">
                  <a:moveTo>
                    <a:pt x="1676" y="0"/>
                  </a:moveTo>
                  <a:cubicBezTo>
                    <a:pt x="1185" y="0"/>
                    <a:pt x="818" y="164"/>
                    <a:pt x="491" y="532"/>
                  </a:cubicBezTo>
                  <a:cubicBezTo>
                    <a:pt x="0" y="1022"/>
                    <a:pt x="0" y="2044"/>
                    <a:pt x="654" y="2575"/>
                  </a:cubicBezTo>
                  <a:lnTo>
                    <a:pt x="19742" y="19743"/>
                  </a:lnTo>
                  <a:lnTo>
                    <a:pt x="24157" y="19743"/>
                  </a:lnTo>
                  <a:lnTo>
                    <a:pt x="2534" y="327"/>
                  </a:lnTo>
                  <a:cubicBezTo>
                    <a:pt x="2371" y="0"/>
                    <a:pt x="2044" y="0"/>
                    <a:pt x="1676"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38"/>
            <p:cNvSpPr/>
            <p:nvPr/>
          </p:nvSpPr>
          <p:spPr>
            <a:xfrm flipH="1" rot="10800000">
              <a:off x="8009700" y="3670093"/>
              <a:ext cx="1135497" cy="1067007"/>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80" name="Google Shape;680;p38"/>
            <p:cNvGrpSpPr/>
            <p:nvPr/>
          </p:nvGrpSpPr>
          <p:grpSpPr>
            <a:xfrm>
              <a:off x="4281415" y="75177"/>
              <a:ext cx="581170" cy="125403"/>
              <a:chOff x="4685288" y="186288"/>
              <a:chExt cx="419375" cy="90485"/>
            </a:xfrm>
          </p:grpSpPr>
          <p:sp>
            <p:nvSpPr>
              <p:cNvPr id="681" name="Google Shape;681;p38"/>
              <p:cNvSpPr/>
              <p:nvPr/>
            </p:nvSpPr>
            <p:spPr>
              <a:xfrm>
                <a:off x="4687513" y="186288"/>
                <a:ext cx="414900" cy="822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82" name="Google Shape;682;p38"/>
              <p:cNvGrpSpPr/>
              <p:nvPr/>
            </p:nvGrpSpPr>
            <p:grpSpPr>
              <a:xfrm>
                <a:off x="4685288" y="186300"/>
                <a:ext cx="419375" cy="90473"/>
                <a:chOff x="4390000" y="182175"/>
                <a:chExt cx="419375" cy="90473"/>
              </a:xfrm>
            </p:grpSpPr>
            <p:sp>
              <p:nvSpPr>
                <p:cNvPr id="683" name="Google Shape;683;p38"/>
                <p:cNvSpPr/>
                <p:nvPr/>
              </p:nvSpPr>
              <p:spPr>
                <a:xfrm>
                  <a:off x="4390000" y="182175"/>
                  <a:ext cx="419375" cy="90473"/>
                </a:xfrm>
                <a:custGeom>
                  <a:rect b="b" l="l" r="r" t="t"/>
                  <a:pathLst>
                    <a:path extrusionOk="0" h="1906" w="8835">
                      <a:moveTo>
                        <a:pt x="7882" y="155"/>
                      </a:moveTo>
                      <a:cubicBezTo>
                        <a:pt x="8323" y="155"/>
                        <a:pt x="8680" y="512"/>
                        <a:pt x="8680" y="953"/>
                      </a:cubicBezTo>
                      <a:cubicBezTo>
                        <a:pt x="8680" y="1393"/>
                        <a:pt x="8323" y="1750"/>
                        <a:pt x="7882" y="1750"/>
                      </a:cubicBezTo>
                      <a:lnTo>
                        <a:pt x="953" y="1750"/>
                      </a:lnTo>
                      <a:cubicBezTo>
                        <a:pt x="512" y="1750"/>
                        <a:pt x="155" y="1393"/>
                        <a:pt x="155" y="953"/>
                      </a:cubicBezTo>
                      <a:cubicBezTo>
                        <a:pt x="155" y="512"/>
                        <a:pt x="512" y="155"/>
                        <a:pt x="953" y="155"/>
                      </a:cubicBezTo>
                      <a:close/>
                      <a:moveTo>
                        <a:pt x="953" y="0"/>
                      </a:moveTo>
                      <a:cubicBezTo>
                        <a:pt x="429" y="0"/>
                        <a:pt x="0" y="429"/>
                        <a:pt x="0" y="953"/>
                      </a:cubicBezTo>
                      <a:cubicBezTo>
                        <a:pt x="0" y="1476"/>
                        <a:pt x="429" y="1905"/>
                        <a:pt x="953" y="1905"/>
                      </a:cubicBezTo>
                      <a:lnTo>
                        <a:pt x="7882" y="1905"/>
                      </a:lnTo>
                      <a:cubicBezTo>
                        <a:pt x="8406" y="1905"/>
                        <a:pt x="8835" y="1476"/>
                        <a:pt x="8835" y="953"/>
                      </a:cubicBezTo>
                      <a:cubicBezTo>
                        <a:pt x="8835" y="429"/>
                        <a:pt x="8406" y="0"/>
                        <a:pt x="7882"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38"/>
                <p:cNvSpPr/>
                <p:nvPr/>
              </p:nvSpPr>
              <p:spPr>
                <a:xfrm>
                  <a:off x="4464048" y="201352"/>
                  <a:ext cx="52024" cy="52072"/>
                </a:xfrm>
                <a:custGeom>
                  <a:rect b="b" l="l" r="r" t="t"/>
                  <a:pathLst>
                    <a:path extrusionOk="0" h="1097" w="1096">
                      <a:moveTo>
                        <a:pt x="548" y="144"/>
                      </a:moveTo>
                      <a:cubicBezTo>
                        <a:pt x="774" y="144"/>
                        <a:pt x="953" y="322"/>
                        <a:pt x="953" y="549"/>
                      </a:cubicBezTo>
                      <a:cubicBezTo>
                        <a:pt x="953" y="763"/>
                        <a:pt x="774" y="941"/>
                        <a:pt x="548" y="941"/>
                      </a:cubicBezTo>
                      <a:cubicBezTo>
                        <a:pt x="333" y="941"/>
                        <a:pt x="155" y="763"/>
                        <a:pt x="155" y="549"/>
                      </a:cubicBezTo>
                      <a:cubicBezTo>
                        <a:pt x="155" y="322"/>
                        <a:pt x="333" y="144"/>
                        <a:pt x="548" y="144"/>
                      </a:cubicBezTo>
                      <a:close/>
                      <a:moveTo>
                        <a:pt x="548" y="1"/>
                      </a:moveTo>
                      <a:cubicBezTo>
                        <a:pt x="250" y="1"/>
                        <a:pt x="0" y="251"/>
                        <a:pt x="0" y="549"/>
                      </a:cubicBezTo>
                      <a:cubicBezTo>
                        <a:pt x="0" y="846"/>
                        <a:pt x="250" y="1096"/>
                        <a:pt x="548" y="1096"/>
                      </a:cubicBezTo>
                      <a:cubicBezTo>
                        <a:pt x="845" y="1096"/>
                        <a:pt x="1095" y="846"/>
                        <a:pt x="1095" y="549"/>
                      </a:cubicBezTo>
                      <a:cubicBezTo>
                        <a:pt x="1095" y="251"/>
                        <a:pt x="845" y="1"/>
                        <a:pt x="54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85" name="Google Shape;685;p38"/>
            <p:cNvGrpSpPr/>
            <p:nvPr/>
          </p:nvGrpSpPr>
          <p:grpSpPr>
            <a:xfrm rot="-1102275">
              <a:off x="239301" y="2899434"/>
              <a:ext cx="541146" cy="2225370"/>
              <a:chOff x="871338" y="1945155"/>
              <a:chExt cx="247109" cy="1016148"/>
            </a:xfrm>
          </p:grpSpPr>
          <p:sp>
            <p:nvSpPr>
              <p:cNvPr id="686" name="Google Shape;686;p38"/>
              <p:cNvSpPr/>
              <p:nvPr/>
            </p:nvSpPr>
            <p:spPr>
              <a:xfrm>
                <a:off x="1017893" y="2858365"/>
                <a:ext cx="100554" cy="102938"/>
              </a:xfrm>
              <a:custGeom>
                <a:rect b="b" l="l" r="r" t="t"/>
                <a:pathLst>
                  <a:path extrusionOk="0" h="5440" w="5314">
                    <a:moveTo>
                      <a:pt x="2707" y="0"/>
                    </a:moveTo>
                    <a:cubicBezTo>
                      <a:pt x="1253" y="0"/>
                      <a:pt x="0" y="1254"/>
                      <a:pt x="0" y="2707"/>
                    </a:cubicBezTo>
                    <a:cubicBezTo>
                      <a:pt x="0" y="4186"/>
                      <a:pt x="1253" y="5439"/>
                      <a:pt x="2707" y="5439"/>
                    </a:cubicBezTo>
                    <a:cubicBezTo>
                      <a:pt x="4161" y="5439"/>
                      <a:pt x="5314" y="4186"/>
                      <a:pt x="5314" y="2707"/>
                    </a:cubicBezTo>
                    <a:cubicBezTo>
                      <a:pt x="5314" y="1254"/>
                      <a:pt x="4161" y="0"/>
                      <a:pt x="270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38"/>
              <p:cNvSpPr/>
              <p:nvPr/>
            </p:nvSpPr>
            <p:spPr>
              <a:xfrm>
                <a:off x="871338" y="2075844"/>
                <a:ext cx="215338" cy="853670"/>
              </a:xfrm>
              <a:custGeom>
                <a:rect b="b" l="l" r="r" t="t"/>
                <a:pathLst>
                  <a:path extrusionOk="0" h="45114" w="11380">
                    <a:moveTo>
                      <a:pt x="6066" y="1"/>
                    </a:moveTo>
                    <a:cubicBezTo>
                      <a:pt x="2206" y="5640"/>
                      <a:pt x="1" y="12332"/>
                      <a:pt x="1" y="19625"/>
                    </a:cubicBezTo>
                    <a:cubicBezTo>
                      <a:pt x="1" y="29650"/>
                      <a:pt x="4287" y="38748"/>
                      <a:pt x="11079" y="45114"/>
                    </a:cubicBezTo>
                    <a:lnTo>
                      <a:pt x="11379" y="44813"/>
                    </a:lnTo>
                    <a:cubicBezTo>
                      <a:pt x="4612" y="38547"/>
                      <a:pt x="427" y="29550"/>
                      <a:pt x="427" y="19625"/>
                    </a:cubicBezTo>
                    <a:cubicBezTo>
                      <a:pt x="427" y="12432"/>
                      <a:pt x="2607" y="5740"/>
                      <a:pt x="6367" y="201"/>
                    </a:cubicBezTo>
                    <a:lnTo>
                      <a:pt x="6066"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38"/>
              <p:cNvSpPr/>
              <p:nvPr/>
            </p:nvSpPr>
            <p:spPr>
              <a:xfrm>
                <a:off x="1051083" y="1945155"/>
                <a:ext cx="67364" cy="51242"/>
              </a:xfrm>
              <a:custGeom>
                <a:rect b="b" l="l" r="r" t="t"/>
                <a:pathLst>
                  <a:path extrusionOk="0" h="2708" w="3560">
                    <a:moveTo>
                      <a:pt x="1780" y="1"/>
                    </a:moveTo>
                    <a:cubicBezTo>
                      <a:pt x="1" y="1"/>
                      <a:pt x="1" y="2708"/>
                      <a:pt x="1780" y="2708"/>
                    </a:cubicBezTo>
                    <a:cubicBezTo>
                      <a:pt x="3459" y="2708"/>
                      <a:pt x="3560" y="1"/>
                      <a:pt x="178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89" name="Google Shape;689;p38"/>
            <p:cNvSpPr/>
            <p:nvPr/>
          </p:nvSpPr>
          <p:spPr>
            <a:xfrm>
              <a:off x="7683774" y="926546"/>
              <a:ext cx="1629891" cy="217696"/>
            </a:xfrm>
            <a:custGeom>
              <a:rect b="b" l="l" r="r" t="t"/>
              <a:pathLst>
                <a:path extrusionOk="0" h="7463" w="55866">
                  <a:moveTo>
                    <a:pt x="16082" y="0"/>
                  </a:moveTo>
                  <a:cubicBezTo>
                    <a:pt x="15991" y="0"/>
                    <a:pt x="15916" y="25"/>
                    <a:pt x="15866" y="75"/>
                  </a:cubicBezTo>
                  <a:lnTo>
                    <a:pt x="8247" y="6542"/>
                  </a:lnTo>
                  <a:lnTo>
                    <a:pt x="728" y="75"/>
                  </a:lnTo>
                  <a:cubicBezTo>
                    <a:pt x="634" y="34"/>
                    <a:pt x="528" y="10"/>
                    <a:pt x="428" y="10"/>
                  </a:cubicBezTo>
                  <a:cubicBezTo>
                    <a:pt x="287" y="10"/>
                    <a:pt x="160" y="58"/>
                    <a:pt x="101" y="176"/>
                  </a:cubicBezTo>
                  <a:cubicBezTo>
                    <a:pt x="1" y="276"/>
                    <a:pt x="1" y="602"/>
                    <a:pt x="101" y="702"/>
                  </a:cubicBezTo>
                  <a:lnTo>
                    <a:pt x="8021" y="7369"/>
                  </a:lnTo>
                  <a:cubicBezTo>
                    <a:pt x="8084" y="7431"/>
                    <a:pt x="8165" y="7463"/>
                    <a:pt x="8256" y="7463"/>
                  </a:cubicBezTo>
                  <a:cubicBezTo>
                    <a:pt x="8347" y="7463"/>
                    <a:pt x="8447" y="7431"/>
                    <a:pt x="8547" y="7369"/>
                  </a:cubicBezTo>
                  <a:lnTo>
                    <a:pt x="16066" y="1003"/>
                  </a:lnTo>
                  <a:lnTo>
                    <a:pt x="23685" y="7369"/>
                  </a:lnTo>
                  <a:cubicBezTo>
                    <a:pt x="23748" y="7431"/>
                    <a:pt x="23854" y="7463"/>
                    <a:pt x="23958" y="7463"/>
                  </a:cubicBezTo>
                  <a:cubicBezTo>
                    <a:pt x="24061" y="7463"/>
                    <a:pt x="24161" y="7431"/>
                    <a:pt x="24212" y="7369"/>
                  </a:cubicBezTo>
                  <a:lnTo>
                    <a:pt x="31831" y="1003"/>
                  </a:lnTo>
                  <a:lnTo>
                    <a:pt x="39349" y="7369"/>
                  </a:lnTo>
                  <a:cubicBezTo>
                    <a:pt x="39462" y="7431"/>
                    <a:pt x="39569" y="7463"/>
                    <a:pt x="39672" y="7463"/>
                  </a:cubicBezTo>
                  <a:cubicBezTo>
                    <a:pt x="39776" y="7463"/>
                    <a:pt x="39876" y="7431"/>
                    <a:pt x="39976" y="7369"/>
                  </a:cubicBezTo>
                  <a:lnTo>
                    <a:pt x="47495" y="1003"/>
                  </a:lnTo>
                  <a:lnTo>
                    <a:pt x="55139" y="7369"/>
                  </a:lnTo>
                  <a:cubicBezTo>
                    <a:pt x="55225" y="7422"/>
                    <a:pt x="55310" y="7453"/>
                    <a:pt x="55388" y="7453"/>
                  </a:cubicBezTo>
                  <a:cubicBezTo>
                    <a:pt x="55493" y="7453"/>
                    <a:pt x="55583" y="7398"/>
                    <a:pt x="55640" y="7268"/>
                  </a:cubicBezTo>
                  <a:cubicBezTo>
                    <a:pt x="55866" y="7168"/>
                    <a:pt x="55866" y="6867"/>
                    <a:pt x="55640" y="6742"/>
                  </a:cubicBezTo>
                  <a:lnTo>
                    <a:pt x="47821" y="75"/>
                  </a:lnTo>
                  <a:cubicBezTo>
                    <a:pt x="47720" y="25"/>
                    <a:pt x="47614" y="0"/>
                    <a:pt x="47520" y="0"/>
                  </a:cubicBezTo>
                  <a:cubicBezTo>
                    <a:pt x="47426" y="0"/>
                    <a:pt x="47345" y="25"/>
                    <a:pt x="47294" y="75"/>
                  </a:cubicBezTo>
                  <a:lnTo>
                    <a:pt x="39675" y="6542"/>
                  </a:lnTo>
                  <a:lnTo>
                    <a:pt x="32056" y="75"/>
                  </a:lnTo>
                  <a:cubicBezTo>
                    <a:pt x="32006" y="25"/>
                    <a:pt x="31925" y="0"/>
                    <a:pt x="31831" y="0"/>
                  </a:cubicBezTo>
                  <a:cubicBezTo>
                    <a:pt x="31737" y="0"/>
                    <a:pt x="31630" y="25"/>
                    <a:pt x="31530" y="75"/>
                  </a:cubicBezTo>
                  <a:lnTo>
                    <a:pt x="24011" y="6542"/>
                  </a:lnTo>
                  <a:lnTo>
                    <a:pt x="16392" y="75"/>
                  </a:lnTo>
                  <a:cubicBezTo>
                    <a:pt x="16279" y="25"/>
                    <a:pt x="16173" y="0"/>
                    <a:pt x="1608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90" name="Google Shape;690;p38"/>
          <p:cNvSpPr txBox="1"/>
          <p:nvPr>
            <p:ph type="title"/>
          </p:nvPr>
        </p:nvSpPr>
        <p:spPr>
          <a:xfrm>
            <a:off x="722375" y="530750"/>
            <a:ext cx="76992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91" name="Google Shape;691;p38"/>
          <p:cNvSpPr txBox="1"/>
          <p:nvPr>
            <p:ph idx="2" type="title"/>
          </p:nvPr>
        </p:nvSpPr>
        <p:spPr>
          <a:xfrm>
            <a:off x="956140" y="2476038"/>
            <a:ext cx="2896500" cy="4341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b="1" sz="1800"/>
            </a:lvl1pPr>
            <a:lvl2pPr lvl="1" rtl="0" algn="ctr">
              <a:spcBef>
                <a:spcPts val="0"/>
              </a:spcBef>
              <a:spcAft>
                <a:spcPts val="0"/>
              </a:spcAft>
              <a:buSzPts val="1800"/>
              <a:buNone/>
              <a:defRPr b="1" sz="1800"/>
            </a:lvl2pPr>
            <a:lvl3pPr lvl="2" rtl="0" algn="ctr">
              <a:spcBef>
                <a:spcPts val="0"/>
              </a:spcBef>
              <a:spcAft>
                <a:spcPts val="0"/>
              </a:spcAft>
              <a:buSzPts val="1800"/>
              <a:buNone/>
              <a:defRPr b="1" sz="1800"/>
            </a:lvl3pPr>
            <a:lvl4pPr lvl="3" rtl="0" algn="ctr">
              <a:spcBef>
                <a:spcPts val="0"/>
              </a:spcBef>
              <a:spcAft>
                <a:spcPts val="0"/>
              </a:spcAft>
              <a:buSzPts val="1800"/>
              <a:buNone/>
              <a:defRPr b="1" sz="1800"/>
            </a:lvl4pPr>
            <a:lvl5pPr lvl="4" rtl="0" algn="ctr">
              <a:spcBef>
                <a:spcPts val="0"/>
              </a:spcBef>
              <a:spcAft>
                <a:spcPts val="0"/>
              </a:spcAft>
              <a:buSzPts val="1800"/>
              <a:buNone/>
              <a:defRPr b="1" sz="1800"/>
            </a:lvl5pPr>
            <a:lvl6pPr lvl="5" rtl="0" algn="ctr">
              <a:spcBef>
                <a:spcPts val="0"/>
              </a:spcBef>
              <a:spcAft>
                <a:spcPts val="0"/>
              </a:spcAft>
              <a:buSzPts val="1800"/>
              <a:buNone/>
              <a:defRPr b="1" sz="1800"/>
            </a:lvl6pPr>
            <a:lvl7pPr lvl="6" rtl="0" algn="ctr">
              <a:spcBef>
                <a:spcPts val="0"/>
              </a:spcBef>
              <a:spcAft>
                <a:spcPts val="0"/>
              </a:spcAft>
              <a:buSzPts val="1800"/>
              <a:buNone/>
              <a:defRPr b="1" sz="1800"/>
            </a:lvl7pPr>
            <a:lvl8pPr lvl="7" rtl="0" algn="ctr">
              <a:spcBef>
                <a:spcPts val="0"/>
              </a:spcBef>
              <a:spcAft>
                <a:spcPts val="0"/>
              </a:spcAft>
              <a:buSzPts val="1800"/>
              <a:buNone/>
              <a:defRPr b="1" sz="1800"/>
            </a:lvl8pPr>
            <a:lvl9pPr lvl="8" rtl="0" algn="ctr">
              <a:spcBef>
                <a:spcPts val="0"/>
              </a:spcBef>
              <a:spcAft>
                <a:spcPts val="0"/>
              </a:spcAft>
              <a:buSzPts val="1800"/>
              <a:buNone/>
              <a:defRPr b="1" sz="1800"/>
            </a:lvl9pPr>
          </a:lstStyle>
          <a:p/>
        </p:txBody>
      </p:sp>
      <p:sp>
        <p:nvSpPr>
          <p:cNvPr id="692" name="Google Shape;692;p38"/>
          <p:cNvSpPr txBox="1"/>
          <p:nvPr>
            <p:ph idx="1" type="subTitle"/>
          </p:nvPr>
        </p:nvSpPr>
        <p:spPr>
          <a:xfrm>
            <a:off x="956140" y="2871987"/>
            <a:ext cx="2896500" cy="4848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800"/>
              <a:buNone/>
              <a:defRPr sz="1600"/>
            </a:lvl1pPr>
            <a:lvl2pPr lvl="1" rtl="0" algn="ctr">
              <a:spcBef>
                <a:spcPts val="0"/>
              </a:spcBef>
              <a:spcAft>
                <a:spcPts val="0"/>
              </a:spcAft>
              <a:buSzPts val="1400"/>
              <a:buNone/>
              <a:defRPr/>
            </a:lvl2pPr>
            <a:lvl3pPr lvl="2" rtl="0" algn="ctr">
              <a:spcBef>
                <a:spcPts val="1600"/>
              </a:spcBef>
              <a:spcAft>
                <a:spcPts val="0"/>
              </a:spcAft>
              <a:buSzPts val="1400"/>
              <a:buNone/>
              <a:defRPr/>
            </a:lvl3pPr>
            <a:lvl4pPr lvl="3" rtl="0" algn="ctr">
              <a:spcBef>
                <a:spcPts val="1600"/>
              </a:spcBef>
              <a:spcAft>
                <a:spcPts val="0"/>
              </a:spcAft>
              <a:buSzPts val="1400"/>
              <a:buNone/>
              <a:defRPr/>
            </a:lvl4pPr>
            <a:lvl5pPr lvl="4" rtl="0" algn="ctr">
              <a:spcBef>
                <a:spcPts val="1600"/>
              </a:spcBef>
              <a:spcAft>
                <a:spcPts val="0"/>
              </a:spcAft>
              <a:buSzPts val="1400"/>
              <a:buNone/>
              <a:defRPr/>
            </a:lvl5pPr>
            <a:lvl6pPr lvl="5" rtl="0" algn="ctr">
              <a:spcBef>
                <a:spcPts val="1600"/>
              </a:spcBef>
              <a:spcAft>
                <a:spcPts val="0"/>
              </a:spcAft>
              <a:buSzPts val="1400"/>
              <a:buNone/>
              <a:defRPr/>
            </a:lvl6pPr>
            <a:lvl7pPr lvl="6" rtl="0" algn="ctr">
              <a:spcBef>
                <a:spcPts val="1600"/>
              </a:spcBef>
              <a:spcAft>
                <a:spcPts val="0"/>
              </a:spcAft>
              <a:buSzPts val="1400"/>
              <a:buNone/>
              <a:defRPr/>
            </a:lvl7pPr>
            <a:lvl8pPr lvl="7" rtl="0" algn="ctr">
              <a:spcBef>
                <a:spcPts val="1600"/>
              </a:spcBef>
              <a:spcAft>
                <a:spcPts val="0"/>
              </a:spcAft>
              <a:buSzPts val="1400"/>
              <a:buNone/>
              <a:defRPr/>
            </a:lvl8pPr>
            <a:lvl9pPr lvl="8" rtl="0" algn="ctr">
              <a:spcBef>
                <a:spcPts val="1600"/>
              </a:spcBef>
              <a:spcAft>
                <a:spcPts val="1600"/>
              </a:spcAft>
              <a:buSzPts val="1400"/>
              <a:buNone/>
              <a:defRPr/>
            </a:lvl9pPr>
          </a:lstStyle>
          <a:p/>
        </p:txBody>
      </p:sp>
      <p:sp>
        <p:nvSpPr>
          <p:cNvPr id="693" name="Google Shape;693;p38"/>
          <p:cNvSpPr txBox="1"/>
          <p:nvPr>
            <p:ph idx="3" type="title"/>
          </p:nvPr>
        </p:nvSpPr>
        <p:spPr>
          <a:xfrm>
            <a:off x="956140" y="1340825"/>
            <a:ext cx="2896500" cy="4341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b="1" sz="1800"/>
            </a:lvl1pPr>
            <a:lvl2pPr lvl="1" rtl="0" algn="ctr">
              <a:spcBef>
                <a:spcPts val="0"/>
              </a:spcBef>
              <a:spcAft>
                <a:spcPts val="0"/>
              </a:spcAft>
              <a:buSzPts val="1800"/>
              <a:buNone/>
              <a:defRPr b="1" sz="1800"/>
            </a:lvl2pPr>
            <a:lvl3pPr lvl="2" rtl="0" algn="ctr">
              <a:spcBef>
                <a:spcPts val="0"/>
              </a:spcBef>
              <a:spcAft>
                <a:spcPts val="0"/>
              </a:spcAft>
              <a:buSzPts val="1800"/>
              <a:buNone/>
              <a:defRPr b="1" sz="1800"/>
            </a:lvl3pPr>
            <a:lvl4pPr lvl="3" rtl="0" algn="ctr">
              <a:spcBef>
                <a:spcPts val="0"/>
              </a:spcBef>
              <a:spcAft>
                <a:spcPts val="0"/>
              </a:spcAft>
              <a:buSzPts val="1800"/>
              <a:buNone/>
              <a:defRPr b="1" sz="1800"/>
            </a:lvl4pPr>
            <a:lvl5pPr lvl="4" rtl="0" algn="ctr">
              <a:spcBef>
                <a:spcPts val="0"/>
              </a:spcBef>
              <a:spcAft>
                <a:spcPts val="0"/>
              </a:spcAft>
              <a:buSzPts val="1800"/>
              <a:buNone/>
              <a:defRPr b="1" sz="1800"/>
            </a:lvl5pPr>
            <a:lvl6pPr lvl="5" rtl="0" algn="ctr">
              <a:spcBef>
                <a:spcPts val="0"/>
              </a:spcBef>
              <a:spcAft>
                <a:spcPts val="0"/>
              </a:spcAft>
              <a:buSzPts val="1800"/>
              <a:buNone/>
              <a:defRPr b="1" sz="1800"/>
            </a:lvl6pPr>
            <a:lvl7pPr lvl="6" rtl="0" algn="ctr">
              <a:spcBef>
                <a:spcPts val="0"/>
              </a:spcBef>
              <a:spcAft>
                <a:spcPts val="0"/>
              </a:spcAft>
              <a:buSzPts val="1800"/>
              <a:buNone/>
              <a:defRPr b="1" sz="1800"/>
            </a:lvl7pPr>
            <a:lvl8pPr lvl="7" rtl="0" algn="ctr">
              <a:spcBef>
                <a:spcPts val="0"/>
              </a:spcBef>
              <a:spcAft>
                <a:spcPts val="0"/>
              </a:spcAft>
              <a:buSzPts val="1800"/>
              <a:buNone/>
              <a:defRPr b="1" sz="1800"/>
            </a:lvl8pPr>
            <a:lvl9pPr lvl="8" rtl="0" algn="ctr">
              <a:spcBef>
                <a:spcPts val="0"/>
              </a:spcBef>
              <a:spcAft>
                <a:spcPts val="0"/>
              </a:spcAft>
              <a:buSzPts val="1800"/>
              <a:buNone/>
              <a:defRPr b="1" sz="1800"/>
            </a:lvl9pPr>
          </a:lstStyle>
          <a:p/>
        </p:txBody>
      </p:sp>
      <p:sp>
        <p:nvSpPr>
          <p:cNvPr id="694" name="Google Shape;694;p38"/>
          <p:cNvSpPr txBox="1"/>
          <p:nvPr>
            <p:ph idx="4" type="subTitle"/>
          </p:nvPr>
        </p:nvSpPr>
        <p:spPr>
          <a:xfrm>
            <a:off x="956140" y="1736725"/>
            <a:ext cx="2896500" cy="4848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800"/>
              <a:buNone/>
              <a:defRPr sz="1600"/>
            </a:lvl1pPr>
            <a:lvl2pPr lvl="1" rtl="0" algn="ctr">
              <a:spcBef>
                <a:spcPts val="0"/>
              </a:spcBef>
              <a:spcAft>
                <a:spcPts val="0"/>
              </a:spcAft>
              <a:buSzPts val="1400"/>
              <a:buNone/>
              <a:defRPr/>
            </a:lvl2pPr>
            <a:lvl3pPr lvl="2" rtl="0" algn="ctr">
              <a:spcBef>
                <a:spcPts val="1600"/>
              </a:spcBef>
              <a:spcAft>
                <a:spcPts val="0"/>
              </a:spcAft>
              <a:buSzPts val="1400"/>
              <a:buNone/>
              <a:defRPr/>
            </a:lvl3pPr>
            <a:lvl4pPr lvl="3" rtl="0" algn="ctr">
              <a:spcBef>
                <a:spcPts val="1600"/>
              </a:spcBef>
              <a:spcAft>
                <a:spcPts val="0"/>
              </a:spcAft>
              <a:buSzPts val="1400"/>
              <a:buNone/>
              <a:defRPr/>
            </a:lvl4pPr>
            <a:lvl5pPr lvl="4" rtl="0" algn="ctr">
              <a:spcBef>
                <a:spcPts val="1600"/>
              </a:spcBef>
              <a:spcAft>
                <a:spcPts val="0"/>
              </a:spcAft>
              <a:buSzPts val="1400"/>
              <a:buNone/>
              <a:defRPr/>
            </a:lvl5pPr>
            <a:lvl6pPr lvl="5" rtl="0" algn="ctr">
              <a:spcBef>
                <a:spcPts val="1600"/>
              </a:spcBef>
              <a:spcAft>
                <a:spcPts val="0"/>
              </a:spcAft>
              <a:buSzPts val="1400"/>
              <a:buNone/>
              <a:defRPr/>
            </a:lvl6pPr>
            <a:lvl7pPr lvl="6" rtl="0" algn="ctr">
              <a:spcBef>
                <a:spcPts val="1600"/>
              </a:spcBef>
              <a:spcAft>
                <a:spcPts val="0"/>
              </a:spcAft>
              <a:buSzPts val="1400"/>
              <a:buNone/>
              <a:defRPr/>
            </a:lvl7pPr>
            <a:lvl8pPr lvl="7" rtl="0" algn="ctr">
              <a:spcBef>
                <a:spcPts val="1600"/>
              </a:spcBef>
              <a:spcAft>
                <a:spcPts val="0"/>
              </a:spcAft>
              <a:buSzPts val="1400"/>
              <a:buNone/>
              <a:defRPr/>
            </a:lvl8pPr>
            <a:lvl9pPr lvl="8" rtl="0" algn="ctr">
              <a:spcBef>
                <a:spcPts val="1600"/>
              </a:spcBef>
              <a:spcAft>
                <a:spcPts val="1600"/>
              </a:spcAft>
              <a:buSzPts val="1400"/>
              <a:buNone/>
              <a:defRPr/>
            </a:lvl9pPr>
          </a:lstStyle>
          <a:p/>
        </p:txBody>
      </p:sp>
      <p:sp>
        <p:nvSpPr>
          <p:cNvPr id="695" name="Google Shape;695;p38"/>
          <p:cNvSpPr txBox="1"/>
          <p:nvPr>
            <p:ph idx="5" type="title"/>
          </p:nvPr>
        </p:nvSpPr>
        <p:spPr>
          <a:xfrm>
            <a:off x="956140" y="3611250"/>
            <a:ext cx="2896500" cy="4341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b="1" sz="1800"/>
            </a:lvl1pPr>
            <a:lvl2pPr lvl="1" rtl="0" algn="ctr">
              <a:spcBef>
                <a:spcPts val="0"/>
              </a:spcBef>
              <a:spcAft>
                <a:spcPts val="0"/>
              </a:spcAft>
              <a:buSzPts val="1800"/>
              <a:buNone/>
              <a:defRPr b="1" sz="1800"/>
            </a:lvl2pPr>
            <a:lvl3pPr lvl="2" rtl="0" algn="ctr">
              <a:spcBef>
                <a:spcPts val="0"/>
              </a:spcBef>
              <a:spcAft>
                <a:spcPts val="0"/>
              </a:spcAft>
              <a:buSzPts val="1800"/>
              <a:buNone/>
              <a:defRPr b="1" sz="1800"/>
            </a:lvl3pPr>
            <a:lvl4pPr lvl="3" rtl="0" algn="ctr">
              <a:spcBef>
                <a:spcPts val="0"/>
              </a:spcBef>
              <a:spcAft>
                <a:spcPts val="0"/>
              </a:spcAft>
              <a:buSzPts val="1800"/>
              <a:buNone/>
              <a:defRPr b="1" sz="1800"/>
            </a:lvl4pPr>
            <a:lvl5pPr lvl="4" rtl="0" algn="ctr">
              <a:spcBef>
                <a:spcPts val="0"/>
              </a:spcBef>
              <a:spcAft>
                <a:spcPts val="0"/>
              </a:spcAft>
              <a:buSzPts val="1800"/>
              <a:buNone/>
              <a:defRPr b="1" sz="1800"/>
            </a:lvl5pPr>
            <a:lvl6pPr lvl="5" rtl="0" algn="ctr">
              <a:spcBef>
                <a:spcPts val="0"/>
              </a:spcBef>
              <a:spcAft>
                <a:spcPts val="0"/>
              </a:spcAft>
              <a:buSzPts val="1800"/>
              <a:buNone/>
              <a:defRPr b="1" sz="1800"/>
            </a:lvl6pPr>
            <a:lvl7pPr lvl="6" rtl="0" algn="ctr">
              <a:spcBef>
                <a:spcPts val="0"/>
              </a:spcBef>
              <a:spcAft>
                <a:spcPts val="0"/>
              </a:spcAft>
              <a:buSzPts val="1800"/>
              <a:buNone/>
              <a:defRPr b="1" sz="1800"/>
            </a:lvl7pPr>
            <a:lvl8pPr lvl="7" rtl="0" algn="ctr">
              <a:spcBef>
                <a:spcPts val="0"/>
              </a:spcBef>
              <a:spcAft>
                <a:spcPts val="0"/>
              </a:spcAft>
              <a:buSzPts val="1800"/>
              <a:buNone/>
              <a:defRPr b="1" sz="1800"/>
            </a:lvl8pPr>
            <a:lvl9pPr lvl="8" rtl="0" algn="ctr">
              <a:spcBef>
                <a:spcPts val="0"/>
              </a:spcBef>
              <a:spcAft>
                <a:spcPts val="0"/>
              </a:spcAft>
              <a:buSzPts val="1800"/>
              <a:buNone/>
              <a:defRPr b="1" sz="1800"/>
            </a:lvl9pPr>
          </a:lstStyle>
          <a:p/>
        </p:txBody>
      </p:sp>
      <p:sp>
        <p:nvSpPr>
          <p:cNvPr id="696" name="Google Shape;696;p38"/>
          <p:cNvSpPr txBox="1"/>
          <p:nvPr>
            <p:ph idx="6" type="subTitle"/>
          </p:nvPr>
        </p:nvSpPr>
        <p:spPr>
          <a:xfrm>
            <a:off x="956140" y="4007250"/>
            <a:ext cx="2896500" cy="4848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800"/>
              <a:buNone/>
              <a:defRPr sz="1600"/>
            </a:lvl1pPr>
            <a:lvl2pPr lvl="1" rtl="0" algn="ctr">
              <a:spcBef>
                <a:spcPts val="0"/>
              </a:spcBef>
              <a:spcAft>
                <a:spcPts val="0"/>
              </a:spcAft>
              <a:buSzPts val="1400"/>
              <a:buNone/>
              <a:defRPr/>
            </a:lvl2pPr>
            <a:lvl3pPr lvl="2" rtl="0" algn="ctr">
              <a:spcBef>
                <a:spcPts val="1600"/>
              </a:spcBef>
              <a:spcAft>
                <a:spcPts val="0"/>
              </a:spcAft>
              <a:buSzPts val="1400"/>
              <a:buNone/>
              <a:defRPr/>
            </a:lvl3pPr>
            <a:lvl4pPr lvl="3" rtl="0" algn="ctr">
              <a:spcBef>
                <a:spcPts val="1600"/>
              </a:spcBef>
              <a:spcAft>
                <a:spcPts val="0"/>
              </a:spcAft>
              <a:buSzPts val="1400"/>
              <a:buNone/>
              <a:defRPr/>
            </a:lvl4pPr>
            <a:lvl5pPr lvl="4" rtl="0" algn="ctr">
              <a:spcBef>
                <a:spcPts val="1600"/>
              </a:spcBef>
              <a:spcAft>
                <a:spcPts val="0"/>
              </a:spcAft>
              <a:buSzPts val="1400"/>
              <a:buNone/>
              <a:defRPr/>
            </a:lvl5pPr>
            <a:lvl6pPr lvl="5" rtl="0" algn="ctr">
              <a:spcBef>
                <a:spcPts val="1600"/>
              </a:spcBef>
              <a:spcAft>
                <a:spcPts val="0"/>
              </a:spcAft>
              <a:buSzPts val="1400"/>
              <a:buNone/>
              <a:defRPr/>
            </a:lvl6pPr>
            <a:lvl7pPr lvl="6" rtl="0" algn="ctr">
              <a:spcBef>
                <a:spcPts val="1600"/>
              </a:spcBef>
              <a:spcAft>
                <a:spcPts val="0"/>
              </a:spcAft>
              <a:buSzPts val="1400"/>
              <a:buNone/>
              <a:defRPr/>
            </a:lvl7pPr>
            <a:lvl8pPr lvl="7" rtl="0" algn="ctr">
              <a:spcBef>
                <a:spcPts val="1600"/>
              </a:spcBef>
              <a:spcAft>
                <a:spcPts val="0"/>
              </a:spcAft>
              <a:buSzPts val="1400"/>
              <a:buNone/>
              <a:defRPr/>
            </a:lvl8pPr>
            <a:lvl9pPr lvl="8" rtl="0" algn="ctr">
              <a:spcBef>
                <a:spcPts val="1600"/>
              </a:spcBef>
              <a:spcAft>
                <a:spcPts val="1600"/>
              </a:spcAft>
              <a:buSzPts val="1400"/>
              <a:buNone/>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697" name="Shape 697"/>
        <p:cNvGrpSpPr/>
        <p:nvPr/>
      </p:nvGrpSpPr>
      <p:grpSpPr>
        <a:xfrm>
          <a:off x="0" y="0"/>
          <a:ext cx="0" cy="0"/>
          <a:chOff x="0" y="0"/>
          <a:chExt cx="0" cy="0"/>
        </a:xfrm>
      </p:grpSpPr>
      <p:grpSp>
        <p:nvGrpSpPr>
          <p:cNvPr id="698" name="Google Shape;698;p39"/>
          <p:cNvGrpSpPr/>
          <p:nvPr/>
        </p:nvGrpSpPr>
        <p:grpSpPr>
          <a:xfrm>
            <a:off x="-9513" y="2"/>
            <a:ext cx="9177947" cy="5143510"/>
            <a:chOff x="-9513" y="2"/>
            <a:chExt cx="9177947" cy="5143510"/>
          </a:xfrm>
        </p:grpSpPr>
        <p:sp>
          <p:nvSpPr>
            <p:cNvPr id="699" name="Google Shape;699;p39"/>
            <p:cNvSpPr/>
            <p:nvPr/>
          </p:nvSpPr>
          <p:spPr>
            <a:xfrm>
              <a:off x="319050" y="283350"/>
              <a:ext cx="8505900" cy="4576800"/>
            </a:xfrm>
            <a:prstGeom prst="roundRect">
              <a:avLst>
                <a:gd fmla="val 3396" name="adj"/>
              </a:avLst>
            </a:prstGeom>
            <a:solidFill>
              <a:schemeClr val="accent4"/>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39"/>
            <p:cNvSpPr/>
            <p:nvPr/>
          </p:nvSpPr>
          <p:spPr>
            <a:xfrm>
              <a:off x="7132742" y="2"/>
              <a:ext cx="1612254" cy="1208486"/>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p39"/>
            <p:cNvSpPr/>
            <p:nvPr/>
          </p:nvSpPr>
          <p:spPr>
            <a:xfrm>
              <a:off x="743298" y="3878776"/>
              <a:ext cx="1664900" cy="1264737"/>
            </a:xfrm>
            <a:custGeom>
              <a:rect b="b" l="l" r="r" t="t"/>
              <a:pathLst>
                <a:path extrusionOk="0" h="19743" w="24157">
                  <a:moveTo>
                    <a:pt x="1676" y="0"/>
                  </a:moveTo>
                  <a:cubicBezTo>
                    <a:pt x="1185" y="0"/>
                    <a:pt x="818" y="164"/>
                    <a:pt x="491" y="532"/>
                  </a:cubicBezTo>
                  <a:cubicBezTo>
                    <a:pt x="0" y="1022"/>
                    <a:pt x="0" y="2044"/>
                    <a:pt x="654" y="2575"/>
                  </a:cubicBezTo>
                  <a:lnTo>
                    <a:pt x="19742" y="19743"/>
                  </a:lnTo>
                  <a:lnTo>
                    <a:pt x="24157" y="19743"/>
                  </a:lnTo>
                  <a:lnTo>
                    <a:pt x="2534" y="327"/>
                  </a:lnTo>
                  <a:cubicBezTo>
                    <a:pt x="2371" y="0"/>
                    <a:pt x="2044" y="0"/>
                    <a:pt x="1676"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 name="Google Shape;702;p39"/>
            <p:cNvSpPr/>
            <p:nvPr/>
          </p:nvSpPr>
          <p:spPr>
            <a:xfrm rot="10800000">
              <a:off x="-9513" y="3652041"/>
              <a:ext cx="1143784" cy="1085055"/>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39"/>
            <p:cNvSpPr/>
            <p:nvPr/>
          </p:nvSpPr>
          <p:spPr>
            <a:xfrm>
              <a:off x="7972352" y="1381124"/>
              <a:ext cx="1196082" cy="1134709"/>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04" name="Google Shape;704;p39"/>
          <p:cNvGrpSpPr/>
          <p:nvPr/>
        </p:nvGrpSpPr>
        <p:grpSpPr>
          <a:xfrm>
            <a:off x="4281415" y="75177"/>
            <a:ext cx="581170" cy="125403"/>
            <a:chOff x="4685288" y="186288"/>
            <a:chExt cx="419375" cy="90485"/>
          </a:xfrm>
        </p:grpSpPr>
        <p:sp>
          <p:nvSpPr>
            <p:cNvPr id="705" name="Google Shape;705;p39"/>
            <p:cNvSpPr/>
            <p:nvPr/>
          </p:nvSpPr>
          <p:spPr>
            <a:xfrm>
              <a:off x="4687513" y="186288"/>
              <a:ext cx="414900" cy="822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06" name="Google Shape;706;p39"/>
            <p:cNvGrpSpPr/>
            <p:nvPr/>
          </p:nvGrpSpPr>
          <p:grpSpPr>
            <a:xfrm>
              <a:off x="4685288" y="186300"/>
              <a:ext cx="419375" cy="90473"/>
              <a:chOff x="4390000" y="182175"/>
              <a:chExt cx="419375" cy="90473"/>
            </a:xfrm>
          </p:grpSpPr>
          <p:sp>
            <p:nvSpPr>
              <p:cNvPr id="707" name="Google Shape;707;p39"/>
              <p:cNvSpPr/>
              <p:nvPr/>
            </p:nvSpPr>
            <p:spPr>
              <a:xfrm>
                <a:off x="4390000" y="182175"/>
                <a:ext cx="419375" cy="90473"/>
              </a:xfrm>
              <a:custGeom>
                <a:rect b="b" l="l" r="r" t="t"/>
                <a:pathLst>
                  <a:path extrusionOk="0" h="1906" w="8835">
                    <a:moveTo>
                      <a:pt x="7882" y="155"/>
                    </a:moveTo>
                    <a:cubicBezTo>
                      <a:pt x="8323" y="155"/>
                      <a:pt x="8680" y="512"/>
                      <a:pt x="8680" y="953"/>
                    </a:cubicBezTo>
                    <a:cubicBezTo>
                      <a:pt x="8680" y="1393"/>
                      <a:pt x="8323" y="1750"/>
                      <a:pt x="7882" y="1750"/>
                    </a:cubicBezTo>
                    <a:lnTo>
                      <a:pt x="953" y="1750"/>
                    </a:lnTo>
                    <a:cubicBezTo>
                      <a:pt x="512" y="1750"/>
                      <a:pt x="155" y="1393"/>
                      <a:pt x="155" y="953"/>
                    </a:cubicBezTo>
                    <a:cubicBezTo>
                      <a:pt x="155" y="512"/>
                      <a:pt x="512" y="155"/>
                      <a:pt x="953" y="155"/>
                    </a:cubicBezTo>
                    <a:close/>
                    <a:moveTo>
                      <a:pt x="953" y="0"/>
                    </a:moveTo>
                    <a:cubicBezTo>
                      <a:pt x="429" y="0"/>
                      <a:pt x="0" y="429"/>
                      <a:pt x="0" y="953"/>
                    </a:cubicBezTo>
                    <a:cubicBezTo>
                      <a:pt x="0" y="1476"/>
                      <a:pt x="429" y="1905"/>
                      <a:pt x="953" y="1905"/>
                    </a:cubicBezTo>
                    <a:lnTo>
                      <a:pt x="7882" y="1905"/>
                    </a:lnTo>
                    <a:cubicBezTo>
                      <a:pt x="8406" y="1905"/>
                      <a:pt x="8835" y="1476"/>
                      <a:pt x="8835" y="953"/>
                    </a:cubicBezTo>
                    <a:cubicBezTo>
                      <a:pt x="8835" y="429"/>
                      <a:pt x="8406" y="0"/>
                      <a:pt x="7882"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39"/>
              <p:cNvSpPr/>
              <p:nvPr/>
            </p:nvSpPr>
            <p:spPr>
              <a:xfrm>
                <a:off x="4464048" y="201352"/>
                <a:ext cx="52024" cy="52072"/>
              </a:xfrm>
              <a:custGeom>
                <a:rect b="b" l="l" r="r" t="t"/>
                <a:pathLst>
                  <a:path extrusionOk="0" h="1097" w="1096">
                    <a:moveTo>
                      <a:pt x="548" y="144"/>
                    </a:moveTo>
                    <a:cubicBezTo>
                      <a:pt x="774" y="144"/>
                      <a:pt x="953" y="322"/>
                      <a:pt x="953" y="549"/>
                    </a:cubicBezTo>
                    <a:cubicBezTo>
                      <a:pt x="953" y="763"/>
                      <a:pt x="774" y="941"/>
                      <a:pt x="548" y="941"/>
                    </a:cubicBezTo>
                    <a:cubicBezTo>
                      <a:pt x="333" y="941"/>
                      <a:pt x="155" y="763"/>
                      <a:pt x="155" y="549"/>
                    </a:cubicBezTo>
                    <a:cubicBezTo>
                      <a:pt x="155" y="322"/>
                      <a:pt x="333" y="144"/>
                      <a:pt x="548" y="144"/>
                    </a:cubicBezTo>
                    <a:close/>
                    <a:moveTo>
                      <a:pt x="548" y="1"/>
                    </a:moveTo>
                    <a:cubicBezTo>
                      <a:pt x="250" y="1"/>
                      <a:pt x="0" y="251"/>
                      <a:pt x="0" y="549"/>
                    </a:cubicBezTo>
                    <a:cubicBezTo>
                      <a:pt x="0" y="846"/>
                      <a:pt x="250" y="1096"/>
                      <a:pt x="548" y="1096"/>
                    </a:cubicBezTo>
                    <a:cubicBezTo>
                      <a:pt x="845" y="1096"/>
                      <a:pt x="1095" y="846"/>
                      <a:pt x="1095" y="549"/>
                    </a:cubicBezTo>
                    <a:cubicBezTo>
                      <a:pt x="1095" y="251"/>
                      <a:pt x="845" y="1"/>
                      <a:pt x="54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709" name="Google Shape;709;p39"/>
          <p:cNvSpPr txBox="1"/>
          <p:nvPr>
            <p:ph idx="1" type="subTitle"/>
          </p:nvPr>
        </p:nvSpPr>
        <p:spPr>
          <a:xfrm>
            <a:off x="2117765" y="3228984"/>
            <a:ext cx="1398600" cy="4056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None/>
              <a:defRPr b="1" sz="1800">
                <a:solidFill>
                  <a:schemeClr val="accent5"/>
                </a:solidFill>
                <a:latin typeface="Aldrich"/>
                <a:ea typeface="Aldrich"/>
                <a:cs typeface="Aldrich"/>
                <a:sym typeface="Aldrich"/>
              </a:defRPr>
            </a:lvl1pPr>
            <a:lvl2pPr lvl="1" rtl="0" algn="r">
              <a:lnSpc>
                <a:spcPct val="100000"/>
              </a:lnSpc>
              <a:spcBef>
                <a:spcPts val="0"/>
              </a:spcBef>
              <a:spcAft>
                <a:spcPts val="0"/>
              </a:spcAft>
              <a:buNone/>
              <a:defRPr b="1">
                <a:solidFill>
                  <a:schemeClr val="accent5"/>
                </a:solidFill>
                <a:latin typeface="Aldrich"/>
                <a:ea typeface="Aldrich"/>
                <a:cs typeface="Aldrich"/>
                <a:sym typeface="Aldrich"/>
              </a:defRPr>
            </a:lvl2pPr>
            <a:lvl3pPr lvl="2" rtl="0" algn="r">
              <a:lnSpc>
                <a:spcPct val="100000"/>
              </a:lnSpc>
              <a:spcBef>
                <a:spcPts val="0"/>
              </a:spcBef>
              <a:spcAft>
                <a:spcPts val="0"/>
              </a:spcAft>
              <a:buNone/>
              <a:defRPr b="1">
                <a:solidFill>
                  <a:schemeClr val="accent5"/>
                </a:solidFill>
                <a:latin typeface="Aldrich"/>
                <a:ea typeface="Aldrich"/>
                <a:cs typeface="Aldrich"/>
                <a:sym typeface="Aldrich"/>
              </a:defRPr>
            </a:lvl3pPr>
            <a:lvl4pPr lvl="3" rtl="0" algn="r">
              <a:lnSpc>
                <a:spcPct val="100000"/>
              </a:lnSpc>
              <a:spcBef>
                <a:spcPts val="0"/>
              </a:spcBef>
              <a:spcAft>
                <a:spcPts val="0"/>
              </a:spcAft>
              <a:buNone/>
              <a:defRPr b="1">
                <a:solidFill>
                  <a:schemeClr val="accent5"/>
                </a:solidFill>
                <a:latin typeface="Aldrich"/>
                <a:ea typeface="Aldrich"/>
                <a:cs typeface="Aldrich"/>
                <a:sym typeface="Aldrich"/>
              </a:defRPr>
            </a:lvl4pPr>
            <a:lvl5pPr lvl="4" rtl="0" algn="r">
              <a:lnSpc>
                <a:spcPct val="100000"/>
              </a:lnSpc>
              <a:spcBef>
                <a:spcPts val="0"/>
              </a:spcBef>
              <a:spcAft>
                <a:spcPts val="0"/>
              </a:spcAft>
              <a:buNone/>
              <a:defRPr b="1">
                <a:solidFill>
                  <a:schemeClr val="accent5"/>
                </a:solidFill>
                <a:latin typeface="Aldrich"/>
                <a:ea typeface="Aldrich"/>
                <a:cs typeface="Aldrich"/>
                <a:sym typeface="Aldrich"/>
              </a:defRPr>
            </a:lvl5pPr>
            <a:lvl6pPr lvl="5" rtl="0" algn="r">
              <a:lnSpc>
                <a:spcPct val="100000"/>
              </a:lnSpc>
              <a:spcBef>
                <a:spcPts val="0"/>
              </a:spcBef>
              <a:spcAft>
                <a:spcPts val="0"/>
              </a:spcAft>
              <a:buNone/>
              <a:defRPr b="1">
                <a:solidFill>
                  <a:schemeClr val="accent5"/>
                </a:solidFill>
                <a:latin typeface="Aldrich"/>
                <a:ea typeface="Aldrich"/>
                <a:cs typeface="Aldrich"/>
                <a:sym typeface="Aldrich"/>
              </a:defRPr>
            </a:lvl6pPr>
            <a:lvl7pPr lvl="6" rtl="0" algn="r">
              <a:lnSpc>
                <a:spcPct val="100000"/>
              </a:lnSpc>
              <a:spcBef>
                <a:spcPts val="0"/>
              </a:spcBef>
              <a:spcAft>
                <a:spcPts val="0"/>
              </a:spcAft>
              <a:buNone/>
              <a:defRPr b="1">
                <a:solidFill>
                  <a:schemeClr val="accent5"/>
                </a:solidFill>
                <a:latin typeface="Aldrich"/>
                <a:ea typeface="Aldrich"/>
                <a:cs typeface="Aldrich"/>
                <a:sym typeface="Aldrich"/>
              </a:defRPr>
            </a:lvl7pPr>
            <a:lvl8pPr lvl="7" rtl="0" algn="r">
              <a:lnSpc>
                <a:spcPct val="100000"/>
              </a:lnSpc>
              <a:spcBef>
                <a:spcPts val="0"/>
              </a:spcBef>
              <a:spcAft>
                <a:spcPts val="0"/>
              </a:spcAft>
              <a:buNone/>
              <a:defRPr b="1">
                <a:solidFill>
                  <a:schemeClr val="accent5"/>
                </a:solidFill>
                <a:latin typeface="Aldrich"/>
                <a:ea typeface="Aldrich"/>
                <a:cs typeface="Aldrich"/>
                <a:sym typeface="Aldrich"/>
              </a:defRPr>
            </a:lvl8pPr>
            <a:lvl9pPr lvl="8" rtl="0" algn="r">
              <a:lnSpc>
                <a:spcPct val="100000"/>
              </a:lnSpc>
              <a:spcBef>
                <a:spcPts val="0"/>
              </a:spcBef>
              <a:spcAft>
                <a:spcPts val="0"/>
              </a:spcAft>
              <a:buNone/>
              <a:defRPr b="1">
                <a:solidFill>
                  <a:schemeClr val="accent5"/>
                </a:solidFill>
                <a:latin typeface="Aldrich"/>
                <a:ea typeface="Aldrich"/>
                <a:cs typeface="Aldrich"/>
                <a:sym typeface="Aldrich"/>
              </a:defRPr>
            </a:lvl9pPr>
          </a:lstStyle>
          <a:p/>
        </p:txBody>
      </p:sp>
      <p:sp>
        <p:nvSpPr>
          <p:cNvPr id="710" name="Google Shape;710;p39"/>
          <p:cNvSpPr txBox="1"/>
          <p:nvPr>
            <p:ph idx="2" type="subTitle"/>
          </p:nvPr>
        </p:nvSpPr>
        <p:spPr>
          <a:xfrm>
            <a:off x="5627635" y="3228984"/>
            <a:ext cx="1398600" cy="4056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None/>
              <a:defRPr b="1" sz="1800">
                <a:solidFill>
                  <a:schemeClr val="accent5"/>
                </a:solidFill>
                <a:latin typeface="Aldrich"/>
                <a:ea typeface="Aldrich"/>
                <a:cs typeface="Aldrich"/>
                <a:sym typeface="Aldrich"/>
              </a:defRPr>
            </a:lvl1pPr>
            <a:lvl2pPr lvl="1" rtl="0">
              <a:lnSpc>
                <a:spcPct val="100000"/>
              </a:lnSpc>
              <a:spcBef>
                <a:spcPts val="0"/>
              </a:spcBef>
              <a:spcAft>
                <a:spcPts val="0"/>
              </a:spcAft>
              <a:buNone/>
              <a:defRPr b="1">
                <a:solidFill>
                  <a:schemeClr val="accent5"/>
                </a:solidFill>
                <a:latin typeface="Aldrich"/>
                <a:ea typeface="Aldrich"/>
                <a:cs typeface="Aldrich"/>
                <a:sym typeface="Aldrich"/>
              </a:defRPr>
            </a:lvl2pPr>
            <a:lvl3pPr lvl="2" rtl="0">
              <a:lnSpc>
                <a:spcPct val="100000"/>
              </a:lnSpc>
              <a:spcBef>
                <a:spcPts val="0"/>
              </a:spcBef>
              <a:spcAft>
                <a:spcPts val="0"/>
              </a:spcAft>
              <a:buNone/>
              <a:defRPr b="1">
                <a:solidFill>
                  <a:schemeClr val="accent5"/>
                </a:solidFill>
                <a:latin typeface="Aldrich"/>
                <a:ea typeface="Aldrich"/>
                <a:cs typeface="Aldrich"/>
                <a:sym typeface="Aldrich"/>
              </a:defRPr>
            </a:lvl3pPr>
            <a:lvl4pPr lvl="3" rtl="0">
              <a:lnSpc>
                <a:spcPct val="100000"/>
              </a:lnSpc>
              <a:spcBef>
                <a:spcPts val="0"/>
              </a:spcBef>
              <a:spcAft>
                <a:spcPts val="0"/>
              </a:spcAft>
              <a:buNone/>
              <a:defRPr b="1">
                <a:solidFill>
                  <a:schemeClr val="accent5"/>
                </a:solidFill>
                <a:latin typeface="Aldrich"/>
                <a:ea typeface="Aldrich"/>
                <a:cs typeface="Aldrich"/>
                <a:sym typeface="Aldrich"/>
              </a:defRPr>
            </a:lvl4pPr>
            <a:lvl5pPr lvl="4" rtl="0">
              <a:lnSpc>
                <a:spcPct val="100000"/>
              </a:lnSpc>
              <a:spcBef>
                <a:spcPts val="0"/>
              </a:spcBef>
              <a:spcAft>
                <a:spcPts val="0"/>
              </a:spcAft>
              <a:buNone/>
              <a:defRPr b="1">
                <a:solidFill>
                  <a:schemeClr val="accent5"/>
                </a:solidFill>
                <a:latin typeface="Aldrich"/>
                <a:ea typeface="Aldrich"/>
                <a:cs typeface="Aldrich"/>
                <a:sym typeface="Aldrich"/>
              </a:defRPr>
            </a:lvl5pPr>
            <a:lvl6pPr lvl="5" rtl="0">
              <a:lnSpc>
                <a:spcPct val="100000"/>
              </a:lnSpc>
              <a:spcBef>
                <a:spcPts val="0"/>
              </a:spcBef>
              <a:spcAft>
                <a:spcPts val="0"/>
              </a:spcAft>
              <a:buNone/>
              <a:defRPr b="1">
                <a:solidFill>
                  <a:schemeClr val="accent5"/>
                </a:solidFill>
                <a:latin typeface="Aldrich"/>
                <a:ea typeface="Aldrich"/>
                <a:cs typeface="Aldrich"/>
                <a:sym typeface="Aldrich"/>
              </a:defRPr>
            </a:lvl6pPr>
            <a:lvl7pPr lvl="6" rtl="0">
              <a:lnSpc>
                <a:spcPct val="100000"/>
              </a:lnSpc>
              <a:spcBef>
                <a:spcPts val="0"/>
              </a:spcBef>
              <a:spcAft>
                <a:spcPts val="0"/>
              </a:spcAft>
              <a:buNone/>
              <a:defRPr b="1">
                <a:solidFill>
                  <a:schemeClr val="accent5"/>
                </a:solidFill>
                <a:latin typeface="Aldrich"/>
                <a:ea typeface="Aldrich"/>
                <a:cs typeface="Aldrich"/>
                <a:sym typeface="Aldrich"/>
              </a:defRPr>
            </a:lvl7pPr>
            <a:lvl8pPr lvl="7" rtl="0">
              <a:lnSpc>
                <a:spcPct val="100000"/>
              </a:lnSpc>
              <a:spcBef>
                <a:spcPts val="0"/>
              </a:spcBef>
              <a:spcAft>
                <a:spcPts val="0"/>
              </a:spcAft>
              <a:buNone/>
              <a:defRPr b="1">
                <a:solidFill>
                  <a:schemeClr val="accent5"/>
                </a:solidFill>
                <a:latin typeface="Aldrich"/>
                <a:ea typeface="Aldrich"/>
                <a:cs typeface="Aldrich"/>
                <a:sym typeface="Aldrich"/>
              </a:defRPr>
            </a:lvl8pPr>
            <a:lvl9pPr lvl="8" rtl="0">
              <a:lnSpc>
                <a:spcPct val="100000"/>
              </a:lnSpc>
              <a:spcBef>
                <a:spcPts val="0"/>
              </a:spcBef>
              <a:spcAft>
                <a:spcPts val="0"/>
              </a:spcAft>
              <a:buNone/>
              <a:defRPr b="1">
                <a:solidFill>
                  <a:schemeClr val="accent5"/>
                </a:solidFill>
                <a:latin typeface="Aldrich"/>
                <a:ea typeface="Aldrich"/>
                <a:cs typeface="Aldrich"/>
                <a:sym typeface="Aldrich"/>
              </a:defRPr>
            </a:lvl9pPr>
          </a:lstStyle>
          <a:p/>
        </p:txBody>
      </p:sp>
      <p:sp>
        <p:nvSpPr>
          <p:cNvPr id="711" name="Google Shape;711;p39"/>
          <p:cNvSpPr txBox="1"/>
          <p:nvPr>
            <p:ph idx="3" type="subTitle"/>
          </p:nvPr>
        </p:nvSpPr>
        <p:spPr>
          <a:xfrm>
            <a:off x="1297865" y="3645247"/>
            <a:ext cx="2218500" cy="4596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Clr>
                <a:schemeClr val="accent5"/>
              </a:buClr>
              <a:buSzPts val="1600"/>
              <a:buNone/>
              <a:defRPr sz="1600">
                <a:solidFill>
                  <a:schemeClr val="accent5"/>
                </a:solidFill>
              </a:defRPr>
            </a:lvl1pPr>
            <a:lvl2pPr lvl="1" rtl="0">
              <a:spcBef>
                <a:spcPts val="0"/>
              </a:spcBef>
              <a:spcAft>
                <a:spcPts val="0"/>
              </a:spcAft>
              <a:buClr>
                <a:schemeClr val="accent5"/>
              </a:buClr>
              <a:buSzPts val="1400"/>
              <a:buNone/>
              <a:defRPr>
                <a:solidFill>
                  <a:schemeClr val="accent5"/>
                </a:solidFill>
              </a:defRPr>
            </a:lvl2pPr>
            <a:lvl3pPr lvl="2" rtl="0">
              <a:spcBef>
                <a:spcPts val="1600"/>
              </a:spcBef>
              <a:spcAft>
                <a:spcPts val="0"/>
              </a:spcAft>
              <a:buClr>
                <a:schemeClr val="accent5"/>
              </a:buClr>
              <a:buSzPts val="1400"/>
              <a:buNone/>
              <a:defRPr>
                <a:solidFill>
                  <a:schemeClr val="accent5"/>
                </a:solidFill>
              </a:defRPr>
            </a:lvl3pPr>
            <a:lvl4pPr lvl="3" rtl="0">
              <a:spcBef>
                <a:spcPts val="1600"/>
              </a:spcBef>
              <a:spcAft>
                <a:spcPts val="0"/>
              </a:spcAft>
              <a:buClr>
                <a:schemeClr val="accent5"/>
              </a:buClr>
              <a:buSzPts val="1400"/>
              <a:buNone/>
              <a:defRPr>
                <a:solidFill>
                  <a:schemeClr val="accent5"/>
                </a:solidFill>
              </a:defRPr>
            </a:lvl4pPr>
            <a:lvl5pPr lvl="4" rtl="0">
              <a:spcBef>
                <a:spcPts val="1600"/>
              </a:spcBef>
              <a:spcAft>
                <a:spcPts val="0"/>
              </a:spcAft>
              <a:buClr>
                <a:schemeClr val="accent5"/>
              </a:buClr>
              <a:buSzPts val="1400"/>
              <a:buNone/>
              <a:defRPr>
                <a:solidFill>
                  <a:schemeClr val="accent5"/>
                </a:solidFill>
              </a:defRPr>
            </a:lvl5pPr>
            <a:lvl6pPr lvl="5" rtl="0">
              <a:spcBef>
                <a:spcPts val="1600"/>
              </a:spcBef>
              <a:spcAft>
                <a:spcPts val="0"/>
              </a:spcAft>
              <a:buClr>
                <a:schemeClr val="accent5"/>
              </a:buClr>
              <a:buSzPts val="1400"/>
              <a:buNone/>
              <a:defRPr>
                <a:solidFill>
                  <a:schemeClr val="accent5"/>
                </a:solidFill>
              </a:defRPr>
            </a:lvl6pPr>
            <a:lvl7pPr lvl="6" rtl="0">
              <a:spcBef>
                <a:spcPts val="1600"/>
              </a:spcBef>
              <a:spcAft>
                <a:spcPts val="0"/>
              </a:spcAft>
              <a:buClr>
                <a:schemeClr val="accent5"/>
              </a:buClr>
              <a:buSzPts val="1400"/>
              <a:buNone/>
              <a:defRPr>
                <a:solidFill>
                  <a:schemeClr val="accent5"/>
                </a:solidFill>
              </a:defRPr>
            </a:lvl7pPr>
            <a:lvl8pPr lvl="7" rtl="0">
              <a:spcBef>
                <a:spcPts val="1600"/>
              </a:spcBef>
              <a:spcAft>
                <a:spcPts val="0"/>
              </a:spcAft>
              <a:buClr>
                <a:schemeClr val="accent5"/>
              </a:buClr>
              <a:buSzPts val="1400"/>
              <a:buNone/>
              <a:defRPr>
                <a:solidFill>
                  <a:schemeClr val="accent5"/>
                </a:solidFill>
              </a:defRPr>
            </a:lvl8pPr>
            <a:lvl9pPr lvl="8" rtl="0">
              <a:spcBef>
                <a:spcPts val="1600"/>
              </a:spcBef>
              <a:spcAft>
                <a:spcPts val="1600"/>
              </a:spcAft>
              <a:buClr>
                <a:schemeClr val="accent5"/>
              </a:buClr>
              <a:buSzPts val="1400"/>
              <a:buNone/>
              <a:defRPr>
                <a:solidFill>
                  <a:schemeClr val="accent5"/>
                </a:solidFill>
              </a:defRPr>
            </a:lvl9pPr>
          </a:lstStyle>
          <a:p/>
        </p:txBody>
      </p:sp>
      <p:sp>
        <p:nvSpPr>
          <p:cNvPr id="712" name="Google Shape;712;p39"/>
          <p:cNvSpPr txBox="1"/>
          <p:nvPr>
            <p:ph idx="4" type="subTitle"/>
          </p:nvPr>
        </p:nvSpPr>
        <p:spPr>
          <a:xfrm>
            <a:off x="5627635" y="3645247"/>
            <a:ext cx="2218500" cy="4596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Clr>
                <a:schemeClr val="accent5"/>
              </a:buClr>
              <a:buSzPts val="1600"/>
              <a:buNone/>
              <a:defRPr sz="1600">
                <a:solidFill>
                  <a:schemeClr val="accent5"/>
                </a:solidFill>
              </a:defRPr>
            </a:lvl1pPr>
            <a:lvl2pPr lvl="1" rtl="0">
              <a:spcBef>
                <a:spcPts val="0"/>
              </a:spcBef>
              <a:spcAft>
                <a:spcPts val="0"/>
              </a:spcAft>
              <a:buClr>
                <a:schemeClr val="accent5"/>
              </a:buClr>
              <a:buSzPts val="1400"/>
              <a:buNone/>
              <a:defRPr>
                <a:solidFill>
                  <a:schemeClr val="accent5"/>
                </a:solidFill>
              </a:defRPr>
            </a:lvl2pPr>
            <a:lvl3pPr lvl="2" rtl="0">
              <a:spcBef>
                <a:spcPts val="1600"/>
              </a:spcBef>
              <a:spcAft>
                <a:spcPts val="0"/>
              </a:spcAft>
              <a:buClr>
                <a:schemeClr val="accent5"/>
              </a:buClr>
              <a:buSzPts val="1400"/>
              <a:buNone/>
              <a:defRPr>
                <a:solidFill>
                  <a:schemeClr val="accent5"/>
                </a:solidFill>
              </a:defRPr>
            </a:lvl3pPr>
            <a:lvl4pPr lvl="3" rtl="0">
              <a:spcBef>
                <a:spcPts val="1600"/>
              </a:spcBef>
              <a:spcAft>
                <a:spcPts val="0"/>
              </a:spcAft>
              <a:buClr>
                <a:schemeClr val="accent5"/>
              </a:buClr>
              <a:buSzPts val="1400"/>
              <a:buNone/>
              <a:defRPr>
                <a:solidFill>
                  <a:schemeClr val="accent5"/>
                </a:solidFill>
              </a:defRPr>
            </a:lvl4pPr>
            <a:lvl5pPr lvl="4" rtl="0">
              <a:spcBef>
                <a:spcPts val="1600"/>
              </a:spcBef>
              <a:spcAft>
                <a:spcPts val="0"/>
              </a:spcAft>
              <a:buClr>
                <a:schemeClr val="accent5"/>
              </a:buClr>
              <a:buSzPts val="1400"/>
              <a:buNone/>
              <a:defRPr>
                <a:solidFill>
                  <a:schemeClr val="accent5"/>
                </a:solidFill>
              </a:defRPr>
            </a:lvl5pPr>
            <a:lvl6pPr lvl="5" rtl="0">
              <a:spcBef>
                <a:spcPts val="1600"/>
              </a:spcBef>
              <a:spcAft>
                <a:spcPts val="0"/>
              </a:spcAft>
              <a:buClr>
                <a:schemeClr val="accent5"/>
              </a:buClr>
              <a:buSzPts val="1400"/>
              <a:buNone/>
              <a:defRPr>
                <a:solidFill>
                  <a:schemeClr val="accent5"/>
                </a:solidFill>
              </a:defRPr>
            </a:lvl6pPr>
            <a:lvl7pPr lvl="6" rtl="0">
              <a:spcBef>
                <a:spcPts val="1600"/>
              </a:spcBef>
              <a:spcAft>
                <a:spcPts val="0"/>
              </a:spcAft>
              <a:buClr>
                <a:schemeClr val="accent5"/>
              </a:buClr>
              <a:buSzPts val="1400"/>
              <a:buNone/>
              <a:defRPr>
                <a:solidFill>
                  <a:schemeClr val="accent5"/>
                </a:solidFill>
              </a:defRPr>
            </a:lvl7pPr>
            <a:lvl8pPr lvl="7" rtl="0">
              <a:spcBef>
                <a:spcPts val="1600"/>
              </a:spcBef>
              <a:spcAft>
                <a:spcPts val="0"/>
              </a:spcAft>
              <a:buClr>
                <a:schemeClr val="accent5"/>
              </a:buClr>
              <a:buSzPts val="1400"/>
              <a:buNone/>
              <a:defRPr>
                <a:solidFill>
                  <a:schemeClr val="accent5"/>
                </a:solidFill>
              </a:defRPr>
            </a:lvl8pPr>
            <a:lvl9pPr lvl="8" rtl="0">
              <a:spcBef>
                <a:spcPts val="1600"/>
              </a:spcBef>
              <a:spcAft>
                <a:spcPts val="1600"/>
              </a:spcAft>
              <a:buClr>
                <a:schemeClr val="accent5"/>
              </a:buClr>
              <a:buSzPts val="1400"/>
              <a:buNone/>
              <a:defRPr>
                <a:solidFill>
                  <a:schemeClr val="accent5"/>
                </a:solidFill>
              </a:defRPr>
            </a:lvl9pPr>
          </a:lstStyle>
          <a:p/>
        </p:txBody>
      </p:sp>
      <p:sp>
        <p:nvSpPr>
          <p:cNvPr id="713" name="Google Shape;713;p39"/>
          <p:cNvSpPr txBox="1"/>
          <p:nvPr>
            <p:ph idx="5" type="subTitle"/>
          </p:nvPr>
        </p:nvSpPr>
        <p:spPr>
          <a:xfrm>
            <a:off x="2117765" y="1709641"/>
            <a:ext cx="1398600" cy="4056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None/>
              <a:defRPr b="1" sz="1800">
                <a:solidFill>
                  <a:schemeClr val="accent5"/>
                </a:solidFill>
                <a:latin typeface="Aldrich"/>
                <a:ea typeface="Aldrich"/>
                <a:cs typeface="Aldrich"/>
                <a:sym typeface="Aldrich"/>
              </a:defRPr>
            </a:lvl1pPr>
            <a:lvl2pPr lvl="1" rtl="0" algn="r">
              <a:lnSpc>
                <a:spcPct val="100000"/>
              </a:lnSpc>
              <a:spcBef>
                <a:spcPts val="0"/>
              </a:spcBef>
              <a:spcAft>
                <a:spcPts val="0"/>
              </a:spcAft>
              <a:buNone/>
              <a:defRPr b="1">
                <a:solidFill>
                  <a:schemeClr val="accent5"/>
                </a:solidFill>
                <a:latin typeface="Aldrich"/>
                <a:ea typeface="Aldrich"/>
                <a:cs typeface="Aldrich"/>
                <a:sym typeface="Aldrich"/>
              </a:defRPr>
            </a:lvl2pPr>
            <a:lvl3pPr lvl="2" rtl="0" algn="r">
              <a:lnSpc>
                <a:spcPct val="100000"/>
              </a:lnSpc>
              <a:spcBef>
                <a:spcPts val="0"/>
              </a:spcBef>
              <a:spcAft>
                <a:spcPts val="0"/>
              </a:spcAft>
              <a:buNone/>
              <a:defRPr b="1">
                <a:solidFill>
                  <a:schemeClr val="accent5"/>
                </a:solidFill>
                <a:latin typeface="Aldrich"/>
                <a:ea typeface="Aldrich"/>
                <a:cs typeface="Aldrich"/>
                <a:sym typeface="Aldrich"/>
              </a:defRPr>
            </a:lvl3pPr>
            <a:lvl4pPr lvl="3" rtl="0" algn="r">
              <a:lnSpc>
                <a:spcPct val="100000"/>
              </a:lnSpc>
              <a:spcBef>
                <a:spcPts val="0"/>
              </a:spcBef>
              <a:spcAft>
                <a:spcPts val="0"/>
              </a:spcAft>
              <a:buNone/>
              <a:defRPr b="1">
                <a:solidFill>
                  <a:schemeClr val="accent5"/>
                </a:solidFill>
                <a:latin typeface="Aldrich"/>
                <a:ea typeface="Aldrich"/>
                <a:cs typeface="Aldrich"/>
                <a:sym typeface="Aldrich"/>
              </a:defRPr>
            </a:lvl4pPr>
            <a:lvl5pPr lvl="4" rtl="0" algn="r">
              <a:lnSpc>
                <a:spcPct val="100000"/>
              </a:lnSpc>
              <a:spcBef>
                <a:spcPts val="0"/>
              </a:spcBef>
              <a:spcAft>
                <a:spcPts val="0"/>
              </a:spcAft>
              <a:buNone/>
              <a:defRPr b="1">
                <a:solidFill>
                  <a:schemeClr val="accent5"/>
                </a:solidFill>
                <a:latin typeface="Aldrich"/>
                <a:ea typeface="Aldrich"/>
                <a:cs typeface="Aldrich"/>
                <a:sym typeface="Aldrich"/>
              </a:defRPr>
            </a:lvl5pPr>
            <a:lvl6pPr lvl="5" rtl="0" algn="r">
              <a:lnSpc>
                <a:spcPct val="100000"/>
              </a:lnSpc>
              <a:spcBef>
                <a:spcPts val="0"/>
              </a:spcBef>
              <a:spcAft>
                <a:spcPts val="0"/>
              </a:spcAft>
              <a:buNone/>
              <a:defRPr b="1">
                <a:solidFill>
                  <a:schemeClr val="accent5"/>
                </a:solidFill>
                <a:latin typeface="Aldrich"/>
                <a:ea typeface="Aldrich"/>
                <a:cs typeface="Aldrich"/>
                <a:sym typeface="Aldrich"/>
              </a:defRPr>
            </a:lvl6pPr>
            <a:lvl7pPr lvl="6" rtl="0" algn="r">
              <a:lnSpc>
                <a:spcPct val="100000"/>
              </a:lnSpc>
              <a:spcBef>
                <a:spcPts val="0"/>
              </a:spcBef>
              <a:spcAft>
                <a:spcPts val="0"/>
              </a:spcAft>
              <a:buNone/>
              <a:defRPr b="1">
                <a:solidFill>
                  <a:schemeClr val="accent5"/>
                </a:solidFill>
                <a:latin typeface="Aldrich"/>
                <a:ea typeface="Aldrich"/>
                <a:cs typeface="Aldrich"/>
                <a:sym typeface="Aldrich"/>
              </a:defRPr>
            </a:lvl7pPr>
            <a:lvl8pPr lvl="7" rtl="0" algn="r">
              <a:lnSpc>
                <a:spcPct val="100000"/>
              </a:lnSpc>
              <a:spcBef>
                <a:spcPts val="0"/>
              </a:spcBef>
              <a:spcAft>
                <a:spcPts val="0"/>
              </a:spcAft>
              <a:buNone/>
              <a:defRPr b="1">
                <a:solidFill>
                  <a:schemeClr val="accent5"/>
                </a:solidFill>
                <a:latin typeface="Aldrich"/>
                <a:ea typeface="Aldrich"/>
                <a:cs typeface="Aldrich"/>
                <a:sym typeface="Aldrich"/>
              </a:defRPr>
            </a:lvl8pPr>
            <a:lvl9pPr lvl="8" rtl="0" algn="r">
              <a:lnSpc>
                <a:spcPct val="100000"/>
              </a:lnSpc>
              <a:spcBef>
                <a:spcPts val="0"/>
              </a:spcBef>
              <a:spcAft>
                <a:spcPts val="0"/>
              </a:spcAft>
              <a:buNone/>
              <a:defRPr b="1">
                <a:solidFill>
                  <a:schemeClr val="accent5"/>
                </a:solidFill>
                <a:latin typeface="Aldrich"/>
                <a:ea typeface="Aldrich"/>
                <a:cs typeface="Aldrich"/>
                <a:sym typeface="Aldrich"/>
              </a:defRPr>
            </a:lvl9pPr>
          </a:lstStyle>
          <a:p/>
        </p:txBody>
      </p:sp>
      <p:sp>
        <p:nvSpPr>
          <p:cNvPr id="714" name="Google Shape;714;p39"/>
          <p:cNvSpPr txBox="1"/>
          <p:nvPr>
            <p:ph idx="6" type="subTitle"/>
          </p:nvPr>
        </p:nvSpPr>
        <p:spPr>
          <a:xfrm>
            <a:off x="5627635" y="1709641"/>
            <a:ext cx="1398600" cy="4056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None/>
              <a:defRPr b="1" sz="1800">
                <a:solidFill>
                  <a:schemeClr val="accent5"/>
                </a:solidFill>
                <a:latin typeface="Aldrich"/>
                <a:ea typeface="Aldrich"/>
                <a:cs typeface="Aldrich"/>
                <a:sym typeface="Aldrich"/>
              </a:defRPr>
            </a:lvl1pPr>
            <a:lvl2pPr lvl="1" rtl="0">
              <a:lnSpc>
                <a:spcPct val="100000"/>
              </a:lnSpc>
              <a:spcBef>
                <a:spcPts val="0"/>
              </a:spcBef>
              <a:spcAft>
                <a:spcPts val="0"/>
              </a:spcAft>
              <a:buNone/>
              <a:defRPr b="1">
                <a:solidFill>
                  <a:schemeClr val="accent5"/>
                </a:solidFill>
                <a:latin typeface="Aldrich"/>
                <a:ea typeface="Aldrich"/>
                <a:cs typeface="Aldrich"/>
                <a:sym typeface="Aldrich"/>
              </a:defRPr>
            </a:lvl2pPr>
            <a:lvl3pPr lvl="2" rtl="0">
              <a:lnSpc>
                <a:spcPct val="100000"/>
              </a:lnSpc>
              <a:spcBef>
                <a:spcPts val="0"/>
              </a:spcBef>
              <a:spcAft>
                <a:spcPts val="0"/>
              </a:spcAft>
              <a:buNone/>
              <a:defRPr b="1">
                <a:solidFill>
                  <a:schemeClr val="accent5"/>
                </a:solidFill>
                <a:latin typeface="Aldrich"/>
                <a:ea typeface="Aldrich"/>
                <a:cs typeface="Aldrich"/>
                <a:sym typeface="Aldrich"/>
              </a:defRPr>
            </a:lvl3pPr>
            <a:lvl4pPr lvl="3" rtl="0">
              <a:lnSpc>
                <a:spcPct val="100000"/>
              </a:lnSpc>
              <a:spcBef>
                <a:spcPts val="0"/>
              </a:spcBef>
              <a:spcAft>
                <a:spcPts val="0"/>
              </a:spcAft>
              <a:buNone/>
              <a:defRPr b="1">
                <a:solidFill>
                  <a:schemeClr val="accent5"/>
                </a:solidFill>
                <a:latin typeface="Aldrich"/>
                <a:ea typeface="Aldrich"/>
                <a:cs typeface="Aldrich"/>
                <a:sym typeface="Aldrich"/>
              </a:defRPr>
            </a:lvl4pPr>
            <a:lvl5pPr lvl="4" rtl="0">
              <a:lnSpc>
                <a:spcPct val="100000"/>
              </a:lnSpc>
              <a:spcBef>
                <a:spcPts val="0"/>
              </a:spcBef>
              <a:spcAft>
                <a:spcPts val="0"/>
              </a:spcAft>
              <a:buNone/>
              <a:defRPr b="1">
                <a:solidFill>
                  <a:schemeClr val="accent5"/>
                </a:solidFill>
                <a:latin typeface="Aldrich"/>
                <a:ea typeface="Aldrich"/>
                <a:cs typeface="Aldrich"/>
                <a:sym typeface="Aldrich"/>
              </a:defRPr>
            </a:lvl5pPr>
            <a:lvl6pPr lvl="5" rtl="0">
              <a:lnSpc>
                <a:spcPct val="100000"/>
              </a:lnSpc>
              <a:spcBef>
                <a:spcPts val="0"/>
              </a:spcBef>
              <a:spcAft>
                <a:spcPts val="0"/>
              </a:spcAft>
              <a:buNone/>
              <a:defRPr b="1">
                <a:solidFill>
                  <a:schemeClr val="accent5"/>
                </a:solidFill>
                <a:latin typeface="Aldrich"/>
                <a:ea typeface="Aldrich"/>
                <a:cs typeface="Aldrich"/>
                <a:sym typeface="Aldrich"/>
              </a:defRPr>
            </a:lvl6pPr>
            <a:lvl7pPr lvl="6" rtl="0">
              <a:lnSpc>
                <a:spcPct val="100000"/>
              </a:lnSpc>
              <a:spcBef>
                <a:spcPts val="0"/>
              </a:spcBef>
              <a:spcAft>
                <a:spcPts val="0"/>
              </a:spcAft>
              <a:buNone/>
              <a:defRPr b="1">
                <a:solidFill>
                  <a:schemeClr val="accent5"/>
                </a:solidFill>
                <a:latin typeface="Aldrich"/>
                <a:ea typeface="Aldrich"/>
                <a:cs typeface="Aldrich"/>
                <a:sym typeface="Aldrich"/>
              </a:defRPr>
            </a:lvl7pPr>
            <a:lvl8pPr lvl="7" rtl="0">
              <a:lnSpc>
                <a:spcPct val="100000"/>
              </a:lnSpc>
              <a:spcBef>
                <a:spcPts val="0"/>
              </a:spcBef>
              <a:spcAft>
                <a:spcPts val="0"/>
              </a:spcAft>
              <a:buNone/>
              <a:defRPr b="1">
                <a:solidFill>
                  <a:schemeClr val="accent5"/>
                </a:solidFill>
                <a:latin typeface="Aldrich"/>
                <a:ea typeface="Aldrich"/>
                <a:cs typeface="Aldrich"/>
                <a:sym typeface="Aldrich"/>
              </a:defRPr>
            </a:lvl8pPr>
            <a:lvl9pPr lvl="8" rtl="0">
              <a:lnSpc>
                <a:spcPct val="100000"/>
              </a:lnSpc>
              <a:spcBef>
                <a:spcPts val="0"/>
              </a:spcBef>
              <a:spcAft>
                <a:spcPts val="0"/>
              </a:spcAft>
              <a:buNone/>
              <a:defRPr b="1">
                <a:solidFill>
                  <a:schemeClr val="accent5"/>
                </a:solidFill>
                <a:latin typeface="Aldrich"/>
                <a:ea typeface="Aldrich"/>
                <a:cs typeface="Aldrich"/>
                <a:sym typeface="Aldrich"/>
              </a:defRPr>
            </a:lvl9pPr>
          </a:lstStyle>
          <a:p/>
        </p:txBody>
      </p:sp>
      <p:sp>
        <p:nvSpPr>
          <p:cNvPr id="715" name="Google Shape;715;p39"/>
          <p:cNvSpPr txBox="1"/>
          <p:nvPr>
            <p:ph idx="7" type="subTitle"/>
          </p:nvPr>
        </p:nvSpPr>
        <p:spPr>
          <a:xfrm>
            <a:off x="1297865" y="2125989"/>
            <a:ext cx="2218500" cy="4596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Clr>
                <a:schemeClr val="accent5"/>
              </a:buClr>
              <a:buSzPts val="1600"/>
              <a:buNone/>
              <a:defRPr sz="1600">
                <a:solidFill>
                  <a:schemeClr val="accent5"/>
                </a:solidFill>
              </a:defRPr>
            </a:lvl1pPr>
            <a:lvl2pPr lvl="1" rtl="0">
              <a:spcBef>
                <a:spcPts val="0"/>
              </a:spcBef>
              <a:spcAft>
                <a:spcPts val="0"/>
              </a:spcAft>
              <a:buClr>
                <a:schemeClr val="accent5"/>
              </a:buClr>
              <a:buSzPts val="1400"/>
              <a:buNone/>
              <a:defRPr>
                <a:solidFill>
                  <a:schemeClr val="accent5"/>
                </a:solidFill>
              </a:defRPr>
            </a:lvl2pPr>
            <a:lvl3pPr lvl="2" rtl="0">
              <a:spcBef>
                <a:spcPts val="1600"/>
              </a:spcBef>
              <a:spcAft>
                <a:spcPts val="0"/>
              </a:spcAft>
              <a:buClr>
                <a:schemeClr val="accent5"/>
              </a:buClr>
              <a:buSzPts val="1400"/>
              <a:buNone/>
              <a:defRPr>
                <a:solidFill>
                  <a:schemeClr val="accent5"/>
                </a:solidFill>
              </a:defRPr>
            </a:lvl3pPr>
            <a:lvl4pPr lvl="3" rtl="0">
              <a:spcBef>
                <a:spcPts val="1600"/>
              </a:spcBef>
              <a:spcAft>
                <a:spcPts val="0"/>
              </a:spcAft>
              <a:buClr>
                <a:schemeClr val="accent5"/>
              </a:buClr>
              <a:buSzPts val="1400"/>
              <a:buNone/>
              <a:defRPr>
                <a:solidFill>
                  <a:schemeClr val="accent5"/>
                </a:solidFill>
              </a:defRPr>
            </a:lvl4pPr>
            <a:lvl5pPr lvl="4" rtl="0">
              <a:spcBef>
                <a:spcPts val="1600"/>
              </a:spcBef>
              <a:spcAft>
                <a:spcPts val="0"/>
              </a:spcAft>
              <a:buClr>
                <a:schemeClr val="accent5"/>
              </a:buClr>
              <a:buSzPts val="1400"/>
              <a:buNone/>
              <a:defRPr>
                <a:solidFill>
                  <a:schemeClr val="accent5"/>
                </a:solidFill>
              </a:defRPr>
            </a:lvl5pPr>
            <a:lvl6pPr lvl="5" rtl="0">
              <a:spcBef>
                <a:spcPts val="1600"/>
              </a:spcBef>
              <a:spcAft>
                <a:spcPts val="0"/>
              </a:spcAft>
              <a:buClr>
                <a:schemeClr val="accent5"/>
              </a:buClr>
              <a:buSzPts val="1400"/>
              <a:buNone/>
              <a:defRPr>
                <a:solidFill>
                  <a:schemeClr val="accent5"/>
                </a:solidFill>
              </a:defRPr>
            </a:lvl6pPr>
            <a:lvl7pPr lvl="6" rtl="0">
              <a:spcBef>
                <a:spcPts val="1600"/>
              </a:spcBef>
              <a:spcAft>
                <a:spcPts val="0"/>
              </a:spcAft>
              <a:buClr>
                <a:schemeClr val="accent5"/>
              </a:buClr>
              <a:buSzPts val="1400"/>
              <a:buNone/>
              <a:defRPr>
                <a:solidFill>
                  <a:schemeClr val="accent5"/>
                </a:solidFill>
              </a:defRPr>
            </a:lvl7pPr>
            <a:lvl8pPr lvl="7" rtl="0">
              <a:spcBef>
                <a:spcPts val="1600"/>
              </a:spcBef>
              <a:spcAft>
                <a:spcPts val="0"/>
              </a:spcAft>
              <a:buClr>
                <a:schemeClr val="accent5"/>
              </a:buClr>
              <a:buSzPts val="1400"/>
              <a:buNone/>
              <a:defRPr>
                <a:solidFill>
                  <a:schemeClr val="accent5"/>
                </a:solidFill>
              </a:defRPr>
            </a:lvl8pPr>
            <a:lvl9pPr lvl="8" rtl="0">
              <a:spcBef>
                <a:spcPts val="1600"/>
              </a:spcBef>
              <a:spcAft>
                <a:spcPts val="1600"/>
              </a:spcAft>
              <a:buClr>
                <a:schemeClr val="accent5"/>
              </a:buClr>
              <a:buSzPts val="1400"/>
              <a:buNone/>
              <a:defRPr>
                <a:solidFill>
                  <a:schemeClr val="accent5"/>
                </a:solidFill>
              </a:defRPr>
            </a:lvl9pPr>
          </a:lstStyle>
          <a:p/>
        </p:txBody>
      </p:sp>
      <p:sp>
        <p:nvSpPr>
          <p:cNvPr id="716" name="Google Shape;716;p39"/>
          <p:cNvSpPr txBox="1"/>
          <p:nvPr>
            <p:ph idx="8" type="subTitle"/>
          </p:nvPr>
        </p:nvSpPr>
        <p:spPr>
          <a:xfrm>
            <a:off x="5627635" y="2125989"/>
            <a:ext cx="2218500" cy="4596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Clr>
                <a:schemeClr val="accent5"/>
              </a:buClr>
              <a:buSzPts val="1600"/>
              <a:buNone/>
              <a:defRPr sz="1600">
                <a:solidFill>
                  <a:schemeClr val="accent5"/>
                </a:solidFill>
              </a:defRPr>
            </a:lvl1pPr>
            <a:lvl2pPr lvl="1" rtl="0">
              <a:spcBef>
                <a:spcPts val="0"/>
              </a:spcBef>
              <a:spcAft>
                <a:spcPts val="0"/>
              </a:spcAft>
              <a:buClr>
                <a:schemeClr val="accent5"/>
              </a:buClr>
              <a:buSzPts val="1400"/>
              <a:buNone/>
              <a:defRPr>
                <a:solidFill>
                  <a:schemeClr val="accent5"/>
                </a:solidFill>
              </a:defRPr>
            </a:lvl2pPr>
            <a:lvl3pPr lvl="2" rtl="0">
              <a:spcBef>
                <a:spcPts val="1600"/>
              </a:spcBef>
              <a:spcAft>
                <a:spcPts val="0"/>
              </a:spcAft>
              <a:buClr>
                <a:schemeClr val="accent5"/>
              </a:buClr>
              <a:buSzPts val="1400"/>
              <a:buNone/>
              <a:defRPr>
                <a:solidFill>
                  <a:schemeClr val="accent5"/>
                </a:solidFill>
              </a:defRPr>
            </a:lvl3pPr>
            <a:lvl4pPr lvl="3" rtl="0">
              <a:spcBef>
                <a:spcPts val="1600"/>
              </a:spcBef>
              <a:spcAft>
                <a:spcPts val="0"/>
              </a:spcAft>
              <a:buClr>
                <a:schemeClr val="accent5"/>
              </a:buClr>
              <a:buSzPts val="1400"/>
              <a:buNone/>
              <a:defRPr>
                <a:solidFill>
                  <a:schemeClr val="accent5"/>
                </a:solidFill>
              </a:defRPr>
            </a:lvl4pPr>
            <a:lvl5pPr lvl="4" rtl="0">
              <a:spcBef>
                <a:spcPts val="1600"/>
              </a:spcBef>
              <a:spcAft>
                <a:spcPts val="0"/>
              </a:spcAft>
              <a:buClr>
                <a:schemeClr val="accent5"/>
              </a:buClr>
              <a:buSzPts val="1400"/>
              <a:buNone/>
              <a:defRPr>
                <a:solidFill>
                  <a:schemeClr val="accent5"/>
                </a:solidFill>
              </a:defRPr>
            </a:lvl5pPr>
            <a:lvl6pPr lvl="5" rtl="0">
              <a:spcBef>
                <a:spcPts val="1600"/>
              </a:spcBef>
              <a:spcAft>
                <a:spcPts val="0"/>
              </a:spcAft>
              <a:buClr>
                <a:schemeClr val="accent5"/>
              </a:buClr>
              <a:buSzPts val="1400"/>
              <a:buNone/>
              <a:defRPr>
                <a:solidFill>
                  <a:schemeClr val="accent5"/>
                </a:solidFill>
              </a:defRPr>
            </a:lvl6pPr>
            <a:lvl7pPr lvl="6" rtl="0">
              <a:spcBef>
                <a:spcPts val="1600"/>
              </a:spcBef>
              <a:spcAft>
                <a:spcPts val="0"/>
              </a:spcAft>
              <a:buClr>
                <a:schemeClr val="accent5"/>
              </a:buClr>
              <a:buSzPts val="1400"/>
              <a:buNone/>
              <a:defRPr>
                <a:solidFill>
                  <a:schemeClr val="accent5"/>
                </a:solidFill>
              </a:defRPr>
            </a:lvl7pPr>
            <a:lvl8pPr lvl="7" rtl="0">
              <a:spcBef>
                <a:spcPts val="1600"/>
              </a:spcBef>
              <a:spcAft>
                <a:spcPts val="0"/>
              </a:spcAft>
              <a:buClr>
                <a:schemeClr val="accent5"/>
              </a:buClr>
              <a:buSzPts val="1400"/>
              <a:buNone/>
              <a:defRPr>
                <a:solidFill>
                  <a:schemeClr val="accent5"/>
                </a:solidFill>
              </a:defRPr>
            </a:lvl8pPr>
            <a:lvl9pPr lvl="8" rtl="0">
              <a:spcBef>
                <a:spcPts val="1600"/>
              </a:spcBef>
              <a:spcAft>
                <a:spcPts val="1600"/>
              </a:spcAft>
              <a:buClr>
                <a:schemeClr val="accent5"/>
              </a:buClr>
              <a:buSzPts val="1400"/>
              <a:buNone/>
              <a:defRPr>
                <a:solidFill>
                  <a:schemeClr val="accent5"/>
                </a:solidFill>
              </a:defRPr>
            </a:lvl9pPr>
          </a:lstStyle>
          <a:p/>
        </p:txBody>
      </p:sp>
      <p:sp>
        <p:nvSpPr>
          <p:cNvPr id="717" name="Google Shape;717;p39"/>
          <p:cNvSpPr txBox="1"/>
          <p:nvPr>
            <p:ph type="title"/>
          </p:nvPr>
        </p:nvSpPr>
        <p:spPr>
          <a:xfrm>
            <a:off x="722375" y="530750"/>
            <a:ext cx="76992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718" name="Google Shape;718;p39"/>
          <p:cNvGrpSpPr/>
          <p:nvPr/>
        </p:nvGrpSpPr>
        <p:grpSpPr>
          <a:xfrm rot="10308110">
            <a:off x="7728626" y="741469"/>
            <a:ext cx="1385958" cy="2705306"/>
            <a:chOff x="409722" y="228600"/>
            <a:chExt cx="1385931" cy="2705253"/>
          </a:xfrm>
        </p:grpSpPr>
        <p:grpSp>
          <p:nvGrpSpPr>
            <p:cNvPr id="719" name="Google Shape;719;p39"/>
            <p:cNvGrpSpPr/>
            <p:nvPr/>
          </p:nvGrpSpPr>
          <p:grpSpPr>
            <a:xfrm flipH="1" rot="-617154">
              <a:off x="575967" y="402323"/>
              <a:ext cx="1053440" cy="2450002"/>
              <a:chOff x="3817855" y="1437512"/>
              <a:chExt cx="541146" cy="1128254"/>
            </a:xfrm>
          </p:grpSpPr>
          <p:sp>
            <p:nvSpPr>
              <p:cNvPr id="720" name="Google Shape;720;p39"/>
              <p:cNvSpPr/>
              <p:nvPr/>
            </p:nvSpPr>
            <p:spPr>
              <a:xfrm>
                <a:off x="3817855" y="1437512"/>
                <a:ext cx="541146" cy="1128254"/>
              </a:xfrm>
              <a:custGeom>
                <a:rect b="b" l="l" r="r" t="t"/>
                <a:pathLst>
                  <a:path extrusionOk="0" h="59625" w="28598">
                    <a:moveTo>
                      <a:pt x="101" y="0"/>
                    </a:moveTo>
                    <a:lnTo>
                      <a:pt x="1" y="426"/>
                    </a:lnTo>
                    <a:cubicBezTo>
                      <a:pt x="16066" y="3359"/>
                      <a:pt x="28197" y="17344"/>
                      <a:pt x="28197" y="34161"/>
                    </a:cubicBezTo>
                    <a:lnTo>
                      <a:pt x="28197" y="34462"/>
                    </a:lnTo>
                    <a:cubicBezTo>
                      <a:pt x="28096" y="44286"/>
                      <a:pt x="23911" y="53058"/>
                      <a:pt x="17219" y="59324"/>
                    </a:cubicBezTo>
                    <a:lnTo>
                      <a:pt x="17545" y="59625"/>
                    </a:lnTo>
                    <a:cubicBezTo>
                      <a:pt x="24212" y="53359"/>
                      <a:pt x="28497" y="44386"/>
                      <a:pt x="28598" y="34462"/>
                    </a:cubicBezTo>
                    <a:lnTo>
                      <a:pt x="28598" y="34161"/>
                    </a:lnTo>
                    <a:cubicBezTo>
                      <a:pt x="28598" y="17143"/>
                      <a:pt x="16292" y="2933"/>
                      <a:pt x="10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p39"/>
              <p:cNvSpPr/>
              <p:nvPr/>
            </p:nvSpPr>
            <p:spPr>
              <a:xfrm>
                <a:off x="3985754" y="1615346"/>
                <a:ext cx="39378" cy="29898"/>
              </a:xfrm>
              <a:custGeom>
                <a:rect b="b" l="l" r="r" t="t"/>
                <a:pathLst>
                  <a:path extrusionOk="0" h="1580" w="2081">
                    <a:moveTo>
                      <a:pt x="1053" y="1"/>
                    </a:moveTo>
                    <a:cubicBezTo>
                      <a:pt x="0" y="1"/>
                      <a:pt x="0" y="1580"/>
                      <a:pt x="1053" y="1580"/>
                    </a:cubicBezTo>
                    <a:cubicBezTo>
                      <a:pt x="2080" y="1580"/>
                      <a:pt x="2080" y="1"/>
                      <a:pt x="105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22" name="Google Shape;722;p39"/>
            <p:cNvSpPr/>
            <p:nvPr/>
          </p:nvSpPr>
          <p:spPr>
            <a:xfrm>
              <a:off x="1419225" y="228600"/>
              <a:ext cx="142800" cy="1428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3" name="Google Shape;723;p39"/>
          <p:cNvGrpSpPr/>
          <p:nvPr/>
        </p:nvGrpSpPr>
        <p:grpSpPr>
          <a:xfrm rot="-2972274">
            <a:off x="538275" y="2810662"/>
            <a:ext cx="1386048" cy="2705483"/>
            <a:chOff x="409722" y="228600"/>
            <a:chExt cx="1385931" cy="2705253"/>
          </a:xfrm>
        </p:grpSpPr>
        <p:grpSp>
          <p:nvGrpSpPr>
            <p:cNvPr id="724" name="Google Shape;724;p39"/>
            <p:cNvGrpSpPr/>
            <p:nvPr/>
          </p:nvGrpSpPr>
          <p:grpSpPr>
            <a:xfrm flipH="1" rot="-617154">
              <a:off x="575967" y="402323"/>
              <a:ext cx="1053440" cy="2450002"/>
              <a:chOff x="3817855" y="1437512"/>
              <a:chExt cx="541146" cy="1128254"/>
            </a:xfrm>
          </p:grpSpPr>
          <p:sp>
            <p:nvSpPr>
              <p:cNvPr id="725" name="Google Shape;725;p39"/>
              <p:cNvSpPr/>
              <p:nvPr/>
            </p:nvSpPr>
            <p:spPr>
              <a:xfrm>
                <a:off x="3817855" y="1437512"/>
                <a:ext cx="541146" cy="1128254"/>
              </a:xfrm>
              <a:custGeom>
                <a:rect b="b" l="l" r="r" t="t"/>
                <a:pathLst>
                  <a:path extrusionOk="0" h="59625" w="28598">
                    <a:moveTo>
                      <a:pt x="101" y="0"/>
                    </a:moveTo>
                    <a:lnTo>
                      <a:pt x="1" y="426"/>
                    </a:lnTo>
                    <a:cubicBezTo>
                      <a:pt x="16066" y="3359"/>
                      <a:pt x="28197" y="17344"/>
                      <a:pt x="28197" y="34161"/>
                    </a:cubicBezTo>
                    <a:lnTo>
                      <a:pt x="28197" y="34462"/>
                    </a:lnTo>
                    <a:cubicBezTo>
                      <a:pt x="28096" y="44286"/>
                      <a:pt x="23911" y="53058"/>
                      <a:pt x="17219" y="59324"/>
                    </a:cubicBezTo>
                    <a:lnTo>
                      <a:pt x="17545" y="59625"/>
                    </a:lnTo>
                    <a:cubicBezTo>
                      <a:pt x="24212" y="53359"/>
                      <a:pt x="28497" y="44386"/>
                      <a:pt x="28598" y="34462"/>
                    </a:cubicBezTo>
                    <a:lnTo>
                      <a:pt x="28598" y="34161"/>
                    </a:lnTo>
                    <a:cubicBezTo>
                      <a:pt x="28598" y="17143"/>
                      <a:pt x="16292" y="2933"/>
                      <a:pt x="10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39"/>
              <p:cNvSpPr/>
              <p:nvPr/>
            </p:nvSpPr>
            <p:spPr>
              <a:xfrm>
                <a:off x="3985754" y="1615346"/>
                <a:ext cx="39378" cy="29898"/>
              </a:xfrm>
              <a:custGeom>
                <a:rect b="b" l="l" r="r" t="t"/>
                <a:pathLst>
                  <a:path extrusionOk="0" h="1580" w="2081">
                    <a:moveTo>
                      <a:pt x="1053" y="1"/>
                    </a:moveTo>
                    <a:cubicBezTo>
                      <a:pt x="0" y="1"/>
                      <a:pt x="0" y="1580"/>
                      <a:pt x="1053" y="1580"/>
                    </a:cubicBezTo>
                    <a:cubicBezTo>
                      <a:pt x="2080" y="1580"/>
                      <a:pt x="2080" y="1"/>
                      <a:pt x="105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27" name="Google Shape;727;p39"/>
            <p:cNvSpPr/>
            <p:nvPr/>
          </p:nvSpPr>
          <p:spPr>
            <a:xfrm>
              <a:off x="1419225" y="228600"/>
              <a:ext cx="142800" cy="1428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1">
  <p:cSld name="CUSTOM_16">
    <p:spTree>
      <p:nvGrpSpPr>
        <p:cNvPr id="728" name="Shape 728"/>
        <p:cNvGrpSpPr/>
        <p:nvPr/>
      </p:nvGrpSpPr>
      <p:grpSpPr>
        <a:xfrm>
          <a:off x="0" y="0"/>
          <a:ext cx="0" cy="0"/>
          <a:chOff x="0" y="0"/>
          <a:chExt cx="0" cy="0"/>
        </a:xfrm>
      </p:grpSpPr>
      <p:grpSp>
        <p:nvGrpSpPr>
          <p:cNvPr id="729" name="Google Shape;729;p40"/>
          <p:cNvGrpSpPr/>
          <p:nvPr/>
        </p:nvGrpSpPr>
        <p:grpSpPr>
          <a:xfrm flipH="1">
            <a:off x="-9513" y="-6"/>
            <a:ext cx="9177947" cy="5143519"/>
            <a:chOff x="-9513" y="-6"/>
            <a:chExt cx="9177947" cy="5143519"/>
          </a:xfrm>
        </p:grpSpPr>
        <p:sp>
          <p:nvSpPr>
            <p:cNvPr id="730" name="Google Shape;730;p40"/>
            <p:cNvSpPr/>
            <p:nvPr/>
          </p:nvSpPr>
          <p:spPr>
            <a:xfrm>
              <a:off x="319050" y="283350"/>
              <a:ext cx="8505900" cy="4576800"/>
            </a:xfrm>
            <a:prstGeom prst="roundRect">
              <a:avLst>
                <a:gd fmla="val 3396" name="adj"/>
              </a:avLst>
            </a:prstGeom>
            <a:solidFill>
              <a:schemeClr val="accent4"/>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 name="Google Shape;731;p40"/>
            <p:cNvSpPr/>
            <p:nvPr/>
          </p:nvSpPr>
          <p:spPr>
            <a:xfrm flipH="1">
              <a:off x="109125" y="2"/>
              <a:ext cx="1612254" cy="1208486"/>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 name="Google Shape;732;p40"/>
            <p:cNvSpPr/>
            <p:nvPr/>
          </p:nvSpPr>
          <p:spPr>
            <a:xfrm flipH="1">
              <a:off x="1100819" y="-6"/>
              <a:ext cx="1250789" cy="937634"/>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40"/>
            <p:cNvSpPr/>
            <p:nvPr/>
          </p:nvSpPr>
          <p:spPr>
            <a:xfrm flipH="1">
              <a:off x="6750722" y="3878776"/>
              <a:ext cx="1664900" cy="1264737"/>
            </a:xfrm>
            <a:custGeom>
              <a:rect b="b" l="l" r="r" t="t"/>
              <a:pathLst>
                <a:path extrusionOk="0" h="19743" w="24157">
                  <a:moveTo>
                    <a:pt x="1676" y="0"/>
                  </a:moveTo>
                  <a:cubicBezTo>
                    <a:pt x="1185" y="0"/>
                    <a:pt x="818" y="164"/>
                    <a:pt x="491" y="532"/>
                  </a:cubicBezTo>
                  <a:cubicBezTo>
                    <a:pt x="0" y="1022"/>
                    <a:pt x="0" y="2044"/>
                    <a:pt x="654" y="2575"/>
                  </a:cubicBezTo>
                  <a:lnTo>
                    <a:pt x="19742" y="19743"/>
                  </a:lnTo>
                  <a:lnTo>
                    <a:pt x="24157" y="19743"/>
                  </a:lnTo>
                  <a:lnTo>
                    <a:pt x="2534" y="327"/>
                  </a:lnTo>
                  <a:cubicBezTo>
                    <a:pt x="2371" y="0"/>
                    <a:pt x="2044" y="0"/>
                    <a:pt x="1676"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 name="Google Shape;734;p40"/>
            <p:cNvSpPr/>
            <p:nvPr/>
          </p:nvSpPr>
          <p:spPr>
            <a:xfrm flipH="1" rot="10800000">
              <a:off x="8024650" y="2432841"/>
              <a:ext cx="1143784" cy="1085055"/>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40"/>
            <p:cNvSpPr/>
            <p:nvPr/>
          </p:nvSpPr>
          <p:spPr>
            <a:xfrm flipH="1" rot="10800000">
              <a:off x="8024650" y="259818"/>
              <a:ext cx="1143784" cy="1085055"/>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p40"/>
            <p:cNvSpPr/>
            <p:nvPr/>
          </p:nvSpPr>
          <p:spPr>
            <a:xfrm flipH="1">
              <a:off x="-9513" y="2600324"/>
              <a:ext cx="1196082" cy="1134709"/>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37" name="Google Shape;737;p40"/>
          <p:cNvGrpSpPr/>
          <p:nvPr/>
        </p:nvGrpSpPr>
        <p:grpSpPr>
          <a:xfrm>
            <a:off x="4281415" y="75177"/>
            <a:ext cx="581170" cy="125403"/>
            <a:chOff x="4685288" y="186288"/>
            <a:chExt cx="419375" cy="90485"/>
          </a:xfrm>
        </p:grpSpPr>
        <p:sp>
          <p:nvSpPr>
            <p:cNvPr id="738" name="Google Shape;738;p40"/>
            <p:cNvSpPr/>
            <p:nvPr/>
          </p:nvSpPr>
          <p:spPr>
            <a:xfrm>
              <a:off x="4687513" y="186288"/>
              <a:ext cx="414900" cy="822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39" name="Google Shape;739;p40"/>
            <p:cNvGrpSpPr/>
            <p:nvPr/>
          </p:nvGrpSpPr>
          <p:grpSpPr>
            <a:xfrm>
              <a:off x="4685288" y="186300"/>
              <a:ext cx="419375" cy="90473"/>
              <a:chOff x="4390000" y="182175"/>
              <a:chExt cx="419375" cy="90473"/>
            </a:xfrm>
          </p:grpSpPr>
          <p:sp>
            <p:nvSpPr>
              <p:cNvPr id="740" name="Google Shape;740;p40"/>
              <p:cNvSpPr/>
              <p:nvPr/>
            </p:nvSpPr>
            <p:spPr>
              <a:xfrm>
                <a:off x="4390000" y="182175"/>
                <a:ext cx="419375" cy="90473"/>
              </a:xfrm>
              <a:custGeom>
                <a:rect b="b" l="l" r="r" t="t"/>
                <a:pathLst>
                  <a:path extrusionOk="0" h="1906" w="8835">
                    <a:moveTo>
                      <a:pt x="7882" y="155"/>
                    </a:moveTo>
                    <a:cubicBezTo>
                      <a:pt x="8323" y="155"/>
                      <a:pt x="8680" y="512"/>
                      <a:pt x="8680" y="953"/>
                    </a:cubicBezTo>
                    <a:cubicBezTo>
                      <a:pt x="8680" y="1393"/>
                      <a:pt x="8323" y="1750"/>
                      <a:pt x="7882" y="1750"/>
                    </a:cubicBezTo>
                    <a:lnTo>
                      <a:pt x="953" y="1750"/>
                    </a:lnTo>
                    <a:cubicBezTo>
                      <a:pt x="512" y="1750"/>
                      <a:pt x="155" y="1393"/>
                      <a:pt x="155" y="953"/>
                    </a:cubicBezTo>
                    <a:cubicBezTo>
                      <a:pt x="155" y="512"/>
                      <a:pt x="512" y="155"/>
                      <a:pt x="953" y="155"/>
                    </a:cubicBezTo>
                    <a:close/>
                    <a:moveTo>
                      <a:pt x="953" y="0"/>
                    </a:moveTo>
                    <a:cubicBezTo>
                      <a:pt x="429" y="0"/>
                      <a:pt x="0" y="429"/>
                      <a:pt x="0" y="953"/>
                    </a:cubicBezTo>
                    <a:cubicBezTo>
                      <a:pt x="0" y="1476"/>
                      <a:pt x="429" y="1905"/>
                      <a:pt x="953" y="1905"/>
                    </a:cubicBezTo>
                    <a:lnTo>
                      <a:pt x="7882" y="1905"/>
                    </a:lnTo>
                    <a:cubicBezTo>
                      <a:pt x="8406" y="1905"/>
                      <a:pt x="8835" y="1476"/>
                      <a:pt x="8835" y="953"/>
                    </a:cubicBezTo>
                    <a:cubicBezTo>
                      <a:pt x="8835" y="429"/>
                      <a:pt x="8406" y="0"/>
                      <a:pt x="7882"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 name="Google Shape;741;p40"/>
              <p:cNvSpPr/>
              <p:nvPr/>
            </p:nvSpPr>
            <p:spPr>
              <a:xfrm>
                <a:off x="4464048" y="201352"/>
                <a:ext cx="52024" cy="52072"/>
              </a:xfrm>
              <a:custGeom>
                <a:rect b="b" l="l" r="r" t="t"/>
                <a:pathLst>
                  <a:path extrusionOk="0" h="1097" w="1096">
                    <a:moveTo>
                      <a:pt x="548" y="144"/>
                    </a:moveTo>
                    <a:cubicBezTo>
                      <a:pt x="774" y="144"/>
                      <a:pt x="953" y="322"/>
                      <a:pt x="953" y="549"/>
                    </a:cubicBezTo>
                    <a:cubicBezTo>
                      <a:pt x="953" y="763"/>
                      <a:pt x="774" y="941"/>
                      <a:pt x="548" y="941"/>
                    </a:cubicBezTo>
                    <a:cubicBezTo>
                      <a:pt x="333" y="941"/>
                      <a:pt x="155" y="763"/>
                      <a:pt x="155" y="549"/>
                    </a:cubicBezTo>
                    <a:cubicBezTo>
                      <a:pt x="155" y="322"/>
                      <a:pt x="333" y="144"/>
                      <a:pt x="548" y="144"/>
                    </a:cubicBezTo>
                    <a:close/>
                    <a:moveTo>
                      <a:pt x="548" y="1"/>
                    </a:moveTo>
                    <a:cubicBezTo>
                      <a:pt x="250" y="1"/>
                      <a:pt x="0" y="251"/>
                      <a:pt x="0" y="549"/>
                    </a:cubicBezTo>
                    <a:cubicBezTo>
                      <a:pt x="0" y="846"/>
                      <a:pt x="250" y="1096"/>
                      <a:pt x="548" y="1096"/>
                    </a:cubicBezTo>
                    <a:cubicBezTo>
                      <a:pt x="845" y="1096"/>
                      <a:pt x="1095" y="846"/>
                      <a:pt x="1095" y="549"/>
                    </a:cubicBezTo>
                    <a:cubicBezTo>
                      <a:pt x="1095" y="251"/>
                      <a:pt x="845" y="1"/>
                      <a:pt x="54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742" name="Google Shape;742;p40"/>
          <p:cNvSpPr txBox="1"/>
          <p:nvPr>
            <p:ph type="title"/>
          </p:nvPr>
        </p:nvSpPr>
        <p:spPr>
          <a:xfrm>
            <a:off x="722375" y="530750"/>
            <a:ext cx="76992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43" name="Google Shape;743;p40"/>
          <p:cNvSpPr txBox="1"/>
          <p:nvPr>
            <p:ph idx="2" type="title"/>
          </p:nvPr>
        </p:nvSpPr>
        <p:spPr>
          <a:xfrm>
            <a:off x="712511" y="1629449"/>
            <a:ext cx="1929300" cy="5925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800"/>
              <a:buNone/>
              <a:defRPr b="1" sz="1800"/>
            </a:lvl1pPr>
            <a:lvl2pPr lvl="1" rtl="0">
              <a:spcBef>
                <a:spcPts val="0"/>
              </a:spcBef>
              <a:spcAft>
                <a:spcPts val="0"/>
              </a:spcAft>
              <a:buClr>
                <a:schemeClr val="accent5"/>
              </a:buClr>
              <a:buSzPts val="1800"/>
              <a:buNone/>
              <a:defRPr sz="1800">
                <a:solidFill>
                  <a:schemeClr val="accent5"/>
                </a:solidFill>
              </a:defRPr>
            </a:lvl2pPr>
            <a:lvl3pPr lvl="2" rtl="0">
              <a:spcBef>
                <a:spcPts val="0"/>
              </a:spcBef>
              <a:spcAft>
                <a:spcPts val="0"/>
              </a:spcAft>
              <a:buClr>
                <a:schemeClr val="accent5"/>
              </a:buClr>
              <a:buSzPts val="1800"/>
              <a:buNone/>
              <a:defRPr sz="1800">
                <a:solidFill>
                  <a:schemeClr val="accent5"/>
                </a:solidFill>
              </a:defRPr>
            </a:lvl3pPr>
            <a:lvl4pPr lvl="3" rtl="0">
              <a:spcBef>
                <a:spcPts val="0"/>
              </a:spcBef>
              <a:spcAft>
                <a:spcPts val="0"/>
              </a:spcAft>
              <a:buClr>
                <a:schemeClr val="accent5"/>
              </a:buClr>
              <a:buSzPts val="1800"/>
              <a:buNone/>
              <a:defRPr sz="1800">
                <a:solidFill>
                  <a:schemeClr val="accent5"/>
                </a:solidFill>
              </a:defRPr>
            </a:lvl4pPr>
            <a:lvl5pPr lvl="4" rtl="0">
              <a:spcBef>
                <a:spcPts val="0"/>
              </a:spcBef>
              <a:spcAft>
                <a:spcPts val="0"/>
              </a:spcAft>
              <a:buClr>
                <a:schemeClr val="accent5"/>
              </a:buClr>
              <a:buSzPts val="1800"/>
              <a:buNone/>
              <a:defRPr sz="1800">
                <a:solidFill>
                  <a:schemeClr val="accent5"/>
                </a:solidFill>
              </a:defRPr>
            </a:lvl5pPr>
            <a:lvl6pPr lvl="5" rtl="0">
              <a:spcBef>
                <a:spcPts val="0"/>
              </a:spcBef>
              <a:spcAft>
                <a:spcPts val="0"/>
              </a:spcAft>
              <a:buClr>
                <a:schemeClr val="accent5"/>
              </a:buClr>
              <a:buSzPts val="1800"/>
              <a:buNone/>
              <a:defRPr sz="1800">
                <a:solidFill>
                  <a:schemeClr val="accent5"/>
                </a:solidFill>
              </a:defRPr>
            </a:lvl6pPr>
            <a:lvl7pPr lvl="6" rtl="0">
              <a:spcBef>
                <a:spcPts val="0"/>
              </a:spcBef>
              <a:spcAft>
                <a:spcPts val="0"/>
              </a:spcAft>
              <a:buClr>
                <a:schemeClr val="accent5"/>
              </a:buClr>
              <a:buSzPts val="1800"/>
              <a:buNone/>
              <a:defRPr sz="1800">
                <a:solidFill>
                  <a:schemeClr val="accent5"/>
                </a:solidFill>
              </a:defRPr>
            </a:lvl7pPr>
            <a:lvl8pPr lvl="7" rtl="0">
              <a:spcBef>
                <a:spcPts val="0"/>
              </a:spcBef>
              <a:spcAft>
                <a:spcPts val="0"/>
              </a:spcAft>
              <a:buClr>
                <a:schemeClr val="accent5"/>
              </a:buClr>
              <a:buSzPts val="1800"/>
              <a:buNone/>
              <a:defRPr sz="1800">
                <a:solidFill>
                  <a:schemeClr val="accent5"/>
                </a:solidFill>
              </a:defRPr>
            </a:lvl8pPr>
            <a:lvl9pPr lvl="8" rtl="0">
              <a:spcBef>
                <a:spcPts val="0"/>
              </a:spcBef>
              <a:spcAft>
                <a:spcPts val="0"/>
              </a:spcAft>
              <a:buClr>
                <a:schemeClr val="accent5"/>
              </a:buClr>
              <a:buSzPts val="1800"/>
              <a:buNone/>
              <a:defRPr sz="1800">
                <a:solidFill>
                  <a:schemeClr val="accent5"/>
                </a:solidFill>
              </a:defRPr>
            </a:lvl9pPr>
          </a:lstStyle>
          <a:p/>
        </p:txBody>
      </p:sp>
      <p:sp>
        <p:nvSpPr>
          <p:cNvPr id="744" name="Google Shape;744;p40"/>
          <p:cNvSpPr txBox="1"/>
          <p:nvPr>
            <p:ph idx="1" type="subTitle"/>
          </p:nvPr>
        </p:nvSpPr>
        <p:spPr>
          <a:xfrm>
            <a:off x="712511" y="3429438"/>
            <a:ext cx="1929300" cy="729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800"/>
              <a:buNone/>
              <a:defRPr sz="16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p:txBody>
      </p:sp>
      <p:sp>
        <p:nvSpPr>
          <p:cNvPr id="745" name="Google Shape;745;p40"/>
          <p:cNvSpPr txBox="1"/>
          <p:nvPr>
            <p:ph idx="3" type="title"/>
          </p:nvPr>
        </p:nvSpPr>
        <p:spPr>
          <a:xfrm>
            <a:off x="2640569" y="1630277"/>
            <a:ext cx="1929300" cy="5925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800"/>
              <a:buNone/>
              <a:defRPr b="1" sz="1800"/>
            </a:lvl1pPr>
            <a:lvl2pPr lvl="1" rtl="0">
              <a:spcBef>
                <a:spcPts val="0"/>
              </a:spcBef>
              <a:spcAft>
                <a:spcPts val="0"/>
              </a:spcAft>
              <a:buClr>
                <a:schemeClr val="accent5"/>
              </a:buClr>
              <a:buSzPts val="1800"/>
              <a:buNone/>
              <a:defRPr sz="1800">
                <a:solidFill>
                  <a:schemeClr val="accent5"/>
                </a:solidFill>
              </a:defRPr>
            </a:lvl2pPr>
            <a:lvl3pPr lvl="2" rtl="0">
              <a:spcBef>
                <a:spcPts val="0"/>
              </a:spcBef>
              <a:spcAft>
                <a:spcPts val="0"/>
              </a:spcAft>
              <a:buClr>
                <a:schemeClr val="accent5"/>
              </a:buClr>
              <a:buSzPts val="1800"/>
              <a:buNone/>
              <a:defRPr sz="1800">
                <a:solidFill>
                  <a:schemeClr val="accent5"/>
                </a:solidFill>
              </a:defRPr>
            </a:lvl3pPr>
            <a:lvl4pPr lvl="3" rtl="0">
              <a:spcBef>
                <a:spcPts val="0"/>
              </a:spcBef>
              <a:spcAft>
                <a:spcPts val="0"/>
              </a:spcAft>
              <a:buClr>
                <a:schemeClr val="accent5"/>
              </a:buClr>
              <a:buSzPts val="1800"/>
              <a:buNone/>
              <a:defRPr sz="1800">
                <a:solidFill>
                  <a:schemeClr val="accent5"/>
                </a:solidFill>
              </a:defRPr>
            </a:lvl4pPr>
            <a:lvl5pPr lvl="4" rtl="0">
              <a:spcBef>
                <a:spcPts val="0"/>
              </a:spcBef>
              <a:spcAft>
                <a:spcPts val="0"/>
              </a:spcAft>
              <a:buClr>
                <a:schemeClr val="accent5"/>
              </a:buClr>
              <a:buSzPts val="1800"/>
              <a:buNone/>
              <a:defRPr sz="1800">
                <a:solidFill>
                  <a:schemeClr val="accent5"/>
                </a:solidFill>
              </a:defRPr>
            </a:lvl5pPr>
            <a:lvl6pPr lvl="5" rtl="0">
              <a:spcBef>
                <a:spcPts val="0"/>
              </a:spcBef>
              <a:spcAft>
                <a:spcPts val="0"/>
              </a:spcAft>
              <a:buClr>
                <a:schemeClr val="accent5"/>
              </a:buClr>
              <a:buSzPts val="1800"/>
              <a:buNone/>
              <a:defRPr sz="1800">
                <a:solidFill>
                  <a:schemeClr val="accent5"/>
                </a:solidFill>
              </a:defRPr>
            </a:lvl6pPr>
            <a:lvl7pPr lvl="6" rtl="0">
              <a:spcBef>
                <a:spcPts val="0"/>
              </a:spcBef>
              <a:spcAft>
                <a:spcPts val="0"/>
              </a:spcAft>
              <a:buClr>
                <a:schemeClr val="accent5"/>
              </a:buClr>
              <a:buSzPts val="1800"/>
              <a:buNone/>
              <a:defRPr sz="1800">
                <a:solidFill>
                  <a:schemeClr val="accent5"/>
                </a:solidFill>
              </a:defRPr>
            </a:lvl7pPr>
            <a:lvl8pPr lvl="7" rtl="0">
              <a:spcBef>
                <a:spcPts val="0"/>
              </a:spcBef>
              <a:spcAft>
                <a:spcPts val="0"/>
              </a:spcAft>
              <a:buClr>
                <a:schemeClr val="accent5"/>
              </a:buClr>
              <a:buSzPts val="1800"/>
              <a:buNone/>
              <a:defRPr sz="1800">
                <a:solidFill>
                  <a:schemeClr val="accent5"/>
                </a:solidFill>
              </a:defRPr>
            </a:lvl8pPr>
            <a:lvl9pPr lvl="8" rtl="0">
              <a:spcBef>
                <a:spcPts val="0"/>
              </a:spcBef>
              <a:spcAft>
                <a:spcPts val="0"/>
              </a:spcAft>
              <a:buClr>
                <a:schemeClr val="accent5"/>
              </a:buClr>
              <a:buSzPts val="1800"/>
              <a:buNone/>
              <a:defRPr sz="1800">
                <a:solidFill>
                  <a:schemeClr val="accent5"/>
                </a:solidFill>
              </a:defRPr>
            </a:lvl9pPr>
          </a:lstStyle>
          <a:p/>
        </p:txBody>
      </p:sp>
      <p:sp>
        <p:nvSpPr>
          <p:cNvPr id="746" name="Google Shape;746;p40"/>
          <p:cNvSpPr txBox="1"/>
          <p:nvPr>
            <p:ph idx="4" type="subTitle"/>
          </p:nvPr>
        </p:nvSpPr>
        <p:spPr>
          <a:xfrm>
            <a:off x="2640569" y="3430175"/>
            <a:ext cx="1929300" cy="729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800"/>
              <a:buNone/>
              <a:defRPr sz="16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p:txBody>
      </p:sp>
      <p:sp>
        <p:nvSpPr>
          <p:cNvPr id="747" name="Google Shape;747;p40"/>
          <p:cNvSpPr txBox="1"/>
          <p:nvPr>
            <p:ph idx="5" type="title"/>
          </p:nvPr>
        </p:nvSpPr>
        <p:spPr>
          <a:xfrm>
            <a:off x="4568627" y="1629463"/>
            <a:ext cx="1929300" cy="5925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800"/>
              <a:buNone/>
              <a:defRPr b="1" sz="1800"/>
            </a:lvl1pPr>
            <a:lvl2pPr lvl="1" rtl="0">
              <a:spcBef>
                <a:spcPts val="0"/>
              </a:spcBef>
              <a:spcAft>
                <a:spcPts val="0"/>
              </a:spcAft>
              <a:buClr>
                <a:schemeClr val="accent5"/>
              </a:buClr>
              <a:buSzPts val="1800"/>
              <a:buNone/>
              <a:defRPr sz="1800">
                <a:solidFill>
                  <a:schemeClr val="accent5"/>
                </a:solidFill>
              </a:defRPr>
            </a:lvl2pPr>
            <a:lvl3pPr lvl="2" rtl="0">
              <a:spcBef>
                <a:spcPts val="0"/>
              </a:spcBef>
              <a:spcAft>
                <a:spcPts val="0"/>
              </a:spcAft>
              <a:buClr>
                <a:schemeClr val="accent5"/>
              </a:buClr>
              <a:buSzPts val="1800"/>
              <a:buNone/>
              <a:defRPr sz="1800">
                <a:solidFill>
                  <a:schemeClr val="accent5"/>
                </a:solidFill>
              </a:defRPr>
            </a:lvl3pPr>
            <a:lvl4pPr lvl="3" rtl="0">
              <a:spcBef>
                <a:spcPts val="0"/>
              </a:spcBef>
              <a:spcAft>
                <a:spcPts val="0"/>
              </a:spcAft>
              <a:buClr>
                <a:schemeClr val="accent5"/>
              </a:buClr>
              <a:buSzPts val="1800"/>
              <a:buNone/>
              <a:defRPr sz="1800">
                <a:solidFill>
                  <a:schemeClr val="accent5"/>
                </a:solidFill>
              </a:defRPr>
            </a:lvl4pPr>
            <a:lvl5pPr lvl="4" rtl="0">
              <a:spcBef>
                <a:spcPts val="0"/>
              </a:spcBef>
              <a:spcAft>
                <a:spcPts val="0"/>
              </a:spcAft>
              <a:buClr>
                <a:schemeClr val="accent5"/>
              </a:buClr>
              <a:buSzPts val="1800"/>
              <a:buNone/>
              <a:defRPr sz="1800">
                <a:solidFill>
                  <a:schemeClr val="accent5"/>
                </a:solidFill>
              </a:defRPr>
            </a:lvl5pPr>
            <a:lvl6pPr lvl="5" rtl="0">
              <a:spcBef>
                <a:spcPts val="0"/>
              </a:spcBef>
              <a:spcAft>
                <a:spcPts val="0"/>
              </a:spcAft>
              <a:buClr>
                <a:schemeClr val="accent5"/>
              </a:buClr>
              <a:buSzPts val="1800"/>
              <a:buNone/>
              <a:defRPr sz="1800">
                <a:solidFill>
                  <a:schemeClr val="accent5"/>
                </a:solidFill>
              </a:defRPr>
            </a:lvl6pPr>
            <a:lvl7pPr lvl="6" rtl="0">
              <a:spcBef>
                <a:spcPts val="0"/>
              </a:spcBef>
              <a:spcAft>
                <a:spcPts val="0"/>
              </a:spcAft>
              <a:buClr>
                <a:schemeClr val="accent5"/>
              </a:buClr>
              <a:buSzPts val="1800"/>
              <a:buNone/>
              <a:defRPr sz="1800">
                <a:solidFill>
                  <a:schemeClr val="accent5"/>
                </a:solidFill>
              </a:defRPr>
            </a:lvl7pPr>
            <a:lvl8pPr lvl="7" rtl="0">
              <a:spcBef>
                <a:spcPts val="0"/>
              </a:spcBef>
              <a:spcAft>
                <a:spcPts val="0"/>
              </a:spcAft>
              <a:buClr>
                <a:schemeClr val="accent5"/>
              </a:buClr>
              <a:buSzPts val="1800"/>
              <a:buNone/>
              <a:defRPr sz="1800">
                <a:solidFill>
                  <a:schemeClr val="accent5"/>
                </a:solidFill>
              </a:defRPr>
            </a:lvl8pPr>
            <a:lvl9pPr lvl="8" rtl="0">
              <a:spcBef>
                <a:spcPts val="0"/>
              </a:spcBef>
              <a:spcAft>
                <a:spcPts val="0"/>
              </a:spcAft>
              <a:buClr>
                <a:schemeClr val="accent5"/>
              </a:buClr>
              <a:buSzPts val="1800"/>
              <a:buNone/>
              <a:defRPr sz="1800">
                <a:solidFill>
                  <a:schemeClr val="accent5"/>
                </a:solidFill>
              </a:defRPr>
            </a:lvl9pPr>
          </a:lstStyle>
          <a:p/>
        </p:txBody>
      </p:sp>
      <p:sp>
        <p:nvSpPr>
          <p:cNvPr id="748" name="Google Shape;748;p40"/>
          <p:cNvSpPr txBox="1"/>
          <p:nvPr>
            <p:ph idx="6" type="subTitle"/>
          </p:nvPr>
        </p:nvSpPr>
        <p:spPr>
          <a:xfrm>
            <a:off x="4568627" y="3429450"/>
            <a:ext cx="1929300" cy="729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800"/>
              <a:buNone/>
              <a:defRPr sz="16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p:txBody>
      </p:sp>
      <p:sp>
        <p:nvSpPr>
          <p:cNvPr id="749" name="Google Shape;749;p40"/>
          <p:cNvSpPr txBox="1"/>
          <p:nvPr>
            <p:ph idx="7" type="title"/>
          </p:nvPr>
        </p:nvSpPr>
        <p:spPr>
          <a:xfrm>
            <a:off x="6505789" y="1630290"/>
            <a:ext cx="1925700" cy="5925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800"/>
              <a:buNone/>
              <a:defRPr b="1" sz="1800"/>
            </a:lvl1pPr>
            <a:lvl2pPr lvl="1" rtl="0">
              <a:spcBef>
                <a:spcPts val="0"/>
              </a:spcBef>
              <a:spcAft>
                <a:spcPts val="0"/>
              </a:spcAft>
              <a:buClr>
                <a:schemeClr val="accent5"/>
              </a:buClr>
              <a:buSzPts val="1800"/>
              <a:buNone/>
              <a:defRPr sz="1800">
                <a:solidFill>
                  <a:schemeClr val="accent5"/>
                </a:solidFill>
              </a:defRPr>
            </a:lvl2pPr>
            <a:lvl3pPr lvl="2" rtl="0">
              <a:spcBef>
                <a:spcPts val="0"/>
              </a:spcBef>
              <a:spcAft>
                <a:spcPts val="0"/>
              </a:spcAft>
              <a:buClr>
                <a:schemeClr val="accent5"/>
              </a:buClr>
              <a:buSzPts val="1800"/>
              <a:buNone/>
              <a:defRPr sz="1800">
                <a:solidFill>
                  <a:schemeClr val="accent5"/>
                </a:solidFill>
              </a:defRPr>
            </a:lvl3pPr>
            <a:lvl4pPr lvl="3" rtl="0">
              <a:spcBef>
                <a:spcPts val="0"/>
              </a:spcBef>
              <a:spcAft>
                <a:spcPts val="0"/>
              </a:spcAft>
              <a:buClr>
                <a:schemeClr val="accent5"/>
              </a:buClr>
              <a:buSzPts val="1800"/>
              <a:buNone/>
              <a:defRPr sz="1800">
                <a:solidFill>
                  <a:schemeClr val="accent5"/>
                </a:solidFill>
              </a:defRPr>
            </a:lvl4pPr>
            <a:lvl5pPr lvl="4" rtl="0">
              <a:spcBef>
                <a:spcPts val="0"/>
              </a:spcBef>
              <a:spcAft>
                <a:spcPts val="0"/>
              </a:spcAft>
              <a:buClr>
                <a:schemeClr val="accent5"/>
              </a:buClr>
              <a:buSzPts val="1800"/>
              <a:buNone/>
              <a:defRPr sz="1800">
                <a:solidFill>
                  <a:schemeClr val="accent5"/>
                </a:solidFill>
              </a:defRPr>
            </a:lvl5pPr>
            <a:lvl6pPr lvl="5" rtl="0">
              <a:spcBef>
                <a:spcPts val="0"/>
              </a:spcBef>
              <a:spcAft>
                <a:spcPts val="0"/>
              </a:spcAft>
              <a:buClr>
                <a:schemeClr val="accent5"/>
              </a:buClr>
              <a:buSzPts val="1800"/>
              <a:buNone/>
              <a:defRPr sz="1800">
                <a:solidFill>
                  <a:schemeClr val="accent5"/>
                </a:solidFill>
              </a:defRPr>
            </a:lvl6pPr>
            <a:lvl7pPr lvl="6" rtl="0">
              <a:spcBef>
                <a:spcPts val="0"/>
              </a:spcBef>
              <a:spcAft>
                <a:spcPts val="0"/>
              </a:spcAft>
              <a:buClr>
                <a:schemeClr val="accent5"/>
              </a:buClr>
              <a:buSzPts val="1800"/>
              <a:buNone/>
              <a:defRPr sz="1800">
                <a:solidFill>
                  <a:schemeClr val="accent5"/>
                </a:solidFill>
              </a:defRPr>
            </a:lvl7pPr>
            <a:lvl8pPr lvl="7" rtl="0">
              <a:spcBef>
                <a:spcPts val="0"/>
              </a:spcBef>
              <a:spcAft>
                <a:spcPts val="0"/>
              </a:spcAft>
              <a:buClr>
                <a:schemeClr val="accent5"/>
              </a:buClr>
              <a:buSzPts val="1800"/>
              <a:buNone/>
              <a:defRPr sz="1800">
                <a:solidFill>
                  <a:schemeClr val="accent5"/>
                </a:solidFill>
              </a:defRPr>
            </a:lvl8pPr>
            <a:lvl9pPr lvl="8" rtl="0">
              <a:spcBef>
                <a:spcPts val="0"/>
              </a:spcBef>
              <a:spcAft>
                <a:spcPts val="0"/>
              </a:spcAft>
              <a:buClr>
                <a:schemeClr val="accent5"/>
              </a:buClr>
              <a:buSzPts val="1800"/>
              <a:buNone/>
              <a:defRPr sz="1800">
                <a:solidFill>
                  <a:schemeClr val="accent5"/>
                </a:solidFill>
              </a:defRPr>
            </a:lvl9pPr>
          </a:lstStyle>
          <a:p/>
        </p:txBody>
      </p:sp>
      <p:sp>
        <p:nvSpPr>
          <p:cNvPr id="750" name="Google Shape;750;p40"/>
          <p:cNvSpPr txBox="1"/>
          <p:nvPr>
            <p:ph idx="8" type="subTitle"/>
          </p:nvPr>
        </p:nvSpPr>
        <p:spPr>
          <a:xfrm>
            <a:off x="6505789" y="3430179"/>
            <a:ext cx="1925700" cy="729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800"/>
              <a:buNone/>
              <a:defRPr sz="16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751" name="Shape 751"/>
        <p:cNvGrpSpPr/>
        <p:nvPr/>
      </p:nvGrpSpPr>
      <p:grpSpPr>
        <a:xfrm>
          <a:off x="0" y="0"/>
          <a:ext cx="0" cy="0"/>
          <a:chOff x="0" y="0"/>
          <a:chExt cx="0" cy="0"/>
        </a:xfrm>
      </p:grpSpPr>
      <p:grpSp>
        <p:nvGrpSpPr>
          <p:cNvPr id="752" name="Google Shape;752;p41"/>
          <p:cNvGrpSpPr/>
          <p:nvPr/>
        </p:nvGrpSpPr>
        <p:grpSpPr>
          <a:xfrm flipH="1">
            <a:off x="-24431" y="-29154"/>
            <a:ext cx="9177970" cy="5191717"/>
            <a:chOff x="-9546" y="-29154"/>
            <a:chExt cx="9177970" cy="5191717"/>
          </a:xfrm>
        </p:grpSpPr>
        <p:sp>
          <p:nvSpPr>
            <p:cNvPr id="753" name="Google Shape;753;p41"/>
            <p:cNvSpPr/>
            <p:nvPr/>
          </p:nvSpPr>
          <p:spPr>
            <a:xfrm>
              <a:off x="319050" y="283350"/>
              <a:ext cx="8505900" cy="4576800"/>
            </a:xfrm>
            <a:prstGeom prst="roundRect">
              <a:avLst>
                <a:gd fmla="val 3396" name="adj"/>
              </a:avLst>
            </a:prstGeom>
            <a:solidFill>
              <a:schemeClr val="accent4"/>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 name="Google Shape;754;p41"/>
            <p:cNvSpPr/>
            <p:nvPr/>
          </p:nvSpPr>
          <p:spPr>
            <a:xfrm>
              <a:off x="7068464" y="-29154"/>
              <a:ext cx="1600279" cy="1199565"/>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 name="Google Shape;755;p41"/>
            <p:cNvSpPr/>
            <p:nvPr/>
          </p:nvSpPr>
          <p:spPr>
            <a:xfrm>
              <a:off x="6578703" y="-6"/>
              <a:ext cx="1250846" cy="937634"/>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41"/>
            <p:cNvSpPr/>
            <p:nvPr/>
          </p:nvSpPr>
          <p:spPr>
            <a:xfrm>
              <a:off x="743289" y="3897826"/>
              <a:ext cx="1664900" cy="1264737"/>
            </a:xfrm>
            <a:custGeom>
              <a:rect b="b" l="l" r="r" t="t"/>
              <a:pathLst>
                <a:path extrusionOk="0" h="19743" w="24157">
                  <a:moveTo>
                    <a:pt x="1676" y="0"/>
                  </a:moveTo>
                  <a:cubicBezTo>
                    <a:pt x="1185" y="0"/>
                    <a:pt x="818" y="164"/>
                    <a:pt x="491" y="532"/>
                  </a:cubicBezTo>
                  <a:cubicBezTo>
                    <a:pt x="0" y="1022"/>
                    <a:pt x="0" y="2044"/>
                    <a:pt x="654" y="2575"/>
                  </a:cubicBezTo>
                  <a:lnTo>
                    <a:pt x="19742" y="19743"/>
                  </a:lnTo>
                  <a:lnTo>
                    <a:pt x="24157" y="19743"/>
                  </a:lnTo>
                  <a:lnTo>
                    <a:pt x="2534" y="327"/>
                  </a:lnTo>
                  <a:cubicBezTo>
                    <a:pt x="2371" y="0"/>
                    <a:pt x="2044" y="0"/>
                    <a:pt x="1676"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 name="Google Shape;757;p41"/>
            <p:cNvSpPr/>
            <p:nvPr/>
          </p:nvSpPr>
          <p:spPr>
            <a:xfrm rot="10800000">
              <a:off x="-9546" y="3670090"/>
              <a:ext cx="1124791" cy="1067007"/>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 name="Google Shape;758;p41"/>
            <p:cNvSpPr/>
            <p:nvPr/>
          </p:nvSpPr>
          <p:spPr>
            <a:xfrm>
              <a:off x="7972342" y="1228724"/>
              <a:ext cx="1196082" cy="1134709"/>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9" name="Google Shape;759;p41"/>
          <p:cNvGrpSpPr/>
          <p:nvPr/>
        </p:nvGrpSpPr>
        <p:grpSpPr>
          <a:xfrm>
            <a:off x="4281415" y="75177"/>
            <a:ext cx="581170" cy="125403"/>
            <a:chOff x="4685288" y="186288"/>
            <a:chExt cx="419375" cy="90485"/>
          </a:xfrm>
        </p:grpSpPr>
        <p:sp>
          <p:nvSpPr>
            <p:cNvPr id="760" name="Google Shape;760;p41"/>
            <p:cNvSpPr/>
            <p:nvPr/>
          </p:nvSpPr>
          <p:spPr>
            <a:xfrm>
              <a:off x="4687513" y="186288"/>
              <a:ext cx="414900" cy="822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61" name="Google Shape;761;p41"/>
            <p:cNvGrpSpPr/>
            <p:nvPr/>
          </p:nvGrpSpPr>
          <p:grpSpPr>
            <a:xfrm>
              <a:off x="4685288" y="186300"/>
              <a:ext cx="419375" cy="90473"/>
              <a:chOff x="4390000" y="182175"/>
              <a:chExt cx="419375" cy="90473"/>
            </a:xfrm>
          </p:grpSpPr>
          <p:sp>
            <p:nvSpPr>
              <p:cNvPr id="762" name="Google Shape;762;p41"/>
              <p:cNvSpPr/>
              <p:nvPr/>
            </p:nvSpPr>
            <p:spPr>
              <a:xfrm>
                <a:off x="4390000" y="182175"/>
                <a:ext cx="419375" cy="90473"/>
              </a:xfrm>
              <a:custGeom>
                <a:rect b="b" l="l" r="r" t="t"/>
                <a:pathLst>
                  <a:path extrusionOk="0" h="1906" w="8835">
                    <a:moveTo>
                      <a:pt x="7882" y="155"/>
                    </a:moveTo>
                    <a:cubicBezTo>
                      <a:pt x="8323" y="155"/>
                      <a:pt x="8680" y="512"/>
                      <a:pt x="8680" y="953"/>
                    </a:cubicBezTo>
                    <a:cubicBezTo>
                      <a:pt x="8680" y="1393"/>
                      <a:pt x="8323" y="1750"/>
                      <a:pt x="7882" y="1750"/>
                    </a:cubicBezTo>
                    <a:lnTo>
                      <a:pt x="953" y="1750"/>
                    </a:lnTo>
                    <a:cubicBezTo>
                      <a:pt x="512" y="1750"/>
                      <a:pt x="155" y="1393"/>
                      <a:pt x="155" y="953"/>
                    </a:cubicBezTo>
                    <a:cubicBezTo>
                      <a:pt x="155" y="512"/>
                      <a:pt x="512" y="155"/>
                      <a:pt x="953" y="155"/>
                    </a:cubicBezTo>
                    <a:close/>
                    <a:moveTo>
                      <a:pt x="953" y="0"/>
                    </a:moveTo>
                    <a:cubicBezTo>
                      <a:pt x="429" y="0"/>
                      <a:pt x="0" y="429"/>
                      <a:pt x="0" y="953"/>
                    </a:cubicBezTo>
                    <a:cubicBezTo>
                      <a:pt x="0" y="1476"/>
                      <a:pt x="429" y="1905"/>
                      <a:pt x="953" y="1905"/>
                    </a:cubicBezTo>
                    <a:lnTo>
                      <a:pt x="7882" y="1905"/>
                    </a:lnTo>
                    <a:cubicBezTo>
                      <a:pt x="8406" y="1905"/>
                      <a:pt x="8835" y="1476"/>
                      <a:pt x="8835" y="953"/>
                    </a:cubicBezTo>
                    <a:cubicBezTo>
                      <a:pt x="8835" y="429"/>
                      <a:pt x="8406" y="0"/>
                      <a:pt x="7882"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 name="Google Shape;763;p41"/>
              <p:cNvSpPr/>
              <p:nvPr/>
            </p:nvSpPr>
            <p:spPr>
              <a:xfrm>
                <a:off x="4464048" y="201352"/>
                <a:ext cx="52024" cy="52072"/>
              </a:xfrm>
              <a:custGeom>
                <a:rect b="b" l="l" r="r" t="t"/>
                <a:pathLst>
                  <a:path extrusionOk="0" h="1097" w="1096">
                    <a:moveTo>
                      <a:pt x="548" y="144"/>
                    </a:moveTo>
                    <a:cubicBezTo>
                      <a:pt x="774" y="144"/>
                      <a:pt x="953" y="322"/>
                      <a:pt x="953" y="549"/>
                    </a:cubicBezTo>
                    <a:cubicBezTo>
                      <a:pt x="953" y="763"/>
                      <a:pt x="774" y="941"/>
                      <a:pt x="548" y="941"/>
                    </a:cubicBezTo>
                    <a:cubicBezTo>
                      <a:pt x="333" y="941"/>
                      <a:pt x="155" y="763"/>
                      <a:pt x="155" y="549"/>
                    </a:cubicBezTo>
                    <a:cubicBezTo>
                      <a:pt x="155" y="322"/>
                      <a:pt x="333" y="144"/>
                      <a:pt x="548" y="144"/>
                    </a:cubicBezTo>
                    <a:close/>
                    <a:moveTo>
                      <a:pt x="548" y="1"/>
                    </a:moveTo>
                    <a:cubicBezTo>
                      <a:pt x="250" y="1"/>
                      <a:pt x="0" y="251"/>
                      <a:pt x="0" y="549"/>
                    </a:cubicBezTo>
                    <a:cubicBezTo>
                      <a:pt x="0" y="846"/>
                      <a:pt x="250" y="1096"/>
                      <a:pt x="548" y="1096"/>
                    </a:cubicBezTo>
                    <a:cubicBezTo>
                      <a:pt x="845" y="1096"/>
                      <a:pt x="1095" y="846"/>
                      <a:pt x="1095" y="549"/>
                    </a:cubicBezTo>
                    <a:cubicBezTo>
                      <a:pt x="1095" y="251"/>
                      <a:pt x="845" y="1"/>
                      <a:pt x="54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764" name="Google Shape;764;p41"/>
          <p:cNvSpPr txBox="1"/>
          <p:nvPr>
            <p:ph idx="1" type="subTitle"/>
          </p:nvPr>
        </p:nvSpPr>
        <p:spPr>
          <a:xfrm>
            <a:off x="6169696" y="2166691"/>
            <a:ext cx="2263800" cy="4461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600"/>
              <a:buNone/>
              <a:defRPr sz="14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
        <p:nvSpPr>
          <p:cNvPr id="765" name="Google Shape;765;p41"/>
          <p:cNvSpPr txBox="1"/>
          <p:nvPr>
            <p:ph idx="2" type="subTitle"/>
          </p:nvPr>
        </p:nvSpPr>
        <p:spPr>
          <a:xfrm>
            <a:off x="3845886" y="1860635"/>
            <a:ext cx="1452600" cy="252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600"/>
              <a:buFont typeface="Aldrich"/>
              <a:buNone/>
              <a:defRPr b="1">
                <a:latin typeface="Aldrich"/>
                <a:ea typeface="Aldrich"/>
                <a:cs typeface="Aldrich"/>
                <a:sym typeface="Aldrich"/>
              </a:defRPr>
            </a:lvl1pPr>
            <a:lvl2pPr lvl="1" rtl="0" algn="ctr">
              <a:lnSpc>
                <a:spcPct val="100000"/>
              </a:lnSpc>
              <a:spcBef>
                <a:spcPts val="0"/>
              </a:spcBef>
              <a:spcAft>
                <a:spcPts val="0"/>
              </a:spcAft>
              <a:buSzPts val="1600"/>
              <a:buFont typeface="Aldrich"/>
              <a:buNone/>
              <a:defRPr sz="1600">
                <a:latin typeface="Aldrich"/>
                <a:ea typeface="Aldrich"/>
                <a:cs typeface="Aldrich"/>
                <a:sym typeface="Aldrich"/>
              </a:defRPr>
            </a:lvl2pPr>
            <a:lvl3pPr lvl="2" rtl="0" algn="ctr">
              <a:lnSpc>
                <a:spcPct val="100000"/>
              </a:lnSpc>
              <a:spcBef>
                <a:spcPts val="0"/>
              </a:spcBef>
              <a:spcAft>
                <a:spcPts val="0"/>
              </a:spcAft>
              <a:buSzPts val="1600"/>
              <a:buFont typeface="Aldrich"/>
              <a:buNone/>
              <a:defRPr sz="1600">
                <a:latin typeface="Aldrich"/>
                <a:ea typeface="Aldrich"/>
                <a:cs typeface="Aldrich"/>
                <a:sym typeface="Aldrich"/>
              </a:defRPr>
            </a:lvl3pPr>
            <a:lvl4pPr lvl="3" rtl="0" algn="ctr">
              <a:lnSpc>
                <a:spcPct val="100000"/>
              </a:lnSpc>
              <a:spcBef>
                <a:spcPts val="0"/>
              </a:spcBef>
              <a:spcAft>
                <a:spcPts val="0"/>
              </a:spcAft>
              <a:buSzPts val="1600"/>
              <a:buFont typeface="Aldrich"/>
              <a:buNone/>
              <a:defRPr sz="1600">
                <a:latin typeface="Aldrich"/>
                <a:ea typeface="Aldrich"/>
                <a:cs typeface="Aldrich"/>
                <a:sym typeface="Aldrich"/>
              </a:defRPr>
            </a:lvl4pPr>
            <a:lvl5pPr lvl="4" rtl="0" algn="ctr">
              <a:lnSpc>
                <a:spcPct val="100000"/>
              </a:lnSpc>
              <a:spcBef>
                <a:spcPts val="0"/>
              </a:spcBef>
              <a:spcAft>
                <a:spcPts val="0"/>
              </a:spcAft>
              <a:buSzPts val="1600"/>
              <a:buFont typeface="Aldrich"/>
              <a:buNone/>
              <a:defRPr sz="1600">
                <a:latin typeface="Aldrich"/>
                <a:ea typeface="Aldrich"/>
                <a:cs typeface="Aldrich"/>
                <a:sym typeface="Aldrich"/>
              </a:defRPr>
            </a:lvl5pPr>
            <a:lvl6pPr lvl="5" rtl="0" algn="ctr">
              <a:lnSpc>
                <a:spcPct val="100000"/>
              </a:lnSpc>
              <a:spcBef>
                <a:spcPts val="0"/>
              </a:spcBef>
              <a:spcAft>
                <a:spcPts val="0"/>
              </a:spcAft>
              <a:buSzPts val="1600"/>
              <a:buFont typeface="Aldrich"/>
              <a:buNone/>
              <a:defRPr sz="1600">
                <a:latin typeface="Aldrich"/>
                <a:ea typeface="Aldrich"/>
                <a:cs typeface="Aldrich"/>
                <a:sym typeface="Aldrich"/>
              </a:defRPr>
            </a:lvl6pPr>
            <a:lvl7pPr lvl="6" rtl="0" algn="ctr">
              <a:lnSpc>
                <a:spcPct val="100000"/>
              </a:lnSpc>
              <a:spcBef>
                <a:spcPts val="0"/>
              </a:spcBef>
              <a:spcAft>
                <a:spcPts val="0"/>
              </a:spcAft>
              <a:buSzPts val="1600"/>
              <a:buFont typeface="Aldrich"/>
              <a:buNone/>
              <a:defRPr sz="1600">
                <a:latin typeface="Aldrich"/>
                <a:ea typeface="Aldrich"/>
                <a:cs typeface="Aldrich"/>
                <a:sym typeface="Aldrich"/>
              </a:defRPr>
            </a:lvl7pPr>
            <a:lvl8pPr lvl="7" rtl="0" algn="ctr">
              <a:lnSpc>
                <a:spcPct val="100000"/>
              </a:lnSpc>
              <a:spcBef>
                <a:spcPts val="0"/>
              </a:spcBef>
              <a:spcAft>
                <a:spcPts val="0"/>
              </a:spcAft>
              <a:buSzPts val="1600"/>
              <a:buFont typeface="Aldrich"/>
              <a:buNone/>
              <a:defRPr sz="1600">
                <a:latin typeface="Aldrich"/>
                <a:ea typeface="Aldrich"/>
                <a:cs typeface="Aldrich"/>
                <a:sym typeface="Aldrich"/>
              </a:defRPr>
            </a:lvl8pPr>
            <a:lvl9pPr lvl="8" rtl="0" algn="ctr">
              <a:lnSpc>
                <a:spcPct val="100000"/>
              </a:lnSpc>
              <a:spcBef>
                <a:spcPts val="0"/>
              </a:spcBef>
              <a:spcAft>
                <a:spcPts val="0"/>
              </a:spcAft>
              <a:buSzPts val="1600"/>
              <a:buFont typeface="Aldrich"/>
              <a:buNone/>
              <a:defRPr sz="1600">
                <a:latin typeface="Aldrich"/>
                <a:ea typeface="Aldrich"/>
                <a:cs typeface="Aldrich"/>
                <a:sym typeface="Aldrich"/>
              </a:defRPr>
            </a:lvl9pPr>
          </a:lstStyle>
          <a:p/>
        </p:txBody>
      </p:sp>
      <p:sp>
        <p:nvSpPr>
          <p:cNvPr id="766" name="Google Shape;766;p41"/>
          <p:cNvSpPr txBox="1"/>
          <p:nvPr>
            <p:ph idx="3" type="subTitle"/>
          </p:nvPr>
        </p:nvSpPr>
        <p:spPr>
          <a:xfrm>
            <a:off x="3438336" y="2165641"/>
            <a:ext cx="2267700" cy="4482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600"/>
              <a:buNone/>
              <a:defRPr sz="14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
        <p:nvSpPr>
          <p:cNvPr id="767" name="Google Shape;767;p41"/>
          <p:cNvSpPr txBox="1"/>
          <p:nvPr>
            <p:ph idx="4" type="subTitle"/>
          </p:nvPr>
        </p:nvSpPr>
        <p:spPr>
          <a:xfrm>
            <a:off x="1116125" y="1858985"/>
            <a:ext cx="1452600" cy="2559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600"/>
              <a:buFont typeface="Aldrich"/>
              <a:buNone/>
              <a:defRPr b="1">
                <a:latin typeface="Aldrich"/>
                <a:ea typeface="Aldrich"/>
                <a:cs typeface="Aldrich"/>
                <a:sym typeface="Aldrich"/>
              </a:defRPr>
            </a:lvl1pPr>
            <a:lvl2pPr lvl="1" rtl="0" algn="ctr">
              <a:lnSpc>
                <a:spcPct val="100000"/>
              </a:lnSpc>
              <a:spcBef>
                <a:spcPts val="0"/>
              </a:spcBef>
              <a:spcAft>
                <a:spcPts val="0"/>
              </a:spcAft>
              <a:buSzPts val="1600"/>
              <a:buFont typeface="Aldrich"/>
              <a:buNone/>
              <a:defRPr sz="1600">
                <a:latin typeface="Aldrich"/>
                <a:ea typeface="Aldrich"/>
                <a:cs typeface="Aldrich"/>
                <a:sym typeface="Aldrich"/>
              </a:defRPr>
            </a:lvl2pPr>
            <a:lvl3pPr lvl="2" rtl="0" algn="ctr">
              <a:lnSpc>
                <a:spcPct val="100000"/>
              </a:lnSpc>
              <a:spcBef>
                <a:spcPts val="0"/>
              </a:spcBef>
              <a:spcAft>
                <a:spcPts val="0"/>
              </a:spcAft>
              <a:buSzPts val="1600"/>
              <a:buFont typeface="Aldrich"/>
              <a:buNone/>
              <a:defRPr sz="1600">
                <a:latin typeface="Aldrich"/>
                <a:ea typeface="Aldrich"/>
                <a:cs typeface="Aldrich"/>
                <a:sym typeface="Aldrich"/>
              </a:defRPr>
            </a:lvl3pPr>
            <a:lvl4pPr lvl="3" rtl="0" algn="ctr">
              <a:lnSpc>
                <a:spcPct val="100000"/>
              </a:lnSpc>
              <a:spcBef>
                <a:spcPts val="0"/>
              </a:spcBef>
              <a:spcAft>
                <a:spcPts val="0"/>
              </a:spcAft>
              <a:buSzPts val="1600"/>
              <a:buFont typeface="Aldrich"/>
              <a:buNone/>
              <a:defRPr sz="1600">
                <a:latin typeface="Aldrich"/>
                <a:ea typeface="Aldrich"/>
                <a:cs typeface="Aldrich"/>
                <a:sym typeface="Aldrich"/>
              </a:defRPr>
            </a:lvl4pPr>
            <a:lvl5pPr lvl="4" rtl="0" algn="ctr">
              <a:lnSpc>
                <a:spcPct val="100000"/>
              </a:lnSpc>
              <a:spcBef>
                <a:spcPts val="0"/>
              </a:spcBef>
              <a:spcAft>
                <a:spcPts val="0"/>
              </a:spcAft>
              <a:buSzPts val="1600"/>
              <a:buFont typeface="Aldrich"/>
              <a:buNone/>
              <a:defRPr sz="1600">
                <a:latin typeface="Aldrich"/>
                <a:ea typeface="Aldrich"/>
                <a:cs typeface="Aldrich"/>
                <a:sym typeface="Aldrich"/>
              </a:defRPr>
            </a:lvl5pPr>
            <a:lvl6pPr lvl="5" rtl="0" algn="ctr">
              <a:lnSpc>
                <a:spcPct val="100000"/>
              </a:lnSpc>
              <a:spcBef>
                <a:spcPts val="0"/>
              </a:spcBef>
              <a:spcAft>
                <a:spcPts val="0"/>
              </a:spcAft>
              <a:buSzPts val="1600"/>
              <a:buFont typeface="Aldrich"/>
              <a:buNone/>
              <a:defRPr sz="1600">
                <a:latin typeface="Aldrich"/>
                <a:ea typeface="Aldrich"/>
                <a:cs typeface="Aldrich"/>
                <a:sym typeface="Aldrich"/>
              </a:defRPr>
            </a:lvl6pPr>
            <a:lvl7pPr lvl="6" rtl="0" algn="ctr">
              <a:lnSpc>
                <a:spcPct val="100000"/>
              </a:lnSpc>
              <a:spcBef>
                <a:spcPts val="0"/>
              </a:spcBef>
              <a:spcAft>
                <a:spcPts val="0"/>
              </a:spcAft>
              <a:buSzPts val="1600"/>
              <a:buFont typeface="Aldrich"/>
              <a:buNone/>
              <a:defRPr sz="1600">
                <a:latin typeface="Aldrich"/>
                <a:ea typeface="Aldrich"/>
                <a:cs typeface="Aldrich"/>
                <a:sym typeface="Aldrich"/>
              </a:defRPr>
            </a:lvl7pPr>
            <a:lvl8pPr lvl="7" rtl="0" algn="ctr">
              <a:lnSpc>
                <a:spcPct val="100000"/>
              </a:lnSpc>
              <a:spcBef>
                <a:spcPts val="0"/>
              </a:spcBef>
              <a:spcAft>
                <a:spcPts val="0"/>
              </a:spcAft>
              <a:buSzPts val="1600"/>
              <a:buFont typeface="Aldrich"/>
              <a:buNone/>
              <a:defRPr sz="1600">
                <a:latin typeface="Aldrich"/>
                <a:ea typeface="Aldrich"/>
                <a:cs typeface="Aldrich"/>
                <a:sym typeface="Aldrich"/>
              </a:defRPr>
            </a:lvl8pPr>
            <a:lvl9pPr lvl="8" rtl="0" algn="ctr">
              <a:lnSpc>
                <a:spcPct val="100000"/>
              </a:lnSpc>
              <a:spcBef>
                <a:spcPts val="0"/>
              </a:spcBef>
              <a:spcAft>
                <a:spcPts val="0"/>
              </a:spcAft>
              <a:buSzPts val="1600"/>
              <a:buFont typeface="Aldrich"/>
              <a:buNone/>
              <a:defRPr sz="1600">
                <a:latin typeface="Aldrich"/>
                <a:ea typeface="Aldrich"/>
                <a:cs typeface="Aldrich"/>
                <a:sym typeface="Aldrich"/>
              </a:defRPr>
            </a:lvl9pPr>
          </a:lstStyle>
          <a:p/>
        </p:txBody>
      </p:sp>
      <p:sp>
        <p:nvSpPr>
          <p:cNvPr id="768" name="Google Shape;768;p41"/>
          <p:cNvSpPr txBox="1"/>
          <p:nvPr>
            <p:ph idx="5" type="subTitle"/>
          </p:nvPr>
        </p:nvSpPr>
        <p:spPr>
          <a:xfrm>
            <a:off x="710525" y="2166691"/>
            <a:ext cx="2263800" cy="4461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600"/>
              <a:buNone/>
              <a:defRPr sz="14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
        <p:nvSpPr>
          <p:cNvPr id="769" name="Google Shape;769;p41"/>
          <p:cNvSpPr txBox="1"/>
          <p:nvPr>
            <p:ph idx="6" type="subTitle"/>
          </p:nvPr>
        </p:nvSpPr>
        <p:spPr>
          <a:xfrm>
            <a:off x="6575296" y="1860635"/>
            <a:ext cx="1452600" cy="252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600"/>
              <a:buFont typeface="Aldrich"/>
              <a:buNone/>
              <a:defRPr b="1">
                <a:latin typeface="Aldrich"/>
                <a:ea typeface="Aldrich"/>
                <a:cs typeface="Aldrich"/>
                <a:sym typeface="Aldrich"/>
              </a:defRPr>
            </a:lvl1pPr>
            <a:lvl2pPr lvl="1" rtl="0" algn="ctr">
              <a:lnSpc>
                <a:spcPct val="100000"/>
              </a:lnSpc>
              <a:spcBef>
                <a:spcPts val="0"/>
              </a:spcBef>
              <a:spcAft>
                <a:spcPts val="0"/>
              </a:spcAft>
              <a:buSzPts val="1600"/>
              <a:buFont typeface="Aldrich"/>
              <a:buNone/>
              <a:defRPr sz="1600">
                <a:latin typeface="Aldrich"/>
                <a:ea typeface="Aldrich"/>
                <a:cs typeface="Aldrich"/>
                <a:sym typeface="Aldrich"/>
              </a:defRPr>
            </a:lvl2pPr>
            <a:lvl3pPr lvl="2" rtl="0" algn="ctr">
              <a:lnSpc>
                <a:spcPct val="100000"/>
              </a:lnSpc>
              <a:spcBef>
                <a:spcPts val="0"/>
              </a:spcBef>
              <a:spcAft>
                <a:spcPts val="0"/>
              </a:spcAft>
              <a:buSzPts val="1600"/>
              <a:buFont typeface="Aldrich"/>
              <a:buNone/>
              <a:defRPr sz="1600">
                <a:latin typeface="Aldrich"/>
                <a:ea typeface="Aldrich"/>
                <a:cs typeface="Aldrich"/>
                <a:sym typeface="Aldrich"/>
              </a:defRPr>
            </a:lvl3pPr>
            <a:lvl4pPr lvl="3" rtl="0" algn="ctr">
              <a:lnSpc>
                <a:spcPct val="100000"/>
              </a:lnSpc>
              <a:spcBef>
                <a:spcPts val="0"/>
              </a:spcBef>
              <a:spcAft>
                <a:spcPts val="0"/>
              </a:spcAft>
              <a:buSzPts val="1600"/>
              <a:buFont typeface="Aldrich"/>
              <a:buNone/>
              <a:defRPr sz="1600">
                <a:latin typeface="Aldrich"/>
                <a:ea typeface="Aldrich"/>
                <a:cs typeface="Aldrich"/>
                <a:sym typeface="Aldrich"/>
              </a:defRPr>
            </a:lvl4pPr>
            <a:lvl5pPr lvl="4" rtl="0" algn="ctr">
              <a:lnSpc>
                <a:spcPct val="100000"/>
              </a:lnSpc>
              <a:spcBef>
                <a:spcPts val="0"/>
              </a:spcBef>
              <a:spcAft>
                <a:spcPts val="0"/>
              </a:spcAft>
              <a:buSzPts val="1600"/>
              <a:buFont typeface="Aldrich"/>
              <a:buNone/>
              <a:defRPr sz="1600">
                <a:latin typeface="Aldrich"/>
                <a:ea typeface="Aldrich"/>
                <a:cs typeface="Aldrich"/>
                <a:sym typeface="Aldrich"/>
              </a:defRPr>
            </a:lvl5pPr>
            <a:lvl6pPr lvl="5" rtl="0" algn="ctr">
              <a:lnSpc>
                <a:spcPct val="100000"/>
              </a:lnSpc>
              <a:spcBef>
                <a:spcPts val="0"/>
              </a:spcBef>
              <a:spcAft>
                <a:spcPts val="0"/>
              </a:spcAft>
              <a:buSzPts val="1600"/>
              <a:buFont typeface="Aldrich"/>
              <a:buNone/>
              <a:defRPr sz="1600">
                <a:latin typeface="Aldrich"/>
                <a:ea typeface="Aldrich"/>
                <a:cs typeface="Aldrich"/>
                <a:sym typeface="Aldrich"/>
              </a:defRPr>
            </a:lvl6pPr>
            <a:lvl7pPr lvl="6" rtl="0" algn="ctr">
              <a:lnSpc>
                <a:spcPct val="100000"/>
              </a:lnSpc>
              <a:spcBef>
                <a:spcPts val="0"/>
              </a:spcBef>
              <a:spcAft>
                <a:spcPts val="0"/>
              </a:spcAft>
              <a:buSzPts val="1600"/>
              <a:buFont typeface="Aldrich"/>
              <a:buNone/>
              <a:defRPr sz="1600">
                <a:latin typeface="Aldrich"/>
                <a:ea typeface="Aldrich"/>
                <a:cs typeface="Aldrich"/>
                <a:sym typeface="Aldrich"/>
              </a:defRPr>
            </a:lvl7pPr>
            <a:lvl8pPr lvl="7" rtl="0" algn="ctr">
              <a:lnSpc>
                <a:spcPct val="100000"/>
              </a:lnSpc>
              <a:spcBef>
                <a:spcPts val="0"/>
              </a:spcBef>
              <a:spcAft>
                <a:spcPts val="0"/>
              </a:spcAft>
              <a:buSzPts val="1600"/>
              <a:buFont typeface="Aldrich"/>
              <a:buNone/>
              <a:defRPr sz="1600">
                <a:latin typeface="Aldrich"/>
                <a:ea typeface="Aldrich"/>
                <a:cs typeface="Aldrich"/>
                <a:sym typeface="Aldrich"/>
              </a:defRPr>
            </a:lvl8pPr>
            <a:lvl9pPr lvl="8" rtl="0" algn="ctr">
              <a:lnSpc>
                <a:spcPct val="100000"/>
              </a:lnSpc>
              <a:spcBef>
                <a:spcPts val="0"/>
              </a:spcBef>
              <a:spcAft>
                <a:spcPts val="0"/>
              </a:spcAft>
              <a:buSzPts val="1600"/>
              <a:buFont typeface="Aldrich"/>
              <a:buNone/>
              <a:defRPr sz="1600">
                <a:latin typeface="Aldrich"/>
                <a:ea typeface="Aldrich"/>
                <a:cs typeface="Aldrich"/>
                <a:sym typeface="Aldrich"/>
              </a:defRPr>
            </a:lvl9pPr>
          </a:lstStyle>
          <a:p/>
        </p:txBody>
      </p:sp>
      <p:sp>
        <p:nvSpPr>
          <p:cNvPr id="770" name="Google Shape;770;p41"/>
          <p:cNvSpPr txBox="1"/>
          <p:nvPr>
            <p:ph idx="7" type="subTitle"/>
          </p:nvPr>
        </p:nvSpPr>
        <p:spPr>
          <a:xfrm>
            <a:off x="6169696" y="3896075"/>
            <a:ext cx="2263800" cy="4461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600"/>
              <a:buNone/>
              <a:defRPr sz="14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
        <p:nvSpPr>
          <p:cNvPr id="771" name="Google Shape;771;p41"/>
          <p:cNvSpPr txBox="1"/>
          <p:nvPr>
            <p:ph idx="8" type="subTitle"/>
          </p:nvPr>
        </p:nvSpPr>
        <p:spPr>
          <a:xfrm>
            <a:off x="3440110" y="3896075"/>
            <a:ext cx="2263800" cy="4461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600"/>
              <a:buNone/>
              <a:defRPr sz="14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
        <p:nvSpPr>
          <p:cNvPr id="772" name="Google Shape;772;p41"/>
          <p:cNvSpPr txBox="1"/>
          <p:nvPr>
            <p:ph idx="9" type="subTitle"/>
          </p:nvPr>
        </p:nvSpPr>
        <p:spPr>
          <a:xfrm>
            <a:off x="710525" y="3896075"/>
            <a:ext cx="2263800" cy="4461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600"/>
              <a:buNone/>
              <a:defRPr sz="14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
        <p:nvSpPr>
          <p:cNvPr id="773" name="Google Shape;773;p41"/>
          <p:cNvSpPr txBox="1"/>
          <p:nvPr>
            <p:ph idx="13" type="subTitle"/>
          </p:nvPr>
        </p:nvSpPr>
        <p:spPr>
          <a:xfrm>
            <a:off x="3845886" y="3589521"/>
            <a:ext cx="1452600" cy="252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600"/>
              <a:buFont typeface="Aldrich"/>
              <a:buNone/>
              <a:defRPr b="1">
                <a:latin typeface="Aldrich"/>
                <a:ea typeface="Aldrich"/>
                <a:cs typeface="Aldrich"/>
                <a:sym typeface="Aldrich"/>
              </a:defRPr>
            </a:lvl1pPr>
            <a:lvl2pPr lvl="1" rtl="0" algn="ctr">
              <a:lnSpc>
                <a:spcPct val="100000"/>
              </a:lnSpc>
              <a:spcBef>
                <a:spcPts val="0"/>
              </a:spcBef>
              <a:spcAft>
                <a:spcPts val="0"/>
              </a:spcAft>
              <a:buSzPts val="1600"/>
              <a:buFont typeface="Aldrich"/>
              <a:buNone/>
              <a:defRPr sz="1600">
                <a:latin typeface="Aldrich"/>
                <a:ea typeface="Aldrich"/>
                <a:cs typeface="Aldrich"/>
                <a:sym typeface="Aldrich"/>
              </a:defRPr>
            </a:lvl2pPr>
            <a:lvl3pPr lvl="2" rtl="0" algn="ctr">
              <a:lnSpc>
                <a:spcPct val="100000"/>
              </a:lnSpc>
              <a:spcBef>
                <a:spcPts val="0"/>
              </a:spcBef>
              <a:spcAft>
                <a:spcPts val="0"/>
              </a:spcAft>
              <a:buSzPts val="1600"/>
              <a:buFont typeface="Aldrich"/>
              <a:buNone/>
              <a:defRPr sz="1600">
                <a:latin typeface="Aldrich"/>
                <a:ea typeface="Aldrich"/>
                <a:cs typeface="Aldrich"/>
                <a:sym typeface="Aldrich"/>
              </a:defRPr>
            </a:lvl3pPr>
            <a:lvl4pPr lvl="3" rtl="0" algn="ctr">
              <a:lnSpc>
                <a:spcPct val="100000"/>
              </a:lnSpc>
              <a:spcBef>
                <a:spcPts val="0"/>
              </a:spcBef>
              <a:spcAft>
                <a:spcPts val="0"/>
              </a:spcAft>
              <a:buSzPts val="1600"/>
              <a:buFont typeface="Aldrich"/>
              <a:buNone/>
              <a:defRPr sz="1600">
                <a:latin typeface="Aldrich"/>
                <a:ea typeface="Aldrich"/>
                <a:cs typeface="Aldrich"/>
                <a:sym typeface="Aldrich"/>
              </a:defRPr>
            </a:lvl4pPr>
            <a:lvl5pPr lvl="4" rtl="0" algn="ctr">
              <a:lnSpc>
                <a:spcPct val="100000"/>
              </a:lnSpc>
              <a:spcBef>
                <a:spcPts val="0"/>
              </a:spcBef>
              <a:spcAft>
                <a:spcPts val="0"/>
              </a:spcAft>
              <a:buSzPts val="1600"/>
              <a:buFont typeface="Aldrich"/>
              <a:buNone/>
              <a:defRPr sz="1600">
                <a:latin typeface="Aldrich"/>
                <a:ea typeface="Aldrich"/>
                <a:cs typeface="Aldrich"/>
                <a:sym typeface="Aldrich"/>
              </a:defRPr>
            </a:lvl5pPr>
            <a:lvl6pPr lvl="5" rtl="0" algn="ctr">
              <a:lnSpc>
                <a:spcPct val="100000"/>
              </a:lnSpc>
              <a:spcBef>
                <a:spcPts val="0"/>
              </a:spcBef>
              <a:spcAft>
                <a:spcPts val="0"/>
              </a:spcAft>
              <a:buSzPts val="1600"/>
              <a:buFont typeface="Aldrich"/>
              <a:buNone/>
              <a:defRPr sz="1600">
                <a:latin typeface="Aldrich"/>
                <a:ea typeface="Aldrich"/>
                <a:cs typeface="Aldrich"/>
                <a:sym typeface="Aldrich"/>
              </a:defRPr>
            </a:lvl6pPr>
            <a:lvl7pPr lvl="6" rtl="0" algn="ctr">
              <a:lnSpc>
                <a:spcPct val="100000"/>
              </a:lnSpc>
              <a:spcBef>
                <a:spcPts val="0"/>
              </a:spcBef>
              <a:spcAft>
                <a:spcPts val="0"/>
              </a:spcAft>
              <a:buSzPts val="1600"/>
              <a:buFont typeface="Aldrich"/>
              <a:buNone/>
              <a:defRPr sz="1600">
                <a:latin typeface="Aldrich"/>
                <a:ea typeface="Aldrich"/>
                <a:cs typeface="Aldrich"/>
                <a:sym typeface="Aldrich"/>
              </a:defRPr>
            </a:lvl7pPr>
            <a:lvl8pPr lvl="7" rtl="0" algn="ctr">
              <a:lnSpc>
                <a:spcPct val="100000"/>
              </a:lnSpc>
              <a:spcBef>
                <a:spcPts val="0"/>
              </a:spcBef>
              <a:spcAft>
                <a:spcPts val="0"/>
              </a:spcAft>
              <a:buSzPts val="1600"/>
              <a:buFont typeface="Aldrich"/>
              <a:buNone/>
              <a:defRPr sz="1600">
                <a:latin typeface="Aldrich"/>
                <a:ea typeface="Aldrich"/>
                <a:cs typeface="Aldrich"/>
                <a:sym typeface="Aldrich"/>
              </a:defRPr>
            </a:lvl8pPr>
            <a:lvl9pPr lvl="8" rtl="0" algn="ctr">
              <a:lnSpc>
                <a:spcPct val="100000"/>
              </a:lnSpc>
              <a:spcBef>
                <a:spcPts val="0"/>
              </a:spcBef>
              <a:spcAft>
                <a:spcPts val="0"/>
              </a:spcAft>
              <a:buSzPts val="1600"/>
              <a:buFont typeface="Aldrich"/>
              <a:buNone/>
              <a:defRPr sz="1600">
                <a:latin typeface="Aldrich"/>
                <a:ea typeface="Aldrich"/>
                <a:cs typeface="Aldrich"/>
                <a:sym typeface="Aldrich"/>
              </a:defRPr>
            </a:lvl9pPr>
          </a:lstStyle>
          <a:p/>
        </p:txBody>
      </p:sp>
      <p:sp>
        <p:nvSpPr>
          <p:cNvPr id="774" name="Google Shape;774;p41"/>
          <p:cNvSpPr txBox="1"/>
          <p:nvPr>
            <p:ph idx="14" type="subTitle"/>
          </p:nvPr>
        </p:nvSpPr>
        <p:spPr>
          <a:xfrm>
            <a:off x="1116125" y="3589521"/>
            <a:ext cx="1452600" cy="252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600"/>
              <a:buFont typeface="Aldrich"/>
              <a:buNone/>
              <a:defRPr b="1">
                <a:latin typeface="Aldrich"/>
                <a:ea typeface="Aldrich"/>
                <a:cs typeface="Aldrich"/>
                <a:sym typeface="Aldrich"/>
              </a:defRPr>
            </a:lvl1pPr>
            <a:lvl2pPr lvl="1" rtl="0" algn="ctr">
              <a:lnSpc>
                <a:spcPct val="100000"/>
              </a:lnSpc>
              <a:spcBef>
                <a:spcPts val="0"/>
              </a:spcBef>
              <a:spcAft>
                <a:spcPts val="0"/>
              </a:spcAft>
              <a:buSzPts val="1600"/>
              <a:buFont typeface="Aldrich"/>
              <a:buNone/>
              <a:defRPr sz="1600">
                <a:latin typeface="Aldrich"/>
                <a:ea typeface="Aldrich"/>
                <a:cs typeface="Aldrich"/>
                <a:sym typeface="Aldrich"/>
              </a:defRPr>
            </a:lvl2pPr>
            <a:lvl3pPr lvl="2" rtl="0" algn="ctr">
              <a:lnSpc>
                <a:spcPct val="100000"/>
              </a:lnSpc>
              <a:spcBef>
                <a:spcPts val="0"/>
              </a:spcBef>
              <a:spcAft>
                <a:spcPts val="0"/>
              </a:spcAft>
              <a:buSzPts val="1600"/>
              <a:buFont typeface="Aldrich"/>
              <a:buNone/>
              <a:defRPr sz="1600">
                <a:latin typeface="Aldrich"/>
                <a:ea typeface="Aldrich"/>
                <a:cs typeface="Aldrich"/>
                <a:sym typeface="Aldrich"/>
              </a:defRPr>
            </a:lvl3pPr>
            <a:lvl4pPr lvl="3" rtl="0" algn="ctr">
              <a:lnSpc>
                <a:spcPct val="100000"/>
              </a:lnSpc>
              <a:spcBef>
                <a:spcPts val="0"/>
              </a:spcBef>
              <a:spcAft>
                <a:spcPts val="0"/>
              </a:spcAft>
              <a:buSzPts val="1600"/>
              <a:buFont typeface="Aldrich"/>
              <a:buNone/>
              <a:defRPr sz="1600">
                <a:latin typeface="Aldrich"/>
                <a:ea typeface="Aldrich"/>
                <a:cs typeface="Aldrich"/>
                <a:sym typeface="Aldrich"/>
              </a:defRPr>
            </a:lvl4pPr>
            <a:lvl5pPr lvl="4" rtl="0" algn="ctr">
              <a:lnSpc>
                <a:spcPct val="100000"/>
              </a:lnSpc>
              <a:spcBef>
                <a:spcPts val="0"/>
              </a:spcBef>
              <a:spcAft>
                <a:spcPts val="0"/>
              </a:spcAft>
              <a:buSzPts val="1600"/>
              <a:buFont typeface="Aldrich"/>
              <a:buNone/>
              <a:defRPr sz="1600">
                <a:latin typeface="Aldrich"/>
                <a:ea typeface="Aldrich"/>
                <a:cs typeface="Aldrich"/>
                <a:sym typeface="Aldrich"/>
              </a:defRPr>
            </a:lvl5pPr>
            <a:lvl6pPr lvl="5" rtl="0" algn="ctr">
              <a:lnSpc>
                <a:spcPct val="100000"/>
              </a:lnSpc>
              <a:spcBef>
                <a:spcPts val="0"/>
              </a:spcBef>
              <a:spcAft>
                <a:spcPts val="0"/>
              </a:spcAft>
              <a:buSzPts val="1600"/>
              <a:buFont typeface="Aldrich"/>
              <a:buNone/>
              <a:defRPr sz="1600">
                <a:latin typeface="Aldrich"/>
                <a:ea typeface="Aldrich"/>
                <a:cs typeface="Aldrich"/>
                <a:sym typeface="Aldrich"/>
              </a:defRPr>
            </a:lvl6pPr>
            <a:lvl7pPr lvl="6" rtl="0" algn="ctr">
              <a:lnSpc>
                <a:spcPct val="100000"/>
              </a:lnSpc>
              <a:spcBef>
                <a:spcPts val="0"/>
              </a:spcBef>
              <a:spcAft>
                <a:spcPts val="0"/>
              </a:spcAft>
              <a:buSzPts val="1600"/>
              <a:buFont typeface="Aldrich"/>
              <a:buNone/>
              <a:defRPr sz="1600">
                <a:latin typeface="Aldrich"/>
                <a:ea typeface="Aldrich"/>
                <a:cs typeface="Aldrich"/>
                <a:sym typeface="Aldrich"/>
              </a:defRPr>
            </a:lvl7pPr>
            <a:lvl8pPr lvl="7" rtl="0" algn="ctr">
              <a:lnSpc>
                <a:spcPct val="100000"/>
              </a:lnSpc>
              <a:spcBef>
                <a:spcPts val="0"/>
              </a:spcBef>
              <a:spcAft>
                <a:spcPts val="0"/>
              </a:spcAft>
              <a:buSzPts val="1600"/>
              <a:buFont typeface="Aldrich"/>
              <a:buNone/>
              <a:defRPr sz="1600">
                <a:latin typeface="Aldrich"/>
                <a:ea typeface="Aldrich"/>
                <a:cs typeface="Aldrich"/>
                <a:sym typeface="Aldrich"/>
              </a:defRPr>
            </a:lvl8pPr>
            <a:lvl9pPr lvl="8" rtl="0" algn="ctr">
              <a:lnSpc>
                <a:spcPct val="100000"/>
              </a:lnSpc>
              <a:spcBef>
                <a:spcPts val="0"/>
              </a:spcBef>
              <a:spcAft>
                <a:spcPts val="0"/>
              </a:spcAft>
              <a:buSzPts val="1600"/>
              <a:buFont typeface="Aldrich"/>
              <a:buNone/>
              <a:defRPr sz="1600">
                <a:latin typeface="Aldrich"/>
                <a:ea typeface="Aldrich"/>
                <a:cs typeface="Aldrich"/>
                <a:sym typeface="Aldrich"/>
              </a:defRPr>
            </a:lvl9pPr>
          </a:lstStyle>
          <a:p/>
        </p:txBody>
      </p:sp>
      <p:sp>
        <p:nvSpPr>
          <p:cNvPr id="775" name="Google Shape;775;p41"/>
          <p:cNvSpPr txBox="1"/>
          <p:nvPr>
            <p:ph idx="15" type="subTitle"/>
          </p:nvPr>
        </p:nvSpPr>
        <p:spPr>
          <a:xfrm>
            <a:off x="6575296" y="3589521"/>
            <a:ext cx="1452600" cy="252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600"/>
              <a:buFont typeface="Aldrich"/>
              <a:buNone/>
              <a:defRPr b="1">
                <a:latin typeface="Aldrich"/>
                <a:ea typeface="Aldrich"/>
                <a:cs typeface="Aldrich"/>
                <a:sym typeface="Aldrich"/>
              </a:defRPr>
            </a:lvl1pPr>
            <a:lvl2pPr lvl="1" rtl="0" algn="ctr">
              <a:lnSpc>
                <a:spcPct val="100000"/>
              </a:lnSpc>
              <a:spcBef>
                <a:spcPts val="0"/>
              </a:spcBef>
              <a:spcAft>
                <a:spcPts val="0"/>
              </a:spcAft>
              <a:buSzPts val="1600"/>
              <a:buFont typeface="Aldrich"/>
              <a:buNone/>
              <a:defRPr sz="1600">
                <a:latin typeface="Aldrich"/>
                <a:ea typeface="Aldrich"/>
                <a:cs typeface="Aldrich"/>
                <a:sym typeface="Aldrich"/>
              </a:defRPr>
            </a:lvl2pPr>
            <a:lvl3pPr lvl="2" rtl="0" algn="ctr">
              <a:lnSpc>
                <a:spcPct val="100000"/>
              </a:lnSpc>
              <a:spcBef>
                <a:spcPts val="0"/>
              </a:spcBef>
              <a:spcAft>
                <a:spcPts val="0"/>
              </a:spcAft>
              <a:buSzPts val="1600"/>
              <a:buFont typeface="Aldrich"/>
              <a:buNone/>
              <a:defRPr sz="1600">
                <a:latin typeface="Aldrich"/>
                <a:ea typeface="Aldrich"/>
                <a:cs typeface="Aldrich"/>
                <a:sym typeface="Aldrich"/>
              </a:defRPr>
            </a:lvl3pPr>
            <a:lvl4pPr lvl="3" rtl="0" algn="ctr">
              <a:lnSpc>
                <a:spcPct val="100000"/>
              </a:lnSpc>
              <a:spcBef>
                <a:spcPts val="0"/>
              </a:spcBef>
              <a:spcAft>
                <a:spcPts val="0"/>
              </a:spcAft>
              <a:buSzPts val="1600"/>
              <a:buFont typeface="Aldrich"/>
              <a:buNone/>
              <a:defRPr sz="1600">
                <a:latin typeface="Aldrich"/>
                <a:ea typeface="Aldrich"/>
                <a:cs typeface="Aldrich"/>
                <a:sym typeface="Aldrich"/>
              </a:defRPr>
            </a:lvl4pPr>
            <a:lvl5pPr lvl="4" rtl="0" algn="ctr">
              <a:lnSpc>
                <a:spcPct val="100000"/>
              </a:lnSpc>
              <a:spcBef>
                <a:spcPts val="0"/>
              </a:spcBef>
              <a:spcAft>
                <a:spcPts val="0"/>
              </a:spcAft>
              <a:buSzPts val="1600"/>
              <a:buFont typeface="Aldrich"/>
              <a:buNone/>
              <a:defRPr sz="1600">
                <a:latin typeface="Aldrich"/>
                <a:ea typeface="Aldrich"/>
                <a:cs typeface="Aldrich"/>
                <a:sym typeface="Aldrich"/>
              </a:defRPr>
            </a:lvl5pPr>
            <a:lvl6pPr lvl="5" rtl="0" algn="ctr">
              <a:lnSpc>
                <a:spcPct val="100000"/>
              </a:lnSpc>
              <a:spcBef>
                <a:spcPts val="0"/>
              </a:spcBef>
              <a:spcAft>
                <a:spcPts val="0"/>
              </a:spcAft>
              <a:buSzPts val="1600"/>
              <a:buFont typeface="Aldrich"/>
              <a:buNone/>
              <a:defRPr sz="1600">
                <a:latin typeface="Aldrich"/>
                <a:ea typeface="Aldrich"/>
                <a:cs typeface="Aldrich"/>
                <a:sym typeface="Aldrich"/>
              </a:defRPr>
            </a:lvl6pPr>
            <a:lvl7pPr lvl="6" rtl="0" algn="ctr">
              <a:lnSpc>
                <a:spcPct val="100000"/>
              </a:lnSpc>
              <a:spcBef>
                <a:spcPts val="0"/>
              </a:spcBef>
              <a:spcAft>
                <a:spcPts val="0"/>
              </a:spcAft>
              <a:buSzPts val="1600"/>
              <a:buFont typeface="Aldrich"/>
              <a:buNone/>
              <a:defRPr sz="1600">
                <a:latin typeface="Aldrich"/>
                <a:ea typeface="Aldrich"/>
                <a:cs typeface="Aldrich"/>
                <a:sym typeface="Aldrich"/>
              </a:defRPr>
            </a:lvl7pPr>
            <a:lvl8pPr lvl="7" rtl="0" algn="ctr">
              <a:lnSpc>
                <a:spcPct val="100000"/>
              </a:lnSpc>
              <a:spcBef>
                <a:spcPts val="0"/>
              </a:spcBef>
              <a:spcAft>
                <a:spcPts val="0"/>
              </a:spcAft>
              <a:buSzPts val="1600"/>
              <a:buFont typeface="Aldrich"/>
              <a:buNone/>
              <a:defRPr sz="1600">
                <a:latin typeface="Aldrich"/>
                <a:ea typeface="Aldrich"/>
                <a:cs typeface="Aldrich"/>
                <a:sym typeface="Aldrich"/>
              </a:defRPr>
            </a:lvl8pPr>
            <a:lvl9pPr lvl="8" rtl="0" algn="ctr">
              <a:lnSpc>
                <a:spcPct val="100000"/>
              </a:lnSpc>
              <a:spcBef>
                <a:spcPts val="0"/>
              </a:spcBef>
              <a:spcAft>
                <a:spcPts val="0"/>
              </a:spcAft>
              <a:buSzPts val="1600"/>
              <a:buFont typeface="Aldrich"/>
              <a:buNone/>
              <a:defRPr sz="1600">
                <a:latin typeface="Aldrich"/>
                <a:ea typeface="Aldrich"/>
                <a:cs typeface="Aldrich"/>
                <a:sym typeface="Aldrich"/>
              </a:defRPr>
            </a:lvl9pPr>
          </a:lstStyle>
          <a:p/>
        </p:txBody>
      </p:sp>
      <p:sp>
        <p:nvSpPr>
          <p:cNvPr id="776" name="Google Shape;776;p41"/>
          <p:cNvSpPr txBox="1"/>
          <p:nvPr>
            <p:ph type="title"/>
          </p:nvPr>
        </p:nvSpPr>
        <p:spPr>
          <a:xfrm>
            <a:off x="722375" y="530750"/>
            <a:ext cx="76992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777" name="Google Shape;777;p41"/>
          <p:cNvGrpSpPr/>
          <p:nvPr/>
        </p:nvGrpSpPr>
        <p:grpSpPr>
          <a:xfrm rot="1877870">
            <a:off x="-80880" y="163153"/>
            <a:ext cx="1385966" cy="2705322"/>
            <a:chOff x="409722" y="228600"/>
            <a:chExt cx="1385931" cy="2705253"/>
          </a:xfrm>
        </p:grpSpPr>
        <p:grpSp>
          <p:nvGrpSpPr>
            <p:cNvPr id="778" name="Google Shape;778;p41"/>
            <p:cNvGrpSpPr/>
            <p:nvPr/>
          </p:nvGrpSpPr>
          <p:grpSpPr>
            <a:xfrm flipH="1" rot="-617154">
              <a:off x="575967" y="402323"/>
              <a:ext cx="1053440" cy="2450002"/>
              <a:chOff x="3817855" y="1437512"/>
              <a:chExt cx="541146" cy="1128254"/>
            </a:xfrm>
          </p:grpSpPr>
          <p:sp>
            <p:nvSpPr>
              <p:cNvPr id="779" name="Google Shape;779;p41"/>
              <p:cNvSpPr/>
              <p:nvPr/>
            </p:nvSpPr>
            <p:spPr>
              <a:xfrm>
                <a:off x="3817855" y="1437512"/>
                <a:ext cx="541146" cy="1128254"/>
              </a:xfrm>
              <a:custGeom>
                <a:rect b="b" l="l" r="r" t="t"/>
                <a:pathLst>
                  <a:path extrusionOk="0" h="59625" w="28598">
                    <a:moveTo>
                      <a:pt x="101" y="0"/>
                    </a:moveTo>
                    <a:lnTo>
                      <a:pt x="1" y="426"/>
                    </a:lnTo>
                    <a:cubicBezTo>
                      <a:pt x="16066" y="3359"/>
                      <a:pt x="28197" y="17344"/>
                      <a:pt x="28197" y="34161"/>
                    </a:cubicBezTo>
                    <a:lnTo>
                      <a:pt x="28197" y="34462"/>
                    </a:lnTo>
                    <a:cubicBezTo>
                      <a:pt x="28096" y="44286"/>
                      <a:pt x="23911" y="53058"/>
                      <a:pt x="17219" y="59324"/>
                    </a:cubicBezTo>
                    <a:lnTo>
                      <a:pt x="17545" y="59625"/>
                    </a:lnTo>
                    <a:cubicBezTo>
                      <a:pt x="24212" y="53359"/>
                      <a:pt x="28497" y="44386"/>
                      <a:pt x="28598" y="34462"/>
                    </a:cubicBezTo>
                    <a:lnTo>
                      <a:pt x="28598" y="34161"/>
                    </a:lnTo>
                    <a:cubicBezTo>
                      <a:pt x="28598" y="17143"/>
                      <a:pt x="16292" y="2933"/>
                      <a:pt x="10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 name="Google Shape;780;p41"/>
              <p:cNvSpPr/>
              <p:nvPr/>
            </p:nvSpPr>
            <p:spPr>
              <a:xfrm>
                <a:off x="3985754" y="1615346"/>
                <a:ext cx="39378" cy="29898"/>
              </a:xfrm>
              <a:custGeom>
                <a:rect b="b" l="l" r="r" t="t"/>
                <a:pathLst>
                  <a:path extrusionOk="0" h="1580" w="2081">
                    <a:moveTo>
                      <a:pt x="1053" y="1"/>
                    </a:moveTo>
                    <a:cubicBezTo>
                      <a:pt x="0" y="1"/>
                      <a:pt x="0" y="1580"/>
                      <a:pt x="1053" y="1580"/>
                    </a:cubicBezTo>
                    <a:cubicBezTo>
                      <a:pt x="2080" y="1580"/>
                      <a:pt x="2080" y="1"/>
                      <a:pt x="105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81" name="Google Shape;781;p41"/>
            <p:cNvSpPr/>
            <p:nvPr/>
          </p:nvSpPr>
          <p:spPr>
            <a:xfrm>
              <a:off x="1419225" y="228600"/>
              <a:ext cx="142800" cy="1428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82" name="Google Shape;782;p41"/>
          <p:cNvGrpSpPr/>
          <p:nvPr/>
        </p:nvGrpSpPr>
        <p:grpSpPr>
          <a:xfrm flipH="1" rot="128945">
            <a:off x="8148859" y="1763418"/>
            <a:ext cx="1385935" cy="2705263"/>
            <a:chOff x="409722" y="228600"/>
            <a:chExt cx="1385931" cy="2705253"/>
          </a:xfrm>
        </p:grpSpPr>
        <p:grpSp>
          <p:nvGrpSpPr>
            <p:cNvPr id="783" name="Google Shape;783;p41"/>
            <p:cNvGrpSpPr/>
            <p:nvPr/>
          </p:nvGrpSpPr>
          <p:grpSpPr>
            <a:xfrm flipH="1" rot="-617154">
              <a:off x="575967" y="402323"/>
              <a:ext cx="1053440" cy="2450002"/>
              <a:chOff x="3817855" y="1437512"/>
              <a:chExt cx="541146" cy="1128254"/>
            </a:xfrm>
          </p:grpSpPr>
          <p:sp>
            <p:nvSpPr>
              <p:cNvPr id="784" name="Google Shape;784;p41"/>
              <p:cNvSpPr/>
              <p:nvPr/>
            </p:nvSpPr>
            <p:spPr>
              <a:xfrm>
                <a:off x="3817855" y="1437512"/>
                <a:ext cx="541146" cy="1128254"/>
              </a:xfrm>
              <a:custGeom>
                <a:rect b="b" l="l" r="r" t="t"/>
                <a:pathLst>
                  <a:path extrusionOk="0" h="59625" w="28598">
                    <a:moveTo>
                      <a:pt x="101" y="0"/>
                    </a:moveTo>
                    <a:lnTo>
                      <a:pt x="1" y="426"/>
                    </a:lnTo>
                    <a:cubicBezTo>
                      <a:pt x="16066" y="3359"/>
                      <a:pt x="28197" y="17344"/>
                      <a:pt x="28197" y="34161"/>
                    </a:cubicBezTo>
                    <a:lnTo>
                      <a:pt x="28197" y="34462"/>
                    </a:lnTo>
                    <a:cubicBezTo>
                      <a:pt x="28096" y="44286"/>
                      <a:pt x="23911" y="53058"/>
                      <a:pt x="17219" y="59324"/>
                    </a:cubicBezTo>
                    <a:lnTo>
                      <a:pt x="17545" y="59625"/>
                    </a:lnTo>
                    <a:cubicBezTo>
                      <a:pt x="24212" y="53359"/>
                      <a:pt x="28497" y="44386"/>
                      <a:pt x="28598" y="34462"/>
                    </a:cubicBezTo>
                    <a:lnTo>
                      <a:pt x="28598" y="34161"/>
                    </a:lnTo>
                    <a:cubicBezTo>
                      <a:pt x="28598" y="17143"/>
                      <a:pt x="16292" y="2933"/>
                      <a:pt x="10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 name="Google Shape;785;p41"/>
              <p:cNvSpPr/>
              <p:nvPr/>
            </p:nvSpPr>
            <p:spPr>
              <a:xfrm>
                <a:off x="3985754" y="1615346"/>
                <a:ext cx="39378" cy="29898"/>
              </a:xfrm>
              <a:custGeom>
                <a:rect b="b" l="l" r="r" t="t"/>
                <a:pathLst>
                  <a:path extrusionOk="0" h="1580" w="2081">
                    <a:moveTo>
                      <a:pt x="1053" y="1"/>
                    </a:moveTo>
                    <a:cubicBezTo>
                      <a:pt x="0" y="1"/>
                      <a:pt x="0" y="1580"/>
                      <a:pt x="1053" y="1580"/>
                    </a:cubicBezTo>
                    <a:cubicBezTo>
                      <a:pt x="2080" y="1580"/>
                      <a:pt x="2080" y="1"/>
                      <a:pt x="105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86" name="Google Shape;786;p41"/>
            <p:cNvSpPr/>
            <p:nvPr/>
          </p:nvSpPr>
          <p:spPr>
            <a:xfrm>
              <a:off x="1419225" y="228600"/>
              <a:ext cx="142800" cy="1428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6">
    <p:spTree>
      <p:nvGrpSpPr>
        <p:cNvPr id="787" name="Shape 787"/>
        <p:cNvGrpSpPr/>
        <p:nvPr/>
      </p:nvGrpSpPr>
      <p:grpSpPr>
        <a:xfrm>
          <a:off x="0" y="0"/>
          <a:ext cx="0" cy="0"/>
          <a:chOff x="0" y="0"/>
          <a:chExt cx="0" cy="0"/>
        </a:xfrm>
      </p:grpSpPr>
      <p:grpSp>
        <p:nvGrpSpPr>
          <p:cNvPr id="788" name="Google Shape;788;p42"/>
          <p:cNvGrpSpPr/>
          <p:nvPr/>
        </p:nvGrpSpPr>
        <p:grpSpPr>
          <a:xfrm>
            <a:off x="-9513" y="-6"/>
            <a:ext cx="9177947" cy="5143519"/>
            <a:chOff x="-9513" y="-6"/>
            <a:chExt cx="9177947" cy="5143519"/>
          </a:xfrm>
        </p:grpSpPr>
        <p:sp>
          <p:nvSpPr>
            <p:cNvPr id="789" name="Google Shape;789;p42"/>
            <p:cNvSpPr/>
            <p:nvPr/>
          </p:nvSpPr>
          <p:spPr>
            <a:xfrm>
              <a:off x="319050" y="283350"/>
              <a:ext cx="8505900" cy="4576800"/>
            </a:xfrm>
            <a:prstGeom prst="roundRect">
              <a:avLst>
                <a:gd fmla="val 3396" name="adj"/>
              </a:avLst>
            </a:prstGeom>
            <a:solidFill>
              <a:schemeClr val="accent4"/>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 name="Google Shape;790;p42"/>
            <p:cNvSpPr/>
            <p:nvPr/>
          </p:nvSpPr>
          <p:spPr>
            <a:xfrm>
              <a:off x="7132742" y="2"/>
              <a:ext cx="1612254" cy="1208486"/>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 name="Google Shape;791;p42"/>
            <p:cNvSpPr/>
            <p:nvPr/>
          </p:nvSpPr>
          <p:spPr>
            <a:xfrm>
              <a:off x="6426313" y="-6"/>
              <a:ext cx="1250789" cy="937634"/>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 name="Google Shape;792;p42"/>
            <p:cNvSpPr/>
            <p:nvPr/>
          </p:nvSpPr>
          <p:spPr>
            <a:xfrm>
              <a:off x="743298" y="3878776"/>
              <a:ext cx="1664900" cy="1264737"/>
            </a:xfrm>
            <a:custGeom>
              <a:rect b="b" l="l" r="r" t="t"/>
              <a:pathLst>
                <a:path extrusionOk="0" h="19743" w="24157">
                  <a:moveTo>
                    <a:pt x="1676" y="0"/>
                  </a:moveTo>
                  <a:cubicBezTo>
                    <a:pt x="1185" y="0"/>
                    <a:pt x="818" y="164"/>
                    <a:pt x="491" y="532"/>
                  </a:cubicBezTo>
                  <a:cubicBezTo>
                    <a:pt x="0" y="1022"/>
                    <a:pt x="0" y="2044"/>
                    <a:pt x="654" y="2575"/>
                  </a:cubicBezTo>
                  <a:lnTo>
                    <a:pt x="19742" y="19743"/>
                  </a:lnTo>
                  <a:lnTo>
                    <a:pt x="24157" y="19743"/>
                  </a:lnTo>
                  <a:lnTo>
                    <a:pt x="2534" y="327"/>
                  </a:lnTo>
                  <a:cubicBezTo>
                    <a:pt x="2371" y="0"/>
                    <a:pt x="2044" y="0"/>
                    <a:pt x="1676"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 name="Google Shape;793;p42"/>
            <p:cNvSpPr/>
            <p:nvPr/>
          </p:nvSpPr>
          <p:spPr>
            <a:xfrm rot="10800000">
              <a:off x="-9513" y="3652041"/>
              <a:ext cx="1143784" cy="1085055"/>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 name="Google Shape;794;p42"/>
            <p:cNvSpPr/>
            <p:nvPr/>
          </p:nvSpPr>
          <p:spPr>
            <a:xfrm rot="10800000">
              <a:off x="-9513" y="2774418"/>
              <a:ext cx="1143784" cy="1085055"/>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 name="Google Shape;795;p42"/>
            <p:cNvSpPr/>
            <p:nvPr/>
          </p:nvSpPr>
          <p:spPr>
            <a:xfrm>
              <a:off x="7972352" y="1381124"/>
              <a:ext cx="1196082" cy="1134709"/>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96" name="Google Shape;796;p42"/>
          <p:cNvGrpSpPr/>
          <p:nvPr/>
        </p:nvGrpSpPr>
        <p:grpSpPr>
          <a:xfrm>
            <a:off x="4281415" y="75177"/>
            <a:ext cx="581170" cy="125403"/>
            <a:chOff x="4685288" y="186288"/>
            <a:chExt cx="419375" cy="90485"/>
          </a:xfrm>
        </p:grpSpPr>
        <p:sp>
          <p:nvSpPr>
            <p:cNvPr id="797" name="Google Shape;797;p42"/>
            <p:cNvSpPr/>
            <p:nvPr/>
          </p:nvSpPr>
          <p:spPr>
            <a:xfrm>
              <a:off x="4687513" y="186288"/>
              <a:ext cx="414900" cy="822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98" name="Google Shape;798;p42"/>
            <p:cNvGrpSpPr/>
            <p:nvPr/>
          </p:nvGrpSpPr>
          <p:grpSpPr>
            <a:xfrm>
              <a:off x="4685288" y="186300"/>
              <a:ext cx="419375" cy="90473"/>
              <a:chOff x="4390000" y="182175"/>
              <a:chExt cx="419375" cy="90473"/>
            </a:xfrm>
          </p:grpSpPr>
          <p:sp>
            <p:nvSpPr>
              <p:cNvPr id="799" name="Google Shape;799;p42"/>
              <p:cNvSpPr/>
              <p:nvPr/>
            </p:nvSpPr>
            <p:spPr>
              <a:xfrm>
                <a:off x="4390000" y="182175"/>
                <a:ext cx="419375" cy="90473"/>
              </a:xfrm>
              <a:custGeom>
                <a:rect b="b" l="l" r="r" t="t"/>
                <a:pathLst>
                  <a:path extrusionOk="0" h="1906" w="8835">
                    <a:moveTo>
                      <a:pt x="7882" y="155"/>
                    </a:moveTo>
                    <a:cubicBezTo>
                      <a:pt x="8323" y="155"/>
                      <a:pt x="8680" y="512"/>
                      <a:pt x="8680" y="953"/>
                    </a:cubicBezTo>
                    <a:cubicBezTo>
                      <a:pt x="8680" y="1393"/>
                      <a:pt x="8323" y="1750"/>
                      <a:pt x="7882" y="1750"/>
                    </a:cubicBezTo>
                    <a:lnTo>
                      <a:pt x="953" y="1750"/>
                    </a:lnTo>
                    <a:cubicBezTo>
                      <a:pt x="512" y="1750"/>
                      <a:pt x="155" y="1393"/>
                      <a:pt x="155" y="953"/>
                    </a:cubicBezTo>
                    <a:cubicBezTo>
                      <a:pt x="155" y="512"/>
                      <a:pt x="512" y="155"/>
                      <a:pt x="953" y="155"/>
                    </a:cubicBezTo>
                    <a:close/>
                    <a:moveTo>
                      <a:pt x="953" y="0"/>
                    </a:moveTo>
                    <a:cubicBezTo>
                      <a:pt x="429" y="0"/>
                      <a:pt x="0" y="429"/>
                      <a:pt x="0" y="953"/>
                    </a:cubicBezTo>
                    <a:cubicBezTo>
                      <a:pt x="0" y="1476"/>
                      <a:pt x="429" y="1905"/>
                      <a:pt x="953" y="1905"/>
                    </a:cubicBezTo>
                    <a:lnTo>
                      <a:pt x="7882" y="1905"/>
                    </a:lnTo>
                    <a:cubicBezTo>
                      <a:pt x="8406" y="1905"/>
                      <a:pt x="8835" y="1476"/>
                      <a:pt x="8835" y="953"/>
                    </a:cubicBezTo>
                    <a:cubicBezTo>
                      <a:pt x="8835" y="429"/>
                      <a:pt x="8406" y="0"/>
                      <a:pt x="7882"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 name="Google Shape;800;p42"/>
              <p:cNvSpPr/>
              <p:nvPr/>
            </p:nvSpPr>
            <p:spPr>
              <a:xfrm>
                <a:off x="4464048" y="201352"/>
                <a:ext cx="52024" cy="52072"/>
              </a:xfrm>
              <a:custGeom>
                <a:rect b="b" l="l" r="r" t="t"/>
                <a:pathLst>
                  <a:path extrusionOk="0" h="1097" w="1096">
                    <a:moveTo>
                      <a:pt x="548" y="144"/>
                    </a:moveTo>
                    <a:cubicBezTo>
                      <a:pt x="774" y="144"/>
                      <a:pt x="953" y="322"/>
                      <a:pt x="953" y="549"/>
                    </a:cubicBezTo>
                    <a:cubicBezTo>
                      <a:pt x="953" y="763"/>
                      <a:pt x="774" y="941"/>
                      <a:pt x="548" y="941"/>
                    </a:cubicBezTo>
                    <a:cubicBezTo>
                      <a:pt x="333" y="941"/>
                      <a:pt x="155" y="763"/>
                      <a:pt x="155" y="549"/>
                    </a:cubicBezTo>
                    <a:cubicBezTo>
                      <a:pt x="155" y="322"/>
                      <a:pt x="333" y="144"/>
                      <a:pt x="548" y="144"/>
                    </a:cubicBezTo>
                    <a:close/>
                    <a:moveTo>
                      <a:pt x="548" y="1"/>
                    </a:moveTo>
                    <a:cubicBezTo>
                      <a:pt x="250" y="1"/>
                      <a:pt x="0" y="251"/>
                      <a:pt x="0" y="549"/>
                    </a:cubicBezTo>
                    <a:cubicBezTo>
                      <a:pt x="0" y="846"/>
                      <a:pt x="250" y="1096"/>
                      <a:pt x="548" y="1096"/>
                    </a:cubicBezTo>
                    <a:cubicBezTo>
                      <a:pt x="845" y="1096"/>
                      <a:pt x="1095" y="846"/>
                      <a:pt x="1095" y="549"/>
                    </a:cubicBezTo>
                    <a:cubicBezTo>
                      <a:pt x="1095" y="251"/>
                      <a:pt x="845" y="1"/>
                      <a:pt x="54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801" name="Google Shape;801;p42"/>
          <p:cNvSpPr txBox="1"/>
          <p:nvPr>
            <p:ph hasCustomPrompt="1" type="title"/>
          </p:nvPr>
        </p:nvSpPr>
        <p:spPr>
          <a:xfrm>
            <a:off x="2518494" y="2069467"/>
            <a:ext cx="4107000" cy="581100"/>
          </a:xfrm>
          <a:prstGeom prst="rect">
            <a:avLst/>
          </a:prstGeom>
        </p:spPr>
        <p:txBody>
          <a:bodyPr anchorCtr="0" anchor="ctr" bIns="0" lIns="91425" spcFirstLastPara="1" rIns="91425" wrap="square" tIns="0">
            <a:noAutofit/>
          </a:bodyPr>
          <a:lstStyle>
            <a:lvl1pPr lvl="0" rtl="0" algn="ctr">
              <a:spcBef>
                <a:spcPts val="0"/>
              </a:spcBef>
              <a:spcAft>
                <a:spcPts val="0"/>
              </a:spcAft>
              <a:buSzPts val="12000"/>
              <a:buNone/>
              <a:defRPr b="1" sz="4800"/>
            </a:lvl1pPr>
            <a:lvl2pPr lvl="1" rtl="0">
              <a:spcBef>
                <a:spcPts val="0"/>
              </a:spcBef>
              <a:spcAft>
                <a:spcPts val="0"/>
              </a:spcAft>
              <a:buSzPts val="12000"/>
              <a:buNone/>
              <a:defRPr sz="12000"/>
            </a:lvl2pPr>
            <a:lvl3pPr lvl="2" rtl="0">
              <a:spcBef>
                <a:spcPts val="0"/>
              </a:spcBef>
              <a:spcAft>
                <a:spcPts val="0"/>
              </a:spcAft>
              <a:buSzPts val="12000"/>
              <a:buNone/>
              <a:defRPr sz="12000"/>
            </a:lvl3pPr>
            <a:lvl4pPr lvl="3" rtl="0">
              <a:spcBef>
                <a:spcPts val="0"/>
              </a:spcBef>
              <a:spcAft>
                <a:spcPts val="0"/>
              </a:spcAft>
              <a:buSzPts val="12000"/>
              <a:buNone/>
              <a:defRPr sz="12000"/>
            </a:lvl4pPr>
            <a:lvl5pPr lvl="4" rtl="0">
              <a:spcBef>
                <a:spcPts val="0"/>
              </a:spcBef>
              <a:spcAft>
                <a:spcPts val="0"/>
              </a:spcAft>
              <a:buSzPts val="12000"/>
              <a:buNone/>
              <a:defRPr sz="12000"/>
            </a:lvl5pPr>
            <a:lvl6pPr lvl="5" rtl="0">
              <a:spcBef>
                <a:spcPts val="0"/>
              </a:spcBef>
              <a:spcAft>
                <a:spcPts val="0"/>
              </a:spcAft>
              <a:buSzPts val="12000"/>
              <a:buNone/>
              <a:defRPr sz="12000"/>
            </a:lvl6pPr>
            <a:lvl7pPr lvl="6" rtl="0">
              <a:spcBef>
                <a:spcPts val="0"/>
              </a:spcBef>
              <a:spcAft>
                <a:spcPts val="0"/>
              </a:spcAft>
              <a:buSzPts val="12000"/>
              <a:buNone/>
              <a:defRPr sz="12000"/>
            </a:lvl7pPr>
            <a:lvl8pPr lvl="7" rtl="0">
              <a:spcBef>
                <a:spcPts val="0"/>
              </a:spcBef>
              <a:spcAft>
                <a:spcPts val="0"/>
              </a:spcAft>
              <a:buSzPts val="12000"/>
              <a:buNone/>
              <a:defRPr sz="12000"/>
            </a:lvl8pPr>
            <a:lvl9pPr lvl="8" rtl="0">
              <a:spcBef>
                <a:spcPts val="0"/>
              </a:spcBef>
              <a:spcAft>
                <a:spcPts val="0"/>
              </a:spcAft>
              <a:buSzPts val="12000"/>
              <a:buNone/>
              <a:defRPr sz="12000"/>
            </a:lvl9pPr>
          </a:lstStyle>
          <a:p>
            <a:r>
              <a:t>xx%</a:t>
            </a:r>
          </a:p>
        </p:txBody>
      </p:sp>
      <p:sp>
        <p:nvSpPr>
          <p:cNvPr id="802" name="Google Shape;802;p42"/>
          <p:cNvSpPr txBox="1"/>
          <p:nvPr>
            <p:ph hasCustomPrompt="1" idx="2" type="title"/>
          </p:nvPr>
        </p:nvSpPr>
        <p:spPr>
          <a:xfrm>
            <a:off x="2268900" y="716920"/>
            <a:ext cx="4606200" cy="581100"/>
          </a:xfrm>
          <a:prstGeom prst="rect">
            <a:avLst/>
          </a:prstGeom>
        </p:spPr>
        <p:txBody>
          <a:bodyPr anchorCtr="0" anchor="ctr" bIns="0" lIns="91425" spcFirstLastPara="1" rIns="91425" wrap="square" tIns="0">
            <a:noAutofit/>
          </a:bodyPr>
          <a:lstStyle>
            <a:lvl1pPr lvl="0" rtl="0" algn="ctr">
              <a:spcBef>
                <a:spcPts val="0"/>
              </a:spcBef>
              <a:spcAft>
                <a:spcPts val="0"/>
              </a:spcAft>
              <a:buSzPts val="12000"/>
              <a:buNone/>
              <a:defRPr b="1" sz="4800"/>
            </a:lvl1pPr>
            <a:lvl2pPr lvl="1" rtl="0">
              <a:spcBef>
                <a:spcPts val="0"/>
              </a:spcBef>
              <a:spcAft>
                <a:spcPts val="0"/>
              </a:spcAft>
              <a:buSzPts val="12000"/>
              <a:buNone/>
              <a:defRPr sz="12000"/>
            </a:lvl2pPr>
            <a:lvl3pPr lvl="2" rtl="0">
              <a:spcBef>
                <a:spcPts val="0"/>
              </a:spcBef>
              <a:spcAft>
                <a:spcPts val="0"/>
              </a:spcAft>
              <a:buSzPts val="12000"/>
              <a:buNone/>
              <a:defRPr sz="12000"/>
            </a:lvl3pPr>
            <a:lvl4pPr lvl="3" rtl="0">
              <a:spcBef>
                <a:spcPts val="0"/>
              </a:spcBef>
              <a:spcAft>
                <a:spcPts val="0"/>
              </a:spcAft>
              <a:buSzPts val="12000"/>
              <a:buNone/>
              <a:defRPr sz="12000"/>
            </a:lvl4pPr>
            <a:lvl5pPr lvl="4" rtl="0">
              <a:spcBef>
                <a:spcPts val="0"/>
              </a:spcBef>
              <a:spcAft>
                <a:spcPts val="0"/>
              </a:spcAft>
              <a:buSzPts val="12000"/>
              <a:buNone/>
              <a:defRPr sz="12000"/>
            </a:lvl5pPr>
            <a:lvl6pPr lvl="5" rtl="0">
              <a:spcBef>
                <a:spcPts val="0"/>
              </a:spcBef>
              <a:spcAft>
                <a:spcPts val="0"/>
              </a:spcAft>
              <a:buSzPts val="12000"/>
              <a:buNone/>
              <a:defRPr sz="12000"/>
            </a:lvl6pPr>
            <a:lvl7pPr lvl="6" rtl="0">
              <a:spcBef>
                <a:spcPts val="0"/>
              </a:spcBef>
              <a:spcAft>
                <a:spcPts val="0"/>
              </a:spcAft>
              <a:buSzPts val="12000"/>
              <a:buNone/>
              <a:defRPr sz="12000"/>
            </a:lvl7pPr>
            <a:lvl8pPr lvl="7" rtl="0">
              <a:spcBef>
                <a:spcPts val="0"/>
              </a:spcBef>
              <a:spcAft>
                <a:spcPts val="0"/>
              </a:spcAft>
              <a:buSzPts val="12000"/>
              <a:buNone/>
              <a:defRPr sz="12000"/>
            </a:lvl8pPr>
            <a:lvl9pPr lvl="8" rtl="0">
              <a:spcBef>
                <a:spcPts val="0"/>
              </a:spcBef>
              <a:spcAft>
                <a:spcPts val="0"/>
              </a:spcAft>
              <a:buSzPts val="12000"/>
              <a:buNone/>
              <a:defRPr sz="12000"/>
            </a:lvl9pPr>
          </a:lstStyle>
          <a:p>
            <a:r>
              <a:t>xx%</a:t>
            </a:r>
          </a:p>
        </p:txBody>
      </p:sp>
      <p:sp>
        <p:nvSpPr>
          <p:cNvPr id="803" name="Google Shape;803;p42"/>
          <p:cNvSpPr txBox="1"/>
          <p:nvPr>
            <p:ph hasCustomPrompt="1" idx="3" type="title"/>
          </p:nvPr>
        </p:nvSpPr>
        <p:spPr>
          <a:xfrm>
            <a:off x="2518494" y="3422642"/>
            <a:ext cx="4107000" cy="581100"/>
          </a:xfrm>
          <a:prstGeom prst="rect">
            <a:avLst/>
          </a:prstGeom>
        </p:spPr>
        <p:txBody>
          <a:bodyPr anchorCtr="0" anchor="ctr" bIns="0" lIns="91425" spcFirstLastPara="1" rIns="91425" wrap="square" tIns="0">
            <a:noAutofit/>
          </a:bodyPr>
          <a:lstStyle>
            <a:lvl1pPr lvl="0" rtl="0" algn="ctr">
              <a:spcBef>
                <a:spcPts val="0"/>
              </a:spcBef>
              <a:spcAft>
                <a:spcPts val="0"/>
              </a:spcAft>
              <a:buSzPts val="12000"/>
              <a:buNone/>
              <a:defRPr b="1" sz="4800"/>
            </a:lvl1pPr>
            <a:lvl2pPr lvl="1" rtl="0">
              <a:spcBef>
                <a:spcPts val="0"/>
              </a:spcBef>
              <a:spcAft>
                <a:spcPts val="0"/>
              </a:spcAft>
              <a:buSzPts val="12000"/>
              <a:buNone/>
              <a:defRPr sz="12000"/>
            </a:lvl2pPr>
            <a:lvl3pPr lvl="2" rtl="0">
              <a:spcBef>
                <a:spcPts val="0"/>
              </a:spcBef>
              <a:spcAft>
                <a:spcPts val="0"/>
              </a:spcAft>
              <a:buSzPts val="12000"/>
              <a:buNone/>
              <a:defRPr sz="12000"/>
            </a:lvl3pPr>
            <a:lvl4pPr lvl="3" rtl="0">
              <a:spcBef>
                <a:spcPts val="0"/>
              </a:spcBef>
              <a:spcAft>
                <a:spcPts val="0"/>
              </a:spcAft>
              <a:buSzPts val="12000"/>
              <a:buNone/>
              <a:defRPr sz="12000"/>
            </a:lvl4pPr>
            <a:lvl5pPr lvl="4" rtl="0">
              <a:spcBef>
                <a:spcPts val="0"/>
              </a:spcBef>
              <a:spcAft>
                <a:spcPts val="0"/>
              </a:spcAft>
              <a:buSzPts val="12000"/>
              <a:buNone/>
              <a:defRPr sz="12000"/>
            </a:lvl5pPr>
            <a:lvl6pPr lvl="5" rtl="0">
              <a:spcBef>
                <a:spcPts val="0"/>
              </a:spcBef>
              <a:spcAft>
                <a:spcPts val="0"/>
              </a:spcAft>
              <a:buSzPts val="12000"/>
              <a:buNone/>
              <a:defRPr sz="12000"/>
            </a:lvl6pPr>
            <a:lvl7pPr lvl="6" rtl="0">
              <a:spcBef>
                <a:spcPts val="0"/>
              </a:spcBef>
              <a:spcAft>
                <a:spcPts val="0"/>
              </a:spcAft>
              <a:buSzPts val="12000"/>
              <a:buNone/>
              <a:defRPr sz="12000"/>
            </a:lvl7pPr>
            <a:lvl8pPr lvl="7" rtl="0">
              <a:spcBef>
                <a:spcPts val="0"/>
              </a:spcBef>
              <a:spcAft>
                <a:spcPts val="0"/>
              </a:spcAft>
              <a:buSzPts val="12000"/>
              <a:buNone/>
              <a:defRPr sz="12000"/>
            </a:lvl8pPr>
            <a:lvl9pPr lvl="8" rtl="0">
              <a:spcBef>
                <a:spcPts val="0"/>
              </a:spcBef>
              <a:spcAft>
                <a:spcPts val="0"/>
              </a:spcAft>
              <a:buSzPts val="12000"/>
              <a:buNone/>
              <a:defRPr sz="12000"/>
            </a:lvl9pPr>
          </a:lstStyle>
          <a:p>
            <a:r>
              <a:t>xx%</a:t>
            </a:r>
          </a:p>
        </p:txBody>
      </p:sp>
      <p:sp>
        <p:nvSpPr>
          <p:cNvPr id="804" name="Google Shape;804;p42"/>
          <p:cNvSpPr txBox="1"/>
          <p:nvPr>
            <p:ph idx="1" type="subTitle"/>
          </p:nvPr>
        </p:nvSpPr>
        <p:spPr>
          <a:xfrm>
            <a:off x="2518507" y="2718654"/>
            <a:ext cx="4107000" cy="472500"/>
          </a:xfrm>
          <a:prstGeom prst="rect">
            <a:avLst/>
          </a:prstGeom>
        </p:spPr>
        <p:txBody>
          <a:bodyPr anchorCtr="0" anchor="t" bIns="0" lIns="91425" spcFirstLastPara="1" rIns="91425" wrap="square" tIns="0">
            <a:noAutofit/>
          </a:bodyPr>
          <a:lstStyle>
            <a:lvl1pPr lvl="0" rtl="0" algn="ctr">
              <a:lnSpc>
                <a:spcPct val="100000"/>
              </a:lnSpc>
              <a:spcBef>
                <a:spcPts val="0"/>
              </a:spcBef>
              <a:spcAft>
                <a:spcPts val="0"/>
              </a:spcAft>
              <a:buSzPts val="1800"/>
              <a:buNone/>
              <a:defRPr/>
            </a:lvl1pPr>
            <a:lvl2pPr lvl="1" rtl="0">
              <a:lnSpc>
                <a:spcPct val="100000"/>
              </a:lnSpc>
              <a:spcBef>
                <a:spcPts val="0"/>
              </a:spcBef>
              <a:spcAft>
                <a:spcPts val="0"/>
              </a:spcAft>
              <a:buSzPts val="1800"/>
              <a:buNone/>
              <a:defRPr sz="1800"/>
            </a:lvl2pPr>
            <a:lvl3pPr lvl="2" rtl="0">
              <a:lnSpc>
                <a:spcPct val="100000"/>
              </a:lnSpc>
              <a:spcBef>
                <a:spcPts val="0"/>
              </a:spcBef>
              <a:spcAft>
                <a:spcPts val="0"/>
              </a:spcAft>
              <a:buSzPts val="1800"/>
              <a:buNone/>
              <a:defRPr sz="1800"/>
            </a:lvl3pPr>
            <a:lvl4pPr lvl="3" rtl="0">
              <a:lnSpc>
                <a:spcPct val="100000"/>
              </a:lnSpc>
              <a:spcBef>
                <a:spcPts val="0"/>
              </a:spcBef>
              <a:spcAft>
                <a:spcPts val="0"/>
              </a:spcAft>
              <a:buSzPts val="1800"/>
              <a:buNone/>
              <a:defRPr sz="1800"/>
            </a:lvl4pPr>
            <a:lvl5pPr lvl="4" rtl="0">
              <a:lnSpc>
                <a:spcPct val="100000"/>
              </a:lnSpc>
              <a:spcBef>
                <a:spcPts val="0"/>
              </a:spcBef>
              <a:spcAft>
                <a:spcPts val="0"/>
              </a:spcAft>
              <a:buSzPts val="1800"/>
              <a:buNone/>
              <a:defRPr sz="1800"/>
            </a:lvl5pPr>
            <a:lvl6pPr lvl="5" rtl="0">
              <a:lnSpc>
                <a:spcPct val="100000"/>
              </a:lnSpc>
              <a:spcBef>
                <a:spcPts val="0"/>
              </a:spcBef>
              <a:spcAft>
                <a:spcPts val="0"/>
              </a:spcAft>
              <a:buSzPts val="1800"/>
              <a:buNone/>
              <a:defRPr sz="1800"/>
            </a:lvl6pPr>
            <a:lvl7pPr lvl="6" rtl="0">
              <a:lnSpc>
                <a:spcPct val="100000"/>
              </a:lnSpc>
              <a:spcBef>
                <a:spcPts val="0"/>
              </a:spcBef>
              <a:spcAft>
                <a:spcPts val="0"/>
              </a:spcAft>
              <a:buSzPts val="1800"/>
              <a:buNone/>
              <a:defRPr sz="1800"/>
            </a:lvl7pPr>
            <a:lvl8pPr lvl="7" rtl="0">
              <a:lnSpc>
                <a:spcPct val="100000"/>
              </a:lnSpc>
              <a:spcBef>
                <a:spcPts val="0"/>
              </a:spcBef>
              <a:spcAft>
                <a:spcPts val="0"/>
              </a:spcAft>
              <a:buSzPts val="1800"/>
              <a:buNone/>
              <a:defRPr sz="1800"/>
            </a:lvl8pPr>
            <a:lvl9pPr lvl="8" rtl="0">
              <a:lnSpc>
                <a:spcPct val="100000"/>
              </a:lnSpc>
              <a:spcBef>
                <a:spcPts val="0"/>
              </a:spcBef>
              <a:spcAft>
                <a:spcPts val="0"/>
              </a:spcAft>
              <a:buSzPts val="1800"/>
              <a:buNone/>
              <a:defRPr sz="1800"/>
            </a:lvl9pPr>
          </a:lstStyle>
          <a:p/>
        </p:txBody>
      </p:sp>
      <p:sp>
        <p:nvSpPr>
          <p:cNvPr id="805" name="Google Shape;805;p42"/>
          <p:cNvSpPr txBox="1"/>
          <p:nvPr>
            <p:ph idx="4" type="subTitle"/>
          </p:nvPr>
        </p:nvSpPr>
        <p:spPr>
          <a:xfrm>
            <a:off x="2518507" y="1366104"/>
            <a:ext cx="4107000" cy="472500"/>
          </a:xfrm>
          <a:prstGeom prst="rect">
            <a:avLst/>
          </a:prstGeom>
        </p:spPr>
        <p:txBody>
          <a:bodyPr anchorCtr="0" anchor="t" bIns="0" lIns="91425" spcFirstLastPara="1" rIns="91425" wrap="square" tIns="0">
            <a:noAutofit/>
          </a:bodyPr>
          <a:lstStyle>
            <a:lvl1pPr lvl="0" rtl="0" algn="ctr">
              <a:lnSpc>
                <a:spcPct val="100000"/>
              </a:lnSpc>
              <a:spcBef>
                <a:spcPts val="0"/>
              </a:spcBef>
              <a:spcAft>
                <a:spcPts val="0"/>
              </a:spcAft>
              <a:buSzPts val="1800"/>
              <a:buNone/>
              <a:defRPr/>
            </a:lvl1pPr>
            <a:lvl2pPr lvl="1" rtl="0">
              <a:lnSpc>
                <a:spcPct val="100000"/>
              </a:lnSpc>
              <a:spcBef>
                <a:spcPts val="0"/>
              </a:spcBef>
              <a:spcAft>
                <a:spcPts val="0"/>
              </a:spcAft>
              <a:buSzPts val="1800"/>
              <a:buNone/>
              <a:defRPr sz="1800"/>
            </a:lvl2pPr>
            <a:lvl3pPr lvl="2" rtl="0">
              <a:lnSpc>
                <a:spcPct val="100000"/>
              </a:lnSpc>
              <a:spcBef>
                <a:spcPts val="0"/>
              </a:spcBef>
              <a:spcAft>
                <a:spcPts val="0"/>
              </a:spcAft>
              <a:buSzPts val="1800"/>
              <a:buNone/>
              <a:defRPr sz="1800"/>
            </a:lvl3pPr>
            <a:lvl4pPr lvl="3" rtl="0">
              <a:lnSpc>
                <a:spcPct val="100000"/>
              </a:lnSpc>
              <a:spcBef>
                <a:spcPts val="0"/>
              </a:spcBef>
              <a:spcAft>
                <a:spcPts val="0"/>
              </a:spcAft>
              <a:buSzPts val="1800"/>
              <a:buNone/>
              <a:defRPr sz="1800"/>
            </a:lvl4pPr>
            <a:lvl5pPr lvl="4" rtl="0">
              <a:lnSpc>
                <a:spcPct val="100000"/>
              </a:lnSpc>
              <a:spcBef>
                <a:spcPts val="0"/>
              </a:spcBef>
              <a:spcAft>
                <a:spcPts val="0"/>
              </a:spcAft>
              <a:buSzPts val="1800"/>
              <a:buNone/>
              <a:defRPr sz="1800"/>
            </a:lvl5pPr>
            <a:lvl6pPr lvl="5" rtl="0">
              <a:lnSpc>
                <a:spcPct val="100000"/>
              </a:lnSpc>
              <a:spcBef>
                <a:spcPts val="0"/>
              </a:spcBef>
              <a:spcAft>
                <a:spcPts val="0"/>
              </a:spcAft>
              <a:buSzPts val="1800"/>
              <a:buNone/>
              <a:defRPr sz="1800"/>
            </a:lvl6pPr>
            <a:lvl7pPr lvl="6" rtl="0">
              <a:lnSpc>
                <a:spcPct val="100000"/>
              </a:lnSpc>
              <a:spcBef>
                <a:spcPts val="0"/>
              </a:spcBef>
              <a:spcAft>
                <a:spcPts val="0"/>
              </a:spcAft>
              <a:buSzPts val="1800"/>
              <a:buNone/>
              <a:defRPr sz="1800"/>
            </a:lvl7pPr>
            <a:lvl8pPr lvl="7" rtl="0">
              <a:lnSpc>
                <a:spcPct val="100000"/>
              </a:lnSpc>
              <a:spcBef>
                <a:spcPts val="0"/>
              </a:spcBef>
              <a:spcAft>
                <a:spcPts val="0"/>
              </a:spcAft>
              <a:buSzPts val="1800"/>
              <a:buNone/>
              <a:defRPr sz="1800"/>
            </a:lvl8pPr>
            <a:lvl9pPr lvl="8" rtl="0">
              <a:lnSpc>
                <a:spcPct val="100000"/>
              </a:lnSpc>
              <a:spcBef>
                <a:spcPts val="0"/>
              </a:spcBef>
              <a:spcAft>
                <a:spcPts val="0"/>
              </a:spcAft>
              <a:buSzPts val="1800"/>
              <a:buNone/>
              <a:defRPr sz="1800"/>
            </a:lvl9pPr>
          </a:lstStyle>
          <a:p/>
        </p:txBody>
      </p:sp>
      <p:sp>
        <p:nvSpPr>
          <p:cNvPr id="806" name="Google Shape;806;p42"/>
          <p:cNvSpPr txBox="1"/>
          <p:nvPr>
            <p:ph idx="5" type="subTitle"/>
          </p:nvPr>
        </p:nvSpPr>
        <p:spPr>
          <a:xfrm>
            <a:off x="2518493" y="4087430"/>
            <a:ext cx="4107000" cy="472500"/>
          </a:xfrm>
          <a:prstGeom prst="rect">
            <a:avLst/>
          </a:prstGeom>
        </p:spPr>
        <p:txBody>
          <a:bodyPr anchorCtr="0" anchor="t" bIns="0" lIns="91425" spcFirstLastPara="1" rIns="91425" wrap="square" tIns="0">
            <a:noAutofit/>
          </a:bodyPr>
          <a:lstStyle>
            <a:lvl1pPr lvl="0" rtl="0" algn="ctr">
              <a:lnSpc>
                <a:spcPct val="100000"/>
              </a:lnSpc>
              <a:spcBef>
                <a:spcPts val="0"/>
              </a:spcBef>
              <a:spcAft>
                <a:spcPts val="0"/>
              </a:spcAft>
              <a:buSzPts val="1800"/>
              <a:buNone/>
              <a:defRPr/>
            </a:lvl1pPr>
            <a:lvl2pPr lvl="1" rtl="0">
              <a:lnSpc>
                <a:spcPct val="100000"/>
              </a:lnSpc>
              <a:spcBef>
                <a:spcPts val="0"/>
              </a:spcBef>
              <a:spcAft>
                <a:spcPts val="0"/>
              </a:spcAft>
              <a:buSzPts val="1800"/>
              <a:buNone/>
              <a:defRPr sz="1800"/>
            </a:lvl2pPr>
            <a:lvl3pPr lvl="2" rtl="0">
              <a:lnSpc>
                <a:spcPct val="100000"/>
              </a:lnSpc>
              <a:spcBef>
                <a:spcPts val="0"/>
              </a:spcBef>
              <a:spcAft>
                <a:spcPts val="0"/>
              </a:spcAft>
              <a:buSzPts val="1800"/>
              <a:buNone/>
              <a:defRPr sz="1800"/>
            </a:lvl3pPr>
            <a:lvl4pPr lvl="3" rtl="0">
              <a:lnSpc>
                <a:spcPct val="100000"/>
              </a:lnSpc>
              <a:spcBef>
                <a:spcPts val="0"/>
              </a:spcBef>
              <a:spcAft>
                <a:spcPts val="0"/>
              </a:spcAft>
              <a:buSzPts val="1800"/>
              <a:buNone/>
              <a:defRPr sz="1800"/>
            </a:lvl4pPr>
            <a:lvl5pPr lvl="4" rtl="0">
              <a:lnSpc>
                <a:spcPct val="100000"/>
              </a:lnSpc>
              <a:spcBef>
                <a:spcPts val="0"/>
              </a:spcBef>
              <a:spcAft>
                <a:spcPts val="0"/>
              </a:spcAft>
              <a:buSzPts val="1800"/>
              <a:buNone/>
              <a:defRPr sz="1800"/>
            </a:lvl5pPr>
            <a:lvl6pPr lvl="5" rtl="0">
              <a:lnSpc>
                <a:spcPct val="100000"/>
              </a:lnSpc>
              <a:spcBef>
                <a:spcPts val="0"/>
              </a:spcBef>
              <a:spcAft>
                <a:spcPts val="0"/>
              </a:spcAft>
              <a:buSzPts val="1800"/>
              <a:buNone/>
              <a:defRPr sz="1800"/>
            </a:lvl6pPr>
            <a:lvl7pPr lvl="6" rtl="0">
              <a:lnSpc>
                <a:spcPct val="100000"/>
              </a:lnSpc>
              <a:spcBef>
                <a:spcPts val="0"/>
              </a:spcBef>
              <a:spcAft>
                <a:spcPts val="0"/>
              </a:spcAft>
              <a:buSzPts val="1800"/>
              <a:buNone/>
              <a:defRPr sz="1800"/>
            </a:lvl7pPr>
            <a:lvl8pPr lvl="7" rtl="0">
              <a:lnSpc>
                <a:spcPct val="100000"/>
              </a:lnSpc>
              <a:spcBef>
                <a:spcPts val="0"/>
              </a:spcBef>
              <a:spcAft>
                <a:spcPts val="0"/>
              </a:spcAft>
              <a:buSzPts val="1800"/>
              <a:buNone/>
              <a:defRPr sz="1800"/>
            </a:lvl8pPr>
            <a:lvl9pPr lvl="8" rtl="0">
              <a:lnSpc>
                <a:spcPct val="100000"/>
              </a:lnSpc>
              <a:spcBef>
                <a:spcPts val="0"/>
              </a:spcBef>
              <a:spcAft>
                <a:spcPts val="0"/>
              </a:spcAft>
              <a:buSzPts val="1800"/>
              <a:buNone/>
              <a:defRPr sz="1800"/>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1">
  <p:cSld name="CUSTOM_6_1">
    <p:spTree>
      <p:nvGrpSpPr>
        <p:cNvPr id="807" name="Shape 807"/>
        <p:cNvGrpSpPr/>
        <p:nvPr/>
      </p:nvGrpSpPr>
      <p:grpSpPr>
        <a:xfrm>
          <a:off x="0" y="0"/>
          <a:ext cx="0" cy="0"/>
          <a:chOff x="0" y="0"/>
          <a:chExt cx="0" cy="0"/>
        </a:xfrm>
      </p:grpSpPr>
      <p:sp>
        <p:nvSpPr>
          <p:cNvPr id="808" name="Google Shape;808;p43"/>
          <p:cNvSpPr/>
          <p:nvPr/>
        </p:nvSpPr>
        <p:spPr>
          <a:xfrm>
            <a:off x="319050" y="283350"/>
            <a:ext cx="8505900" cy="4576800"/>
          </a:xfrm>
          <a:prstGeom prst="roundRect">
            <a:avLst>
              <a:gd fmla="val 3396" name="adj"/>
            </a:avLst>
          </a:prstGeom>
          <a:solidFill>
            <a:schemeClr val="accent4"/>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09" name="Google Shape;809;p43"/>
          <p:cNvGrpSpPr/>
          <p:nvPr/>
        </p:nvGrpSpPr>
        <p:grpSpPr>
          <a:xfrm flipH="1">
            <a:off x="348" y="-6"/>
            <a:ext cx="8806136" cy="5143519"/>
            <a:chOff x="362298" y="-6"/>
            <a:chExt cx="8806136" cy="5143519"/>
          </a:xfrm>
        </p:grpSpPr>
        <p:sp>
          <p:nvSpPr>
            <p:cNvPr id="810" name="Google Shape;810;p43"/>
            <p:cNvSpPr/>
            <p:nvPr/>
          </p:nvSpPr>
          <p:spPr>
            <a:xfrm>
              <a:off x="7132742" y="2"/>
              <a:ext cx="1612254" cy="1208486"/>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 name="Google Shape;811;p43"/>
            <p:cNvSpPr/>
            <p:nvPr/>
          </p:nvSpPr>
          <p:spPr>
            <a:xfrm>
              <a:off x="6426313" y="-6"/>
              <a:ext cx="1250789" cy="937634"/>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 name="Google Shape;812;p43"/>
            <p:cNvSpPr/>
            <p:nvPr/>
          </p:nvSpPr>
          <p:spPr>
            <a:xfrm>
              <a:off x="362298" y="3878776"/>
              <a:ext cx="1664900" cy="1264737"/>
            </a:xfrm>
            <a:custGeom>
              <a:rect b="b" l="l" r="r" t="t"/>
              <a:pathLst>
                <a:path extrusionOk="0" h="19743" w="24157">
                  <a:moveTo>
                    <a:pt x="1676" y="0"/>
                  </a:moveTo>
                  <a:cubicBezTo>
                    <a:pt x="1185" y="0"/>
                    <a:pt x="818" y="164"/>
                    <a:pt x="491" y="532"/>
                  </a:cubicBezTo>
                  <a:cubicBezTo>
                    <a:pt x="0" y="1022"/>
                    <a:pt x="0" y="2044"/>
                    <a:pt x="654" y="2575"/>
                  </a:cubicBezTo>
                  <a:lnTo>
                    <a:pt x="19742" y="19743"/>
                  </a:lnTo>
                  <a:lnTo>
                    <a:pt x="24157" y="19743"/>
                  </a:lnTo>
                  <a:lnTo>
                    <a:pt x="2534" y="327"/>
                  </a:lnTo>
                  <a:cubicBezTo>
                    <a:pt x="2371" y="0"/>
                    <a:pt x="2044" y="0"/>
                    <a:pt x="1676"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 name="Google Shape;813;p43"/>
            <p:cNvSpPr/>
            <p:nvPr/>
          </p:nvSpPr>
          <p:spPr>
            <a:xfrm>
              <a:off x="7972352" y="1076324"/>
              <a:ext cx="1196082" cy="1134709"/>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14" name="Google Shape;814;p43"/>
          <p:cNvSpPr/>
          <p:nvPr/>
        </p:nvSpPr>
        <p:spPr>
          <a:xfrm flipH="1" rot="10800000">
            <a:off x="7953723" y="1952624"/>
            <a:ext cx="1196082" cy="1134709"/>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15" name="Google Shape;815;p43"/>
          <p:cNvGrpSpPr/>
          <p:nvPr/>
        </p:nvGrpSpPr>
        <p:grpSpPr>
          <a:xfrm>
            <a:off x="4281415" y="75177"/>
            <a:ext cx="581170" cy="125403"/>
            <a:chOff x="4685288" y="186288"/>
            <a:chExt cx="419375" cy="90485"/>
          </a:xfrm>
        </p:grpSpPr>
        <p:sp>
          <p:nvSpPr>
            <p:cNvPr id="816" name="Google Shape;816;p43"/>
            <p:cNvSpPr/>
            <p:nvPr/>
          </p:nvSpPr>
          <p:spPr>
            <a:xfrm>
              <a:off x="4687513" y="186288"/>
              <a:ext cx="414900" cy="822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17" name="Google Shape;817;p43"/>
            <p:cNvGrpSpPr/>
            <p:nvPr/>
          </p:nvGrpSpPr>
          <p:grpSpPr>
            <a:xfrm>
              <a:off x="4685288" y="186300"/>
              <a:ext cx="419375" cy="90473"/>
              <a:chOff x="4390000" y="182175"/>
              <a:chExt cx="419375" cy="90473"/>
            </a:xfrm>
          </p:grpSpPr>
          <p:sp>
            <p:nvSpPr>
              <p:cNvPr id="818" name="Google Shape;818;p43"/>
              <p:cNvSpPr/>
              <p:nvPr/>
            </p:nvSpPr>
            <p:spPr>
              <a:xfrm>
                <a:off x="4390000" y="182175"/>
                <a:ext cx="419375" cy="90473"/>
              </a:xfrm>
              <a:custGeom>
                <a:rect b="b" l="l" r="r" t="t"/>
                <a:pathLst>
                  <a:path extrusionOk="0" h="1906" w="8835">
                    <a:moveTo>
                      <a:pt x="7882" y="155"/>
                    </a:moveTo>
                    <a:cubicBezTo>
                      <a:pt x="8323" y="155"/>
                      <a:pt x="8680" y="512"/>
                      <a:pt x="8680" y="953"/>
                    </a:cubicBezTo>
                    <a:cubicBezTo>
                      <a:pt x="8680" y="1393"/>
                      <a:pt x="8323" y="1750"/>
                      <a:pt x="7882" y="1750"/>
                    </a:cubicBezTo>
                    <a:lnTo>
                      <a:pt x="953" y="1750"/>
                    </a:lnTo>
                    <a:cubicBezTo>
                      <a:pt x="512" y="1750"/>
                      <a:pt x="155" y="1393"/>
                      <a:pt x="155" y="953"/>
                    </a:cubicBezTo>
                    <a:cubicBezTo>
                      <a:pt x="155" y="512"/>
                      <a:pt x="512" y="155"/>
                      <a:pt x="953" y="155"/>
                    </a:cubicBezTo>
                    <a:close/>
                    <a:moveTo>
                      <a:pt x="953" y="0"/>
                    </a:moveTo>
                    <a:cubicBezTo>
                      <a:pt x="429" y="0"/>
                      <a:pt x="0" y="429"/>
                      <a:pt x="0" y="953"/>
                    </a:cubicBezTo>
                    <a:cubicBezTo>
                      <a:pt x="0" y="1476"/>
                      <a:pt x="429" y="1905"/>
                      <a:pt x="953" y="1905"/>
                    </a:cubicBezTo>
                    <a:lnTo>
                      <a:pt x="7882" y="1905"/>
                    </a:lnTo>
                    <a:cubicBezTo>
                      <a:pt x="8406" y="1905"/>
                      <a:pt x="8835" y="1476"/>
                      <a:pt x="8835" y="953"/>
                    </a:cubicBezTo>
                    <a:cubicBezTo>
                      <a:pt x="8835" y="429"/>
                      <a:pt x="8406" y="0"/>
                      <a:pt x="7882"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 name="Google Shape;819;p43"/>
              <p:cNvSpPr/>
              <p:nvPr/>
            </p:nvSpPr>
            <p:spPr>
              <a:xfrm>
                <a:off x="4464048" y="201352"/>
                <a:ext cx="52024" cy="52072"/>
              </a:xfrm>
              <a:custGeom>
                <a:rect b="b" l="l" r="r" t="t"/>
                <a:pathLst>
                  <a:path extrusionOk="0" h="1097" w="1096">
                    <a:moveTo>
                      <a:pt x="548" y="144"/>
                    </a:moveTo>
                    <a:cubicBezTo>
                      <a:pt x="774" y="144"/>
                      <a:pt x="953" y="322"/>
                      <a:pt x="953" y="549"/>
                    </a:cubicBezTo>
                    <a:cubicBezTo>
                      <a:pt x="953" y="763"/>
                      <a:pt x="774" y="941"/>
                      <a:pt x="548" y="941"/>
                    </a:cubicBezTo>
                    <a:cubicBezTo>
                      <a:pt x="333" y="941"/>
                      <a:pt x="155" y="763"/>
                      <a:pt x="155" y="549"/>
                    </a:cubicBezTo>
                    <a:cubicBezTo>
                      <a:pt x="155" y="322"/>
                      <a:pt x="333" y="144"/>
                      <a:pt x="548" y="144"/>
                    </a:cubicBezTo>
                    <a:close/>
                    <a:moveTo>
                      <a:pt x="548" y="1"/>
                    </a:moveTo>
                    <a:cubicBezTo>
                      <a:pt x="250" y="1"/>
                      <a:pt x="0" y="251"/>
                      <a:pt x="0" y="549"/>
                    </a:cubicBezTo>
                    <a:cubicBezTo>
                      <a:pt x="0" y="846"/>
                      <a:pt x="250" y="1096"/>
                      <a:pt x="548" y="1096"/>
                    </a:cubicBezTo>
                    <a:cubicBezTo>
                      <a:pt x="845" y="1096"/>
                      <a:pt x="1095" y="846"/>
                      <a:pt x="1095" y="549"/>
                    </a:cubicBezTo>
                    <a:cubicBezTo>
                      <a:pt x="1095" y="251"/>
                      <a:pt x="845" y="1"/>
                      <a:pt x="54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820" name="Google Shape;820;p43"/>
          <p:cNvSpPr txBox="1"/>
          <p:nvPr>
            <p:ph idx="1" type="subTitle"/>
          </p:nvPr>
        </p:nvSpPr>
        <p:spPr>
          <a:xfrm>
            <a:off x="1047800" y="3840600"/>
            <a:ext cx="3277500" cy="5778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21" name="Google Shape;821;p43"/>
          <p:cNvSpPr txBox="1"/>
          <p:nvPr>
            <p:ph idx="2" type="subTitle"/>
          </p:nvPr>
        </p:nvSpPr>
        <p:spPr>
          <a:xfrm>
            <a:off x="4818700" y="3840600"/>
            <a:ext cx="3277500" cy="5778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22" name="Google Shape;822;p43"/>
          <p:cNvSpPr txBox="1"/>
          <p:nvPr>
            <p:ph hasCustomPrompt="1" type="title"/>
          </p:nvPr>
        </p:nvSpPr>
        <p:spPr>
          <a:xfrm>
            <a:off x="4818700" y="3302925"/>
            <a:ext cx="3277500" cy="3867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3600"/>
              <a:buNone/>
              <a:defRPr b="1" sz="3000"/>
            </a:lvl1pPr>
            <a:lvl2pPr lvl="1" rtl="0" algn="ctr">
              <a:spcBef>
                <a:spcPts val="0"/>
              </a:spcBef>
              <a:spcAft>
                <a:spcPts val="0"/>
              </a:spcAft>
              <a:buClr>
                <a:schemeClr val="accent5"/>
              </a:buClr>
              <a:buSzPts val="3600"/>
              <a:buFont typeface="DM Sans"/>
              <a:buNone/>
              <a:defRPr sz="3600">
                <a:solidFill>
                  <a:schemeClr val="accent5"/>
                </a:solidFill>
                <a:latin typeface="DM Sans"/>
                <a:ea typeface="DM Sans"/>
                <a:cs typeface="DM Sans"/>
                <a:sym typeface="DM Sans"/>
              </a:defRPr>
            </a:lvl2pPr>
            <a:lvl3pPr lvl="2" rtl="0" algn="ctr">
              <a:spcBef>
                <a:spcPts val="0"/>
              </a:spcBef>
              <a:spcAft>
                <a:spcPts val="0"/>
              </a:spcAft>
              <a:buClr>
                <a:schemeClr val="accent5"/>
              </a:buClr>
              <a:buSzPts val="3600"/>
              <a:buFont typeface="DM Sans"/>
              <a:buNone/>
              <a:defRPr sz="3600">
                <a:solidFill>
                  <a:schemeClr val="accent5"/>
                </a:solidFill>
                <a:latin typeface="DM Sans"/>
                <a:ea typeface="DM Sans"/>
                <a:cs typeface="DM Sans"/>
                <a:sym typeface="DM Sans"/>
              </a:defRPr>
            </a:lvl3pPr>
            <a:lvl4pPr lvl="3" rtl="0" algn="ctr">
              <a:spcBef>
                <a:spcPts val="0"/>
              </a:spcBef>
              <a:spcAft>
                <a:spcPts val="0"/>
              </a:spcAft>
              <a:buClr>
                <a:schemeClr val="accent5"/>
              </a:buClr>
              <a:buSzPts val="3600"/>
              <a:buFont typeface="DM Sans"/>
              <a:buNone/>
              <a:defRPr sz="3600">
                <a:solidFill>
                  <a:schemeClr val="accent5"/>
                </a:solidFill>
                <a:latin typeface="DM Sans"/>
                <a:ea typeface="DM Sans"/>
                <a:cs typeface="DM Sans"/>
                <a:sym typeface="DM Sans"/>
              </a:defRPr>
            </a:lvl4pPr>
            <a:lvl5pPr lvl="4" rtl="0" algn="ctr">
              <a:spcBef>
                <a:spcPts val="0"/>
              </a:spcBef>
              <a:spcAft>
                <a:spcPts val="0"/>
              </a:spcAft>
              <a:buClr>
                <a:schemeClr val="accent5"/>
              </a:buClr>
              <a:buSzPts val="3600"/>
              <a:buFont typeface="DM Sans"/>
              <a:buNone/>
              <a:defRPr sz="3600">
                <a:solidFill>
                  <a:schemeClr val="accent5"/>
                </a:solidFill>
                <a:latin typeface="DM Sans"/>
                <a:ea typeface="DM Sans"/>
                <a:cs typeface="DM Sans"/>
                <a:sym typeface="DM Sans"/>
              </a:defRPr>
            </a:lvl5pPr>
            <a:lvl6pPr lvl="5" rtl="0" algn="ctr">
              <a:spcBef>
                <a:spcPts val="0"/>
              </a:spcBef>
              <a:spcAft>
                <a:spcPts val="0"/>
              </a:spcAft>
              <a:buClr>
                <a:schemeClr val="accent5"/>
              </a:buClr>
              <a:buSzPts val="3600"/>
              <a:buFont typeface="DM Sans"/>
              <a:buNone/>
              <a:defRPr sz="3600">
                <a:solidFill>
                  <a:schemeClr val="accent5"/>
                </a:solidFill>
                <a:latin typeface="DM Sans"/>
                <a:ea typeface="DM Sans"/>
                <a:cs typeface="DM Sans"/>
                <a:sym typeface="DM Sans"/>
              </a:defRPr>
            </a:lvl6pPr>
            <a:lvl7pPr lvl="6" rtl="0" algn="ctr">
              <a:spcBef>
                <a:spcPts val="0"/>
              </a:spcBef>
              <a:spcAft>
                <a:spcPts val="0"/>
              </a:spcAft>
              <a:buClr>
                <a:schemeClr val="accent5"/>
              </a:buClr>
              <a:buSzPts val="3600"/>
              <a:buFont typeface="DM Sans"/>
              <a:buNone/>
              <a:defRPr sz="3600">
                <a:solidFill>
                  <a:schemeClr val="accent5"/>
                </a:solidFill>
                <a:latin typeface="DM Sans"/>
                <a:ea typeface="DM Sans"/>
                <a:cs typeface="DM Sans"/>
                <a:sym typeface="DM Sans"/>
              </a:defRPr>
            </a:lvl7pPr>
            <a:lvl8pPr lvl="7" rtl="0" algn="ctr">
              <a:spcBef>
                <a:spcPts val="0"/>
              </a:spcBef>
              <a:spcAft>
                <a:spcPts val="0"/>
              </a:spcAft>
              <a:buClr>
                <a:schemeClr val="accent5"/>
              </a:buClr>
              <a:buSzPts val="3600"/>
              <a:buFont typeface="DM Sans"/>
              <a:buNone/>
              <a:defRPr sz="3600">
                <a:solidFill>
                  <a:schemeClr val="accent5"/>
                </a:solidFill>
                <a:latin typeface="DM Sans"/>
                <a:ea typeface="DM Sans"/>
                <a:cs typeface="DM Sans"/>
                <a:sym typeface="DM Sans"/>
              </a:defRPr>
            </a:lvl8pPr>
            <a:lvl9pPr lvl="8" rtl="0" algn="ctr">
              <a:spcBef>
                <a:spcPts val="0"/>
              </a:spcBef>
              <a:spcAft>
                <a:spcPts val="0"/>
              </a:spcAft>
              <a:buClr>
                <a:schemeClr val="accent5"/>
              </a:buClr>
              <a:buSzPts val="3600"/>
              <a:buFont typeface="DM Sans"/>
              <a:buNone/>
              <a:defRPr sz="3600">
                <a:solidFill>
                  <a:schemeClr val="accent5"/>
                </a:solidFill>
                <a:latin typeface="DM Sans"/>
                <a:ea typeface="DM Sans"/>
                <a:cs typeface="DM Sans"/>
                <a:sym typeface="DM Sans"/>
              </a:defRPr>
            </a:lvl9pPr>
          </a:lstStyle>
          <a:p>
            <a:r>
              <a:t>xx%</a:t>
            </a:r>
          </a:p>
        </p:txBody>
      </p:sp>
      <p:sp>
        <p:nvSpPr>
          <p:cNvPr id="823" name="Google Shape;823;p43"/>
          <p:cNvSpPr txBox="1"/>
          <p:nvPr>
            <p:ph hasCustomPrompt="1" idx="3" type="title"/>
          </p:nvPr>
        </p:nvSpPr>
        <p:spPr>
          <a:xfrm>
            <a:off x="1047800" y="3302925"/>
            <a:ext cx="3277500" cy="3867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3600"/>
              <a:buNone/>
              <a:defRPr b="1" sz="3000"/>
            </a:lvl1pPr>
            <a:lvl2pPr lvl="1" rtl="0" algn="ctr">
              <a:spcBef>
                <a:spcPts val="0"/>
              </a:spcBef>
              <a:spcAft>
                <a:spcPts val="0"/>
              </a:spcAft>
              <a:buClr>
                <a:schemeClr val="accent5"/>
              </a:buClr>
              <a:buSzPts val="3600"/>
              <a:buFont typeface="DM Sans"/>
              <a:buNone/>
              <a:defRPr sz="3600">
                <a:solidFill>
                  <a:schemeClr val="accent5"/>
                </a:solidFill>
                <a:latin typeface="DM Sans"/>
                <a:ea typeface="DM Sans"/>
                <a:cs typeface="DM Sans"/>
                <a:sym typeface="DM Sans"/>
              </a:defRPr>
            </a:lvl2pPr>
            <a:lvl3pPr lvl="2" rtl="0" algn="ctr">
              <a:spcBef>
                <a:spcPts val="0"/>
              </a:spcBef>
              <a:spcAft>
                <a:spcPts val="0"/>
              </a:spcAft>
              <a:buClr>
                <a:schemeClr val="accent5"/>
              </a:buClr>
              <a:buSzPts val="3600"/>
              <a:buFont typeface="DM Sans"/>
              <a:buNone/>
              <a:defRPr sz="3600">
                <a:solidFill>
                  <a:schemeClr val="accent5"/>
                </a:solidFill>
                <a:latin typeface="DM Sans"/>
                <a:ea typeface="DM Sans"/>
                <a:cs typeface="DM Sans"/>
                <a:sym typeface="DM Sans"/>
              </a:defRPr>
            </a:lvl3pPr>
            <a:lvl4pPr lvl="3" rtl="0" algn="ctr">
              <a:spcBef>
                <a:spcPts val="0"/>
              </a:spcBef>
              <a:spcAft>
                <a:spcPts val="0"/>
              </a:spcAft>
              <a:buClr>
                <a:schemeClr val="accent5"/>
              </a:buClr>
              <a:buSzPts val="3600"/>
              <a:buFont typeface="DM Sans"/>
              <a:buNone/>
              <a:defRPr sz="3600">
                <a:solidFill>
                  <a:schemeClr val="accent5"/>
                </a:solidFill>
                <a:latin typeface="DM Sans"/>
                <a:ea typeface="DM Sans"/>
                <a:cs typeface="DM Sans"/>
                <a:sym typeface="DM Sans"/>
              </a:defRPr>
            </a:lvl4pPr>
            <a:lvl5pPr lvl="4" rtl="0" algn="ctr">
              <a:spcBef>
                <a:spcPts val="0"/>
              </a:spcBef>
              <a:spcAft>
                <a:spcPts val="0"/>
              </a:spcAft>
              <a:buClr>
                <a:schemeClr val="accent5"/>
              </a:buClr>
              <a:buSzPts val="3600"/>
              <a:buFont typeface="DM Sans"/>
              <a:buNone/>
              <a:defRPr sz="3600">
                <a:solidFill>
                  <a:schemeClr val="accent5"/>
                </a:solidFill>
                <a:latin typeface="DM Sans"/>
                <a:ea typeface="DM Sans"/>
                <a:cs typeface="DM Sans"/>
                <a:sym typeface="DM Sans"/>
              </a:defRPr>
            </a:lvl5pPr>
            <a:lvl6pPr lvl="5" rtl="0" algn="ctr">
              <a:spcBef>
                <a:spcPts val="0"/>
              </a:spcBef>
              <a:spcAft>
                <a:spcPts val="0"/>
              </a:spcAft>
              <a:buClr>
                <a:schemeClr val="accent5"/>
              </a:buClr>
              <a:buSzPts val="3600"/>
              <a:buFont typeface="DM Sans"/>
              <a:buNone/>
              <a:defRPr sz="3600">
                <a:solidFill>
                  <a:schemeClr val="accent5"/>
                </a:solidFill>
                <a:latin typeface="DM Sans"/>
                <a:ea typeface="DM Sans"/>
                <a:cs typeface="DM Sans"/>
                <a:sym typeface="DM Sans"/>
              </a:defRPr>
            </a:lvl6pPr>
            <a:lvl7pPr lvl="6" rtl="0" algn="ctr">
              <a:spcBef>
                <a:spcPts val="0"/>
              </a:spcBef>
              <a:spcAft>
                <a:spcPts val="0"/>
              </a:spcAft>
              <a:buClr>
                <a:schemeClr val="accent5"/>
              </a:buClr>
              <a:buSzPts val="3600"/>
              <a:buFont typeface="DM Sans"/>
              <a:buNone/>
              <a:defRPr sz="3600">
                <a:solidFill>
                  <a:schemeClr val="accent5"/>
                </a:solidFill>
                <a:latin typeface="DM Sans"/>
                <a:ea typeface="DM Sans"/>
                <a:cs typeface="DM Sans"/>
                <a:sym typeface="DM Sans"/>
              </a:defRPr>
            </a:lvl7pPr>
            <a:lvl8pPr lvl="7" rtl="0" algn="ctr">
              <a:spcBef>
                <a:spcPts val="0"/>
              </a:spcBef>
              <a:spcAft>
                <a:spcPts val="0"/>
              </a:spcAft>
              <a:buClr>
                <a:schemeClr val="accent5"/>
              </a:buClr>
              <a:buSzPts val="3600"/>
              <a:buFont typeface="DM Sans"/>
              <a:buNone/>
              <a:defRPr sz="3600">
                <a:solidFill>
                  <a:schemeClr val="accent5"/>
                </a:solidFill>
                <a:latin typeface="DM Sans"/>
                <a:ea typeface="DM Sans"/>
                <a:cs typeface="DM Sans"/>
                <a:sym typeface="DM Sans"/>
              </a:defRPr>
            </a:lvl8pPr>
            <a:lvl9pPr lvl="8" rtl="0" algn="ctr">
              <a:spcBef>
                <a:spcPts val="0"/>
              </a:spcBef>
              <a:spcAft>
                <a:spcPts val="0"/>
              </a:spcAft>
              <a:buClr>
                <a:schemeClr val="accent5"/>
              </a:buClr>
              <a:buSzPts val="3600"/>
              <a:buFont typeface="DM Sans"/>
              <a:buNone/>
              <a:defRPr sz="3600">
                <a:solidFill>
                  <a:schemeClr val="accent5"/>
                </a:solidFill>
                <a:latin typeface="DM Sans"/>
                <a:ea typeface="DM Sans"/>
                <a:cs typeface="DM Sans"/>
                <a:sym typeface="DM Sans"/>
              </a:defRPr>
            </a:lvl9pPr>
          </a:lstStyle>
          <a:p>
            <a:r>
              <a:t>xx%</a:t>
            </a:r>
          </a:p>
        </p:txBody>
      </p:sp>
      <p:sp>
        <p:nvSpPr>
          <p:cNvPr id="824" name="Google Shape;824;p43"/>
          <p:cNvSpPr txBox="1"/>
          <p:nvPr>
            <p:ph idx="4" type="subTitle"/>
          </p:nvPr>
        </p:nvSpPr>
        <p:spPr>
          <a:xfrm>
            <a:off x="1047800" y="2169250"/>
            <a:ext cx="3277500" cy="5778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25" name="Google Shape;825;p43"/>
          <p:cNvSpPr txBox="1"/>
          <p:nvPr>
            <p:ph idx="5" type="subTitle"/>
          </p:nvPr>
        </p:nvSpPr>
        <p:spPr>
          <a:xfrm>
            <a:off x="4818700" y="2169250"/>
            <a:ext cx="3277500" cy="5778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26" name="Google Shape;826;p43"/>
          <p:cNvSpPr txBox="1"/>
          <p:nvPr>
            <p:ph hasCustomPrompt="1" idx="6" type="title"/>
          </p:nvPr>
        </p:nvSpPr>
        <p:spPr>
          <a:xfrm>
            <a:off x="4818700" y="1636050"/>
            <a:ext cx="3277500" cy="3867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3600"/>
              <a:buNone/>
              <a:defRPr b="1" sz="3000"/>
            </a:lvl1pPr>
            <a:lvl2pPr lvl="1" rtl="0" algn="ctr">
              <a:spcBef>
                <a:spcPts val="0"/>
              </a:spcBef>
              <a:spcAft>
                <a:spcPts val="0"/>
              </a:spcAft>
              <a:buClr>
                <a:schemeClr val="accent5"/>
              </a:buClr>
              <a:buSzPts val="3600"/>
              <a:buFont typeface="DM Sans"/>
              <a:buNone/>
              <a:defRPr sz="3600">
                <a:solidFill>
                  <a:schemeClr val="accent5"/>
                </a:solidFill>
                <a:latin typeface="DM Sans"/>
                <a:ea typeface="DM Sans"/>
                <a:cs typeface="DM Sans"/>
                <a:sym typeface="DM Sans"/>
              </a:defRPr>
            </a:lvl2pPr>
            <a:lvl3pPr lvl="2" rtl="0" algn="ctr">
              <a:spcBef>
                <a:spcPts val="0"/>
              </a:spcBef>
              <a:spcAft>
                <a:spcPts val="0"/>
              </a:spcAft>
              <a:buClr>
                <a:schemeClr val="accent5"/>
              </a:buClr>
              <a:buSzPts val="3600"/>
              <a:buFont typeface="DM Sans"/>
              <a:buNone/>
              <a:defRPr sz="3600">
                <a:solidFill>
                  <a:schemeClr val="accent5"/>
                </a:solidFill>
                <a:latin typeface="DM Sans"/>
                <a:ea typeface="DM Sans"/>
                <a:cs typeface="DM Sans"/>
                <a:sym typeface="DM Sans"/>
              </a:defRPr>
            </a:lvl3pPr>
            <a:lvl4pPr lvl="3" rtl="0" algn="ctr">
              <a:spcBef>
                <a:spcPts val="0"/>
              </a:spcBef>
              <a:spcAft>
                <a:spcPts val="0"/>
              </a:spcAft>
              <a:buClr>
                <a:schemeClr val="accent5"/>
              </a:buClr>
              <a:buSzPts val="3600"/>
              <a:buFont typeface="DM Sans"/>
              <a:buNone/>
              <a:defRPr sz="3600">
                <a:solidFill>
                  <a:schemeClr val="accent5"/>
                </a:solidFill>
                <a:latin typeface="DM Sans"/>
                <a:ea typeface="DM Sans"/>
                <a:cs typeface="DM Sans"/>
                <a:sym typeface="DM Sans"/>
              </a:defRPr>
            </a:lvl4pPr>
            <a:lvl5pPr lvl="4" rtl="0" algn="ctr">
              <a:spcBef>
                <a:spcPts val="0"/>
              </a:spcBef>
              <a:spcAft>
                <a:spcPts val="0"/>
              </a:spcAft>
              <a:buClr>
                <a:schemeClr val="accent5"/>
              </a:buClr>
              <a:buSzPts val="3600"/>
              <a:buFont typeface="DM Sans"/>
              <a:buNone/>
              <a:defRPr sz="3600">
                <a:solidFill>
                  <a:schemeClr val="accent5"/>
                </a:solidFill>
                <a:latin typeface="DM Sans"/>
                <a:ea typeface="DM Sans"/>
                <a:cs typeface="DM Sans"/>
                <a:sym typeface="DM Sans"/>
              </a:defRPr>
            </a:lvl5pPr>
            <a:lvl6pPr lvl="5" rtl="0" algn="ctr">
              <a:spcBef>
                <a:spcPts val="0"/>
              </a:spcBef>
              <a:spcAft>
                <a:spcPts val="0"/>
              </a:spcAft>
              <a:buClr>
                <a:schemeClr val="accent5"/>
              </a:buClr>
              <a:buSzPts val="3600"/>
              <a:buFont typeface="DM Sans"/>
              <a:buNone/>
              <a:defRPr sz="3600">
                <a:solidFill>
                  <a:schemeClr val="accent5"/>
                </a:solidFill>
                <a:latin typeface="DM Sans"/>
                <a:ea typeface="DM Sans"/>
                <a:cs typeface="DM Sans"/>
                <a:sym typeface="DM Sans"/>
              </a:defRPr>
            </a:lvl6pPr>
            <a:lvl7pPr lvl="6" rtl="0" algn="ctr">
              <a:spcBef>
                <a:spcPts val="0"/>
              </a:spcBef>
              <a:spcAft>
                <a:spcPts val="0"/>
              </a:spcAft>
              <a:buClr>
                <a:schemeClr val="accent5"/>
              </a:buClr>
              <a:buSzPts val="3600"/>
              <a:buFont typeface="DM Sans"/>
              <a:buNone/>
              <a:defRPr sz="3600">
                <a:solidFill>
                  <a:schemeClr val="accent5"/>
                </a:solidFill>
                <a:latin typeface="DM Sans"/>
                <a:ea typeface="DM Sans"/>
                <a:cs typeface="DM Sans"/>
                <a:sym typeface="DM Sans"/>
              </a:defRPr>
            </a:lvl7pPr>
            <a:lvl8pPr lvl="7" rtl="0" algn="ctr">
              <a:spcBef>
                <a:spcPts val="0"/>
              </a:spcBef>
              <a:spcAft>
                <a:spcPts val="0"/>
              </a:spcAft>
              <a:buClr>
                <a:schemeClr val="accent5"/>
              </a:buClr>
              <a:buSzPts val="3600"/>
              <a:buFont typeface="DM Sans"/>
              <a:buNone/>
              <a:defRPr sz="3600">
                <a:solidFill>
                  <a:schemeClr val="accent5"/>
                </a:solidFill>
                <a:latin typeface="DM Sans"/>
                <a:ea typeface="DM Sans"/>
                <a:cs typeface="DM Sans"/>
                <a:sym typeface="DM Sans"/>
              </a:defRPr>
            </a:lvl8pPr>
            <a:lvl9pPr lvl="8" rtl="0" algn="ctr">
              <a:spcBef>
                <a:spcPts val="0"/>
              </a:spcBef>
              <a:spcAft>
                <a:spcPts val="0"/>
              </a:spcAft>
              <a:buClr>
                <a:schemeClr val="accent5"/>
              </a:buClr>
              <a:buSzPts val="3600"/>
              <a:buFont typeface="DM Sans"/>
              <a:buNone/>
              <a:defRPr sz="3600">
                <a:solidFill>
                  <a:schemeClr val="accent5"/>
                </a:solidFill>
                <a:latin typeface="DM Sans"/>
                <a:ea typeface="DM Sans"/>
                <a:cs typeface="DM Sans"/>
                <a:sym typeface="DM Sans"/>
              </a:defRPr>
            </a:lvl9pPr>
          </a:lstStyle>
          <a:p>
            <a:r>
              <a:t>xx%</a:t>
            </a:r>
          </a:p>
        </p:txBody>
      </p:sp>
      <p:sp>
        <p:nvSpPr>
          <p:cNvPr id="827" name="Google Shape;827;p43"/>
          <p:cNvSpPr txBox="1"/>
          <p:nvPr>
            <p:ph hasCustomPrompt="1" idx="7" type="title"/>
          </p:nvPr>
        </p:nvSpPr>
        <p:spPr>
          <a:xfrm>
            <a:off x="1047800" y="1636050"/>
            <a:ext cx="3277500" cy="3867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3600"/>
              <a:buNone/>
              <a:defRPr b="1" sz="3000"/>
            </a:lvl1pPr>
            <a:lvl2pPr lvl="1" rtl="0" algn="ctr">
              <a:spcBef>
                <a:spcPts val="0"/>
              </a:spcBef>
              <a:spcAft>
                <a:spcPts val="0"/>
              </a:spcAft>
              <a:buClr>
                <a:schemeClr val="accent5"/>
              </a:buClr>
              <a:buSzPts val="3600"/>
              <a:buFont typeface="DM Sans"/>
              <a:buNone/>
              <a:defRPr sz="3600">
                <a:solidFill>
                  <a:schemeClr val="accent5"/>
                </a:solidFill>
                <a:latin typeface="DM Sans"/>
                <a:ea typeface="DM Sans"/>
                <a:cs typeface="DM Sans"/>
                <a:sym typeface="DM Sans"/>
              </a:defRPr>
            </a:lvl2pPr>
            <a:lvl3pPr lvl="2" rtl="0" algn="ctr">
              <a:spcBef>
                <a:spcPts val="0"/>
              </a:spcBef>
              <a:spcAft>
                <a:spcPts val="0"/>
              </a:spcAft>
              <a:buClr>
                <a:schemeClr val="accent5"/>
              </a:buClr>
              <a:buSzPts val="3600"/>
              <a:buFont typeface="DM Sans"/>
              <a:buNone/>
              <a:defRPr sz="3600">
                <a:solidFill>
                  <a:schemeClr val="accent5"/>
                </a:solidFill>
                <a:latin typeface="DM Sans"/>
                <a:ea typeface="DM Sans"/>
                <a:cs typeface="DM Sans"/>
                <a:sym typeface="DM Sans"/>
              </a:defRPr>
            </a:lvl3pPr>
            <a:lvl4pPr lvl="3" rtl="0" algn="ctr">
              <a:spcBef>
                <a:spcPts val="0"/>
              </a:spcBef>
              <a:spcAft>
                <a:spcPts val="0"/>
              </a:spcAft>
              <a:buClr>
                <a:schemeClr val="accent5"/>
              </a:buClr>
              <a:buSzPts val="3600"/>
              <a:buFont typeface="DM Sans"/>
              <a:buNone/>
              <a:defRPr sz="3600">
                <a:solidFill>
                  <a:schemeClr val="accent5"/>
                </a:solidFill>
                <a:latin typeface="DM Sans"/>
                <a:ea typeface="DM Sans"/>
                <a:cs typeface="DM Sans"/>
                <a:sym typeface="DM Sans"/>
              </a:defRPr>
            </a:lvl4pPr>
            <a:lvl5pPr lvl="4" rtl="0" algn="ctr">
              <a:spcBef>
                <a:spcPts val="0"/>
              </a:spcBef>
              <a:spcAft>
                <a:spcPts val="0"/>
              </a:spcAft>
              <a:buClr>
                <a:schemeClr val="accent5"/>
              </a:buClr>
              <a:buSzPts val="3600"/>
              <a:buFont typeface="DM Sans"/>
              <a:buNone/>
              <a:defRPr sz="3600">
                <a:solidFill>
                  <a:schemeClr val="accent5"/>
                </a:solidFill>
                <a:latin typeface="DM Sans"/>
                <a:ea typeface="DM Sans"/>
                <a:cs typeface="DM Sans"/>
                <a:sym typeface="DM Sans"/>
              </a:defRPr>
            </a:lvl5pPr>
            <a:lvl6pPr lvl="5" rtl="0" algn="ctr">
              <a:spcBef>
                <a:spcPts val="0"/>
              </a:spcBef>
              <a:spcAft>
                <a:spcPts val="0"/>
              </a:spcAft>
              <a:buClr>
                <a:schemeClr val="accent5"/>
              </a:buClr>
              <a:buSzPts val="3600"/>
              <a:buFont typeface="DM Sans"/>
              <a:buNone/>
              <a:defRPr sz="3600">
                <a:solidFill>
                  <a:schemeClr val="accent5"/>
                </a:solidFill>
                <a:latin typeface="DM Sans"/>
                <a:ea typeface="DM Sans"/>
                <a:cs typeface="DM Sans"/>
                <a:sym typeface="DM Sans"/>
              </a:defRPr>
            </a:lvl6pPr>
            <a:lvl7pPr lvl="6" rtl="0" algn="ctr">
              <a:spcBef>
                <a:spcPts val="0"/>
              </a:spcBef>
              <a:spcAft>
                <a:spcPts val="0"/>
              </a:spcAft>
              <a:buClr>
                <a:schemeClr val="accent5"/>
              </a:buClr>
              <a:buSzPts val="3600"/>
              <a:buFont typeface="DM Sans"/>
              <a:buNone/>
              <a:defRPr sz="3600">
                <a:solidFill>
                  <a:schemeClr val="accent5"/>
                </a:solidFill>
                <a:latin typeface="DM Sans"/>
                <a:ea typeface="DM Sans"/>
                <a:cs typeface="DM Sans"/>
                <a:sym typeface="DM Sans"/>
              </a:defRPr>
            </a:lvl7pPr>
            <a:lvl8pPr lvl="7" rtl="0" algn="ctr">
              <a:spcBef>
                <a:spcPts val="0"/>
              </a:spcBef>
              <a:spcAft>
                <a:spcPts val="0"/>
              </a:spcAft>
              <a:buClr>
                <a:schemeClr val="accent5"/>
              </a:buClr>
              <a:buSzPts val="3600"/>
              <a:buFont typeface="DM Sans"/>
              <a:buNone/>
              <a:defRPr sz="3600">
                <a:solidFill>
                  <a:schemeClr val="accent5"/>
                </a:solidFill>
                <a:latin typeface="DM Sans"/>
                <a:ea typeface="DM Sans"/>
                <a:cs typeface="DM Sans"/>
                <a:sym typeface="DM Sans"/>
              </a:defRPr>
            </a:lvl8pPr>
            <a:lvl9pPr lvl="8" rtl="0" algn="ctr">
              <a:spcBef>
                <a:spcPts val="0"/>
              </a:spcBef>
              <a:spcAft>
                <a:spcPts val="0"/>
              </a:spcAft>
              <a:buClr>
                <a:schemeClr val="accent5"/>
              </a:buClr>
              <a:buSzPts val="3600"/>
              <a:buFont typeface="DM Sans"/>
              <a:buNone/>
              <a:defRPr sz="3600">
                <a:solidFill>
                  <a:schemeClr val="accent5"/>
                </a:solidFill>
                <a:latin typeface="DM Sans"/>
                <a:ea typeface="DM Sans"/>
                <a:cs typeface="DM Sans"/>
                <a:sym typeface="DM Sans"/>
              </a:defRPr>
            </a:lvl9pPr>
          </a:lstStyle>
          <a:p>
            <a:r>
              <a:t>xx%</a:t>
            </a:r>
          </a:p>
        </p:txBody>
      </p:sp>
      <p:sp>
        <p:nvSpPr>
          <p:cNvPr id="828" name="Google Shape;828;p43"/>
          <p:cNvSpPr txBox="1"/>
          <p:nvPr>
            <p:ph idx="8" type="title"/>
          </p:nvPr>
        </p:nvSpPr>
        <p:spPr>
          <a:xfrm>
            <a:off x="722375" y="530750"/>
            <a:ext cx="76992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2">
  <p:cSld name="CUSTOM_6_1_1">
    <p:spTree>
      <p:nvGrpSpPr>
        <p:cNvPr id="829" name="Shape 829"/>
        <p:cNvGrpSpPr/>
        <p:nvPr/>
      </p:nvGrpSpPr>
      <p:grpSpPr>
        <a:xfrm>
          <a:off x="0" y="0"/>
          <a:ext cx="0" cy="0"/>
          <a:chOff x="0" y="0"/>
          <a:chExt cx="0" cy="0"/>
        </a:xfrm>
      </p:grpSpPr>
      <p:sp>
        <p:nvSpPr>
          <p:cNvPr id="830" name="Google Shape;830;p44"/>
          <p:cNvSpPr/>
          <p:nvPr/>
        </p:nvSpPr>
        <p:spPr>
          <a:xfrm>
            <a:off x="319050" y="283350"/>
            <a:ext cx="8505900" cy="4576800"/>
          </a:xfrm>
          <a:prstGeom prst="roundRect">
            <a:avLst>
              <a:gd fmla="val 3396" name="adj"/>
            </a:avLst>
          </a:prstGeom>
          <a:solidFill>
            <a:schemeClr val="accent4"/>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44"/>
          <p:cNvSpPr/>
          <p:nvPr/>
        </p:nvSpPr>
        <p:spPr>
          <a:xfrm flipH="1" rot="10800000">
            <a:off x="7132742" y="3935018"/>
            <a:ext cx="1612254" cy="1208486"/>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 name="Google Shape;832;p44"/>
          <p:cNvSpPr/>
          <p:nvPr/>
        </p:nvSpPr>
        <p:spPr>
          <a:xfrm flipH="1" rot="10800000">
            <a:off x="743298" y="-6"/>
            <a:ext cx="1664900" cy="1264737"/>
          </a:xfrm>
          <a:custGeom>
            <a:rect b="b" l="l" r="r" t="t"/>
            <a:pathLst>
              <a:path extrusionOk="0" h="19743" w="24157">
                <a:moveTo>
                  <a:pt x="1676" y="0"/>
                </a:moveTo>
                <a:cubicBezTo>
                  <a:pt x="1185" y="0"/>
                  <a:pt x="818" y="164"/>
                  <a:pt x="491" y="532"/>
                </a:cubicBezTo>
                <a:cubicBezTo>
                  <a:pt x="0" y="1022"/>
                  <a:pt x="0" y="2044"/>
                  <a:pt x="654" y="2575"/>
                </a:cubicBezTo>
                <a:lnTo>
                  <a:pt x="19742" y="19743"/>
                </a:lnTo>
                <a:lnTo>
                  <a:pt x="24157" y="19743"/>
                </a:lnTo>
                <a:lnTo>
                  <a:pt x="2534" y="327"/>
                </a:lnTo>
                <a:cubicBezTo>
                  <a:pt x="2371" y="0"/>
                  <a:pt x="2044" y="0"/>
                  <a:pt x="1676"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 name="Google Shape;833;p44"/>
          <p:cNvSpPr/>
          <p:nvPr/>
        </p:nvSpPr>
        <p:spPr>
          <a:xfrm flipH="1">
            <a:off x="-9513" y="406410"/>
            <a:ext cx="1143784" cy="1085055"/>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 name="Google Shape;834;p44"/>
          <p:cNvSpPr/>
          <p:nvPr/>
        </p:nvSpPr>
        <p:spPr>
          <a:xfrm flipH="1">
            <a:off x="-9513" y="1284033"/>
            <a:ext cx="1143784" cy="1085055"/>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35" name="Google Shape;835;p44"/>
          <p:cNvGrpSpPr/>
          <p:nvPr/>
        </p:nvGrpSpPr>
        <p:grpSpPr>
          <a:xfrm>
            <a:off x="4281415" y="75177"/>
            <a:ext cx="581170" cy="125403"/>
            <a:chOff x="4685288" y="186288"/>
            <a:chExt cx="419375" cy="90485"/>
          </a:xfrm>
        </p:grpSpPr>
        <p:sp>
          <p:nvSpPr>
            <p:cNvPr id="836" name="Google Shape;836;p44"/>
            <p:cNvSpPr/>
            <p:nvPr/>
          </p:nvSpPr>
          <p:spPr>
            <a:xfrm>
              <a:off x="4687513" y="186288"/>
              <a:ext cx="414900" cy="822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37" name="Google Shape;837;p44"/>
            <p:cNvGrpSpPr/>
            <p:nvPr/>
          </p:nvGrpSpPr>
          <p:grpSpPr>
            <a:xfrm>
              <a:off x="4685288" y="186300"/>
              <a:ext cx="419375" cy="90473"/>
              <a:chOff x="4390000" y="182175"/>
              <a:chExt cx="419375" cy="90473"/>
            </a:xfrm>
          </p:grpSpPr>
          <p:sp>
            <p:nvSpPr>
              <p:cNvPr id="838" name="Google Shape;838;p44"/>
              <p:cNvSpPr/>
              <p:nvPr/>
            </p:nvSpPr>
            <p:spPr>
              <a:xfrm>
                <a:off x="4390000" y="182175"/>
                <a:ext cx="419375" cy="90473"/>
              </a:xfrm>
              <a:custGeom>
                <a:rect b="b" l="l" r="r" t="t"/>
                <a:pathLst>
                  <a:path extrusionOk="0" h="1906" w="8835">
                    <a:moveTo>
                      <a:pt x="7882" y="155"/>
                    </a:moveTo>
                    <a:cubicBezTo>
                      <a:pt x="8323" y="155"/>
                      <a:pt x="8680" y="512"/>
                      <a:pt x="8680" y="953"/>
                    </a:cubicBezTo>
                    <a:cubicBezTo>
                      <a:pt x="8680" y="1393"/>
                      <a:pt x="8323" y="1750"/>
                      <a:pt x="7882" y="1750"/>
                    </a:cubicBezTo>
                    <a:lnTo>
                      <a:pt x="953" y="1750"/>
                    </a:lnTo>
                    <a:cubicBezTo>
                      <a:pt x="512" y="1750"/>
                      <a:pt x="155" y="1393"/>
                      <a:pt x="155" y="953"/>
                    </a:cubicBezTo>
                    <a:cubicBezTo>
                      <a:pt x="155" y="512"/>
                      <a:pt x="512" y="155"/>
                      <a:pt x="953" y="155"/>
                    </a:cubicBezTo>
                    <a:close/>
                    <a:moveTo>
                      <a:pt x="953" y="0"/>
                    </a:moveTo>
                    <a:cubicBezTo>
                      <a:pt x="429" y="0"/>
                      <a:pt x="0" y="429"/>
                      <a:pt x="0" y="953"/>
                    </a:cubicBezTo>
                    <a:cubicBezTo>
                      <a:pt x="0" y="1476"/>
                      <a:pt x="429" y="1905"/>
                      <a:pt x="953" y="1905"/>
                    </a:cubicBezTo>
                    <a:lnTo>
                      <a:pt x="7882" y="1905"/>
                    </a:lnTo>
                    <a:cubicBezTo>
                      <a:pt x="8406" y="1905"/>
                      <a:pt x="8835" y="1476"/>
                      <a:pt x="8835" y="953"/>
                    </a:cubicBezTo>
                    <a:cubicBezTo>
                      <a:pt x="8835" y="429"/>
                      <a:pt x="8406" y="0"/>
                      <a:pt x="7882"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 name="Google Shape;839;p44"/>
              <p:cNvSpPr/>
              <p:nvPr/>
            </p:nvSpPr>
            <p:spPr>
              <a:xfrm>
                <a:off x="4464048" y="201352"/>
                <a:ext cx="52024" cy="52072"/>
              </a:xfrm>
              <a:custGeom>
                <a:rect b="b" l="l" r="r" t="t"/>
                <a:pathLst>
                  <a:path extrusionOk="0" h="1097" w="1096">
                    <a:moveTo>
                      <a:pt x="548" y="144"/>
                    </a:moveTo>
                    <a:cubicBezTo>
                      <a:pt x="774" y="144"/>
                      <a:pt x="953" y="322"/>
                      <a:pt x="953" y="549"/>
                    </a:cubicBezTo>
                    <a:cubicBezTo>
                      <a:pt x="953" y="763"/>
                      <a:pt x="774" y="941"/>
                      <a:pt x="548" y="941"/>
                    </a:cubicBezTo>
                    <a:cubicBezTo>
                      <a:pt x="333" y="941"/>
                      <a:pt x="155" y="763"/>
                      <a:pt x="155" y="549"/>
                    </a:cubicBezTo>
                    <a:cubicBezTo>
                      <a:pt x="155" y="322"/>
                      <a:pt x="333" y="144"/>
                      <a:pt x="548" y="144"/>
                    </a:cubicBezTo>
                    <a:close/>
                    <a:moveTo>
                      <a:pt x="548" y="1"/>
                    </a:moveTo>
                    <a:cubicBezTo>
                      <a:pt x="250" y="1"/>
                      <a:pt x="0" y="251"/>
                      <a:pt x="0" y="549"/>
                    </a:cubicBezTo>
                    <a:cubicBezTo>
                      <a:pt x="0" y="846"/>
                      <a:pt x="250" y="1096"/>
                      <a:pt x="548" y="1096"/>
                    </a:cubicBezTo>
                    <a:cubicBezTo>
                      <a:pt x="845" y="1096"/>
                      <a:pt x="1095" y="846"/>
                      <a:pt x="1095" y="549"/>
                    </a:cubicBezTo>
                    <a:cubicBezTo>
                      <a:pt x="1095" y="251"/>
                      <a:pt x="845" y="1"/>
                      <a:pt x="54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840" name="Google Shape;840;p44"/>
          <p:cNvSpPr txBox="1"/>
          <p:nvPr>
            <p:ph type="title"/>
          </p:nvPr>
        </p:nvSpPr>
        <p:spPr>
          <a:xfrm>
            <a:off x="722375" y="530750"/>
            <a:ext cx="76992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41" name="Google Shape;841;p44"/>
          <p:cNvSpPr txBox="1"/>
          <p:nvPr>
            <p:ph idx="2" type="title"/>
          </p:nvPr>
        </p:nvSpPr>
        <p:spPr>
          <a:xfrm>
            <a:off x="720000" y="3247722"/>
            <a:ext cx="2336400" cy="4083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000"/>
              <a:buNone/>
              <a:defRPr b="1" sz="1800"/>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842" name="Google Shape;842;p44"/>
          <p:cNvSpPr txBox="1"/>
          <p:nvPr>
            <p:ph idx="1" type="subTitle"/>
          </p:nvPr>
        </p:nvSpPr>
        <p:spPr>
          <a:xfrm>
            <a:off x="720000" y="3638507"/>
            <a:ext cx="2336400" cy="762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43" name="Google Shape;843;p44"/>
          <p:cNvSpPr txBox="1"/>
          <p:nvPr>
            <p:ph idx="3" type="title"/>
          </p:nvPr>
        </p:nvSpPr>
        <p:spPr>
          <a:xfrm flipH="1">
            <a:off x="3403800" y="2193497"/>
            <a:ext cx="2336400" cy="4083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000"/>
              <a:buNone/>
              <a:defRPr b="1" sz="1800"/>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844" name="Google Shape;844;p44"/>
          <p:cNvSpPr txBox="1"/>
          <p:nvPr>
            <p:ph idx="4" type="subTitle"/>
          </p:nvPr>
        </p:nvSpPr>
        <p:spPr>
          <a:xfrm flipH="1">
            <a:off x="3403800" y="1405563"/>
            <a:ext cx="2336400" cy="762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45" name="Google Shape;845;p44"/>
          <p:cNvSpPr txBox="1"/>
          <p:nvPr>
            <p:ph idx="5" type="title"/>
          </p:nvPr>
        </p:nvSpPr>
        <p:spPr>
          <a:xfrm>
            <a:off x="6087600" y="3247722"/>
            <a:ext cx="2336400" cy="4083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000"/>
              <a:buNone/>
              <a:defRPr b="1" sz="1800"/>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846" name="Google Shape;846;p44"/>
          <p:cNvSpPr txBox="1"/>
          <p:nvPr>
            <p:ph idx="6" type="subTitle"/>
          </p:nvPr>
        </p:nvSpPr>
        <p:spPr>
          <a:xfrm>
            <a:off x="6087600" y="3638507"/>
            <a:ext cx="2336400" cy="762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47" name="Google Shape;847;p44"/>
          <p:cNvSpPr txBox="1"/>
          <p:nvPr>
            <p:ph hasCustomPrompt="1" idx="7" type="title"/>
          </p:nvPr>
        </p:nvSpPr>
        <p:spPr>
          <a:xfrm>
            <a:off x="1328550" y="1877400"/>
            <a:ext cx="1119300" cy="6141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4800"/>
              <a:buNone/>
              <a:defRPr b="1" sz="2500"/>
            </a:lvl1pPr>
            <a:lvl2pPr lvl="1" rtl="0" algn="ctr">
              <a:spcBef>
                <a:spcPts val="0"/>
              </a:spcBef>
              <a:spcAft>
                <a:spcPts val="0"/>
              </a:spcAft>
              <a:buSzPts val="4800"/>
              <a:buNone/>
              <a:defRPr sz="4800"/>
            </a:lvl2pPr>
            <a:lvl3pPr lvl="2" rtl="0" algn="ctr">
              <a:spcBef>
                <a:spcPts val="0"/>
              </a:spcBef>
              <a:spcAft>
                <a:spcPts val="0"/>
              </a:spcAft>
              <a:buSzPts val="4800"/>
              <a:buNone/>
              <a:defRPr sz="4800"/>
            </a:lvl3pPr>
            <a:lvl4pPr lvl="3" rtl="0" algn="ctr">
              <a:spcBef>
                <a:spcPts val="0"/>
              </a:spcBef>
              <a:spcAft>
                <a:spcPts val="0"/>
              </a:spcAft>
              <a:buSzPts val="4800"/>
              <a:buNone/>
              <a:defRPr sz="4800"/>
            </a:lvl4pPr>
            <a:lvl5pPr lvl="4" rtl="0" algn="ctr">
              <a:spcBef>
                <a:spcPts val="0"/>
              </a:spcBef>
              <a:spcAft>
                <a:spcPts val="0"/>
              </a:spcAft>
              <a:buSzPts val="4800"/>
              <a:buNone/>
              <a:defRPr sz="4800"/>
            </a:lvl5pPr>
            <a:lvl6pPr lvl="5" rtl="0" algn="ctr">
              <a:spcBef>
                <a:spcPts val="0"/>
              </a:spcBef>
              <a:spcAft>
                <a:spcPts val="0"/>
              </a:spcAft>
              <a:buSzPts val="4800"/>
              <a:buNone/>
              <a:defRPr sz="4800"/>
            </a:lvl6pPr>
            <a:lvl7pPr lvl="6" rtl="0" algn="ctr">
              <a:spcBef>
                <a:spcPts val="0"/>
              </a:spcBef>
              <a:spcAft>
                <a:spcPts val="0"/>
              </a:spcAft>
              <a:buSzPts val="4800"/>
              <a:buNone/>
              <a:defRPr sz="4800"/>
            </a:lvl7pPr>
            <a:lvl8pPr lvl="7" rtl="0" algn="ctr">
              <a:spcBef>
                <a:spcPts val="0"/>
              </a:spcBef>
              <a:spcAft>
                <a:spcPts val="0"/>
              </a:spcAft>
              <a:buSzPts val="4800"/>
              <a:buNone/>
              <a:defRPr sz="4800"/>
            </a:lvl8pPr>
            <a:lvl9pPr lvl="8" rtl="0" algn="ctr">
              <a:spcBef>
                <a:spcPts val="0"/>
              </a:spcBef>
              <a:spcAft>
                <a:spcPts val="0"/>
              </a:spcAft>
              <a:buSzPts val="4800"/>
              <a:buNone/>
              <a:defRPr sz="4800"/>
            </a:lvl9pPr>
          </a:lstStyle>
          <a:p>
            <a:r>
              <a:t>xx%</a:t>
            </a:r>
          </a:p>
        </p:txBody>
      </p:sp>
      <p:sp>
        <p:nvSpPr>
          <p:cNvPr id="848" name="Google Shape;848;p44"/>
          <p:cNvSpPr txBox="1"/>
          <p:nvPr>
            <p:ph hasCustomPrompt="1" idx="8" type="title"/>
          </p:nvPr>
        </p:nvSpPr>
        <p:spPr>
          <a:xfrm flipH="1">
            <a:off x="4014650" y="3363244"/>
            <a:ext cx="1119300" cy="6141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4800"/>
              <a:buNone/>
              <a:defRPr b="1" sz="2500"/>
            </a:lvl1pPr>
            <a:lvl2pPr lvl="1" rtl="0" algn="ctr">
              <a:spcBef>
                <a:spcPts val="0"/>
              </a:spcBef>
              <a:spcAft>
                <a:spcPts val="0"/>
              </a:spcAft>
              <a:buClr>
                <a:schemeClr val="accent2"/>
              </a:buClr>
              <a:buSzPts val="4800"/>
              <a:buNone/>
              <a:defRPr sz="4800">
                <a:solidFill>
                  <a:schemeClr val="accent2"/>
                </a:solidFill>
              </a:defRPr>
            </a:lvl2pPr>
            <a:lvl3pPr lvl="2" rtl="0" algn="ctr">
              <a:spcBef>
                <a:spcPts val="0"/>
              </a:spcBef>
              <a:spcAft>
                <a:spcPts val="0"/>
              </a:spcAft>
              <a:buClr>
                <a:schemeClr val="accent2"/>
              </a:buClr>
              <a:buSzPts val="4800"/>
              <a:buNone/>
              <a:defRPr sz="4800">
                <a:solidFill>
                  <a:schemeClr val="accent2"/>
                </a:solidFill>
              </a:defRPr>
            </a:lvl3pPr>
            <a:lvl4pPr lvl="3" rtl="0" algn="ctr">
              <a:spcBef>
                <a:spcPts val="0"/>
              </a:spcBef>
              <a:spcAft>
                <a:spcPts val="0"/>
              </a:spcAft>
              <a:buClr>
                <a:schemeClr val="accent2"/>
              </a:buClr>
              <a:buSzPts val="4800"/>
              <a:buNone/>
              <a:defRPr sz="4800">
                <a:solidFill>
                  <a:schemeClr val="accent2"/>
                </a:solidFill>
              </a:defRPr>
            </a:lvl4pPr>
            <a:lvl5pPr lvl="4" rtl="0" algn="ctr">
              <a:spcBef>
                <a:spcPts val="0"/>
              </a:spcBef>
              <a:spcAft>
                <a:spcPts val="0"/>
              </a:spcAft>
              <a:buClr>
                <a:schemeClr val="accent2"/>
              </a:buClr>
              <a:buSzPts val="4800"/>
              <a:buNone/>
              <a:defRPr sz="4800">
                <a:solidFill>
                  <a:schemeClr val="accent2"/>
                </a:solidFill>
              </a:defRPr>
            </a:lvl5pPr>
            <a:lvl6pPr lvl="5" rtl="0" algn="ctr">
              <a:spcBef>
                <a:spcPts val="0"/>
              </a:spcBef>
              <a:spcAft>
                <a:spcPts val="0"/>
              </a:spcAft>
              <a:buClr>
                <a:schemeClr val="accent2"/>
              </a:buClr>
              <a:buSzPts val="4800"/>
              <a:buNone/>
              <a:defRPr sz="4800">
                <a:solidFill>
                  <a:schemeClr val="accent2"/>
                </a:solidFill>
              </a:defRPr>
            </a:lvl6pPr>
            <a:lvl7pPr lvl="6" rtl="0" algn="ctr">
              <a:spcBef>
                <a:spcPts val="0"/>
              </a:spcBef>
              <a:spcAft>
                <a:spcPts val="0"/>
              </a:spcAft>
              <a:buClr>
                <a:schemeClr val="accent2"/>
              </a:buClr>
              <a:buSzPts val="4800"/>
              <a:buNone/>
              <a:defRPr sz="4800">
                <a:solidFill>
                  <a:schemeClr val="accent2"/>
                </a:solidFill>
              </a:defRPr>
            </a:lvl7pPr>
            <a:lvl8pPr lvl="7" rtl="0" algn="ctr">
              <a:spcBef>
                <a:spcPts val="0"/>
              </a:spcBef>
              <a:spcAft>
                <a:spcPts val="0"/>
              </a:spcAft>
              <a:buClr>
                <a:schemeClr val="accent2"/>
              </a:buClr>
              <a:buSzPts val="4800"/>
              <a:buNone/>
              <a:defRPr sz="4800">
                <a:solidFill>
                  <a:schemeClr val="accent2"/>
                </a:solidFill>
              </a:defRPr>
            </a:lvl8pPr>
            <a:lvl9pPr lvl="8" rtl="0" algn="ctr">
              <a:spcBef>
                <a:spcPts val="0"/>
              </a:spcBef>
              <a:spcAft>
                <a:spcPts val="0"/>
              </a:spcAft>
              <a:buClr>
                <a:schemeClr val="accent2"/>
              </a:buClr>
              <a:buSzPts val="4800"/>
              <a:buNone/>
              <a:defRPr sz="4800">
                <a:solidFill>
                  <a:schemeClr val="accent2"/>
                </a:solidFill>
              </a:defRPr>
            </a:lvl9pPr>
          </a:lstStyle>
          <a:p>
            <a:r>
              <a:t>xx%</a:t>
            </a:r>
          </a:p>
        </p:txBody>
      </p:sp>
      <p:sp>
        <p:nvSpPr>
          <p:cNvPr id="849" name="Google Shape;849;p44"/>
          <p:cNvSpPr txBox="1"/>
          <p:nvPr>
            <p:ph hasCustomPrompt="1" idx="9" type="title"/>
          </p:nvPr>
        </p:nvSpPr>
        <p:spPr>
          <a:xfrm>
            <a:off x="6711300" y="1877400"/>
            <a:ext cx="1089000" cy="6141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4800"/>
              <a:buNone/>
              <a:defRPr b="1" sz="2500"/>
            </a:lvl1pPr>
            <a:lvl2pPr lvl="1" rtl="0" algn="ctr">
              <a:spcBef>
                <a:spcPts val="0"/>
              </a:spcBef>
              <a:spcAft>
                <a:spcPts val="0"/>
              </a:spcAft>
              <a:buClr>
                <a:schemeClr val="accent2"/>
              </a:buClr>
              <a:buSzPts val="4800"/>
              <a:buNone/>
              <a:defRPr sz="4800">
                <a:solidFill>
                  <a:schemeClr val="accent2"/>
                </a:solidFill>
              </a:defRPr>
            </a:lvl2pPr>
            <a:lvl3pPr lvl="2" rtl="0" algn="ctr">
              <a:spcBef>
                <a:spcPts val="0"/>
              </a:spcBef>
              <a:spcAft>
                <a:spcPts val="0"/>
              </a:spcAft>
              <a:buClr>
                <a:schemeClr val="accent2"/>
              </a:buClr>
              <a:buSzPts val="4800"/>
              <a:buNone/>
              <a:defRPr sz="4800">
                <a:solidFill>
                  <a:schemeClr val="accent2"/>
                </a:solidFill>
              </a:defRPr>
            </a:lvl3pPr>
            <a:lvl4pPr lvl="3" rtl="0" algn="ctr">
              <a:spcBef>
                <a:spcPts val="0"/>
              </a:spcBef>
              <a:spcAft>
                <a:spcPts val="0"/>
              </a:spcAft>
              <a:buClr>
                <a:schemeClr val="accent2"/>
              </a:buClr>
              <a:buSzPts val="4800"/>
              <a:buNone/>
              <a:defRPr sz="4800">
                <a:solidFill>
                  <a:schemeClr val="accent2"/>
                </a:solidFill>
              </a:defRPr>
            </a:lvl4pPr>
            <a:lvl5pPr lvl="4" rtl="0" algn="ctr">
              <a:spcBef>
                <a:spcPts val="0"/>
              </a:spcBef>
              <a:spcAft>
                <a:spcPts val="0"/>
              </a:spcAft>
              <a:buClr>
                <a:schemeClr val="accent2"/>
              </a:buClr>
              <a:buSzPts val="4800"/>
              <a:buNone/>
              <a:defRPr sz="4800">
                <a:solidFill>
                  <a:schemeClr val="accent2"/>
                </a:solidFill>
              </a:defRPr>
            </a:lvl5pPr>
            <a:lvl6pPr lvl="5" rtl="0" algn="ctr">
              <a:spcBef>
                <a:spcPts val="0"/>
              </a:spcBef>
              <a:spcAft>
                <a:spcPts val="0"/>
              </a:spcAft>
              <a:buClr>
                <a:schemeClr val="accent2"/>
              </a:buClr>
              <a:buSzPts val="4800"/>
              <a:buNone/>
              <a:defRPr sz="4800">
                <a:solidFill>
                  <a:schemeClr val="accent2"/>
                </a:solidFill>
              </a:defRPr>
            </a:lvl6pPr>
            <a:lvl7pPr lvl="6" rtl="0" algn="ctr">
              <a:spcBef>
                <a:spcPts val="0"/>
              </a:spcBef>
              <a:spcAft>
                <a:spcPts val="0"/>
              </a:spcAft>
              <a:buClr>
                <a:schemeClr val="accent2"/>
              </a:buClr>
              <a:buSzPts val="4800"/>
              <a:buNone/>
              <a:defRPr sz="4800">
                <a:solidFill>
                  <a:schemeClr val="accent2"/>
                </a:solidFill>
              </a:defRPr>
            </a:lvl7pPr>
            <a:lvl8pPr lvl="7" rtl="0" algn="ctr">
              <a:spcBef>
                <a:spcPts val="0"/>
              </a:spcBef>
              <a:spcAft>
                <a:spcPts val="0"/>
              </a:spcAft>
              <a:buClr>
                <a:schemeClr val="accent2"/>
              </a:buClr>
              <a:buSzPts val="4800"/>
              <a:buNone/>
              <a:defRPr sz="4800">
                <a:solidFill>
                  <a:schemeClr val="accent2"/>
                </a:solidFill>
              </a:defRPr>
            </a:lvl8pPr>
            <a:lvl9pPr lvl="8" rtl="0" algn="ctr">
              <a:spcBef>
                <a:spcPts val="0"/>
              </a:spcBef>
              <a:spcAft>
                <a:spcPts val="0"/>
              </a:spcAft>
              <a:buClr>
                <a:schemeClr val="accent2"/>
              </a:buClr>
              <a:buSzPts val="4800"/>
              <a:buNone/>
              <a:defRPr sz="4800">
                <a:solidFill>
                  <a:schemeClr val="accent2"/>
                </a:solidFill>
              </a:defRPr>
            </a:lvl9pPr>
          </a:lstStyle>
          <a:p>
            <a:r>
              <a:t>xx%</a:t>
            </a: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3">
  <p:cSld name="CUSTOM_6_1_1_1">
    <p:spTree>
      <p:nvGrpSpPr>
        <p:cNvPr id="850" name="Shape 850"/>
        <p:cNvGrpSpPr/>
        <p:nvPr/>
      </p:nvGrpSpPr>
      <p:grpSpPr>
        <a:xfrm>
          <a:off x="0" y="0"/>
          <a:ext cx="0" cy="0"/>
          <a:chOff x="0" y="0"/>
          <a:chExt cx="0" cy="0"/>
        </a:xfrm>
      </p:grpSpPr>
      <p:sp>
        <p:nvSpPr>
          <p:cNvPr id="851" name="Google Shape;851;p45"/>
          <p:cNvSpPr/>
          <p:nvPr/>
        </p:nvSpPr>
        <p:spPr>
          <a:xfrm>
            <a:off x="319050" y="283350"/>
            <a:ext cx="8505900" cy="4576800"/>
          </a:xfrm>
          <a:prstGeom prst="roundRect">
            <a:avLst>
              <a:gd fmla="val 3396" name="adj"/>
            </a:avLst>
          </a:prstGeom>
          <a:solidFill>
            <a:schemeClr val="accent4"/>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52" name="Google Shape;852;p45"/>
          <p:cNvGrpSpPr/>
          <p:nvPr/>
        </p:nvGrpSpPr>
        <p:grpSpPr>
          <a:xfrm>
            <a:off x="4281415" y="75177"/>
            <a:ext cx="581170" cy="125403"/>
            <a:chOff x="4685288" y="186288"/>
            <a:chExt cx="419375" cy="90485"/>
          </a:xfrm>
        </p:grpSpPr>
        <p:sp>
          <p:nvSpPr>
            <p:cNvPr id="853" name="Google Shape;853;p45"/>
            <p:cNvSpPr/>
            <p:nvPr/>
          </p:nvSpPr>
          <p:spPr>
            <a:xfrm>
              <a:off x="4687513" y="186288"/>
              <a:ext cx="414900" cy="822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54" name="Google Shape;854;p45"/>
            <p:cNvGrpSpPr/>
            <p:nvPr/>
          </p:nvGrpSpPr>
          <p:grpSpPr>
            <a:xfrm>
              <a:off x="4685288" y="186300"/>
              <a:ext cx="419375" cy="90473"/>
              <a:chOff x="4390000" y="182175"/>
              <a:chExt cx="419375" cy="90473"/>
            </a:xfrm>
          </p:grpSpPr>
          <p:sp>
            <p:nvSpPr>
              <p:cNvPr id="855" name="Google Shape;855;p45"/>
              <p:cNvSpPr/>
              <p:nvPr/>
            </p:nvSpPr>
            <p:spPr>
              <a:xfrm>
                <a:off x="4390000" y="182175"/>
                <a:ext cx="419375" cy="90473"/>
              </a:xfrm>
              <a:custGeom>
                <a:rect b="b" l="l" r="r" t="t"/>
                <a:pathLst>
                  <a:path extrusionOk="0" h="1906" w="8835">
                    <a:moveTo>
                      <a:pt x="7882" y="155"/>
                    </a:moveTo>
                    <a:cubicBezTo>
                      <a:pt x="8323" y="155"/>
                      <a:pt x="8680" y="512"/>
                      <a:pt x="8680" y="953"/>
                    </a:cubicBezTo>
                    <a:cubicBezTo>
                      <a:pt x="8680" y="1393"/>
                      <a:pt x="8323" y="1750"/>
                      <a:pt x="7882" y="1750"/>
                    </a:cubicBezTo>
                    <a:lnTo>
                      <a:pt x="953" y="1750"/>
                    </a:lnTo>
                    <a:cubicBezTo>
                      <a:pt x="512" y="1750"/>
                      <a:pt x="155" y="1393"/>
                      <a:pt x="155" y="953"/>
                    </a:cubicBezTo>
                    <a:cubicBezTo>
                      <a:pt x="155" y="512"/>
                      <a:pt x="512" y="155"/>
                      <a:pt x="953" y="155"/>
                    </a:cubicBezTo>
                    <a:close/>
                    <a:moveTo>
                      <a:pt x="953" y="0"/>
                    </a:moveTo>
                    <a:cubicBezTo>
                      <a:pt x="429" y="0"/>
                      <a:pt x="0" y="429"/>
                      <a:pt x="0" y="953"/>
                    </a:cubicBezTo>
                    <a:cubicBezTo>
                      <a:pt x="0" y="1476"/>
                      <a:pt x="429" y="1905"/>
                      <a:pt x="953" y="1905"/>
                    </a:cubicBezTo>
                    <a:lnTo>
                      <a:pt x="7882" y="1905"/>
                    </a:lnTo>
                    <a:cubicBezTo>
                      <a:pt x="8406" y="1905"/>
                      <a:pt x="8835" y="1476"/>
                      <a:pt x="8835" y="953"/>
                    </a:cubicBezTo>
                    <a:cubicBezTo>
                      <a:pt x="8835" y="429"/>
                      <a:pt x="8406" y="0"/>
                      <a:pt x="7882"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 name="Google Shape;856;p45"/>
              <p:cNvSpPr/>
              <p:nvPr/>
            </p:nvSpPr>
            <p:spPr>
              <a:xfrm>
                <a:off x="4464048" y="201352"/>
                <a:ext cx="52024" cy="52072"/>
              </a:xfrm>
              <a:custGeom>
                <a:rect b="b" l="l" r="r" t="t"/>
                <a:pathLst>
                  <a:path extrusionOk="0" h="1097" w="1096">
                    <a:moveTo>
                      <a:pt x="548" y="144"/>
                    </a:moveTo>
                    <a:cubicBezTo>
                      <a:pt x="774" y="144"/>
                      <a:pt x="953" y="322"/>
                      <a:pt x="953" y="549"/>
                    </a:cubicBezTo>
                    <a:cubicBezTo>
                      <a:pt x="953" y="763"/>
                      <a:pt x="774" y="941"/>
                      <a:pt x="548" y="941"/>
                    </a:cubicBezTo>
                    <a:cubicBezTo>
                      <a:pt x="333" y="941"/>
                      <a:pt x="155" y="763"/>
                      <a:pt x="155" y="549"/>
                    </a:cubicBezTo>
                    <a:cubicBezTo>
                      <a:pt x="155" y="322"/>
                      <a:pt x="333" y="144"/>
                      <a:pt x="548" y="144"/>
                    </a:cubicBezTo>
                    <a:close/>
                    <a:moveTo>
                      <a:pt x="548" y="1"/>
                    </a:moveTo>
                    <a:cubicBezTo>
                      <a:pt x="250" y="1"/>
                      <a:pt x="0" y="251"/>
                      <a:pt x="0" y="549"/>
                    </a:cubicBezTo>
                    <a:cubicBezTo>
                      <a:pt x="0" y="846"/>
                      <a:pt x="250" y="1096"/>
                      <a:pt x="548" y="1096"/>
                    </a:cubicBezTo>
                    <a:cubicBezTo>
                      <a:pt x="845" y="1096"/>
                      <a:pt x="1095" y="846"/>
                      <a:pt x="1095" y="549"/>
                    </a:cubicBezTo>
                    <a:cubicBezTo>
                      <a:pt x="1095" y="251"/>
                      <a:pt x="845" y="1"/>
                      <a:pt x="54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857" name="Google Shape;857;p45"/>
          <p:cNvGrpSpPr/>
          <p:nvPr/>
        </p:nvGrpSpPr>
        <p:grpSpPr>
          <a:xfrm flipH="1" rot="10800000">
            <a:off x="-9513" y="-6"/>
            <a:ext cx="9177947" cy="5143510"/>
            <a:chOff x="-9513" y="2"/>
            <a:chExt cx="9177947" cy="5143510"/>
          </a:xfrm>
        </p:grpSpPr>
        <p:sp>
          <p:nvSpPr>
            <p:cNvPr id="858" name="Google Shape;858;p45"/>
            <p:cNvSpPr/>
            <p:nvPr/>
          </p:nvSpPr>
          <p:spPr>
            <a:xfrm>
              <a:off x="7132742" y="2"/>
              <a:ext cx="1612254" cy="1208486"/>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 name="Google Shape;859;p45"/>
            <p:cNvSpPr/>
            <p:nvPr/>
          </p:nvSpPr>
          <p:spPr>
            <a:xfrm>
              <a:off x="743298" y="3878776"/>
              <a:ext cx="1664900" cy="1264737"/>
            </a:xfrm>
            <a:custGeom>
              <a:rect b="b" l="l" r="r" t="t"/>
              <a:pathLst>
                <a:path extrusionOk="0" h="19743" w="24157">
                  <a:moveTo>
                    <a:pt x="1676" y="0"/>
                  </a:moveTo>
                  <a:cubicBezTo>
                    <a:pt x="1185" y="0"/>
                    <a:pt x="818" y="164"/>
                    <a:pt x="491" y="532"/>
                  </a:cubicBezTo>
                  <a:cubicBezTo>
                    <a:pt x="0" y="1022"/>
                    <a:pt x="0" y="2044"/>
                    <a:pt x="654" y="2575"/>
                  </a:cubicBezTo>
                  <a:lnTo>
                    <a:pt x="19742" y="19743"/>
                  </a:lnTo>
                  <a:lnTo>
                    <a:pt x="24157" y="19743"/>
                  </a:lnTo>
                  <a:lnTo>
                    <a:pt x="2534" y="327"/>
                  </a:lnTo>
                  <a:cubicBezTo>
                    <a:pt x="2371" y="0"/>
                    <a:pt x="2044" y="0"/>
                    <a:pt x="1676"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 name="Google Shape;860;p45"/>
            <p:cNvSpPr/>
            <p:nvPr/>
          </p:nvSpPr>
          <p:spPr>
            <a:xfrm rot="10800000">
              <a:off x="-9513" y="3652041"/>
              <a:ext cx="1143784" cy="1085055"/>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 name="Google Shape;861;p45"/>
            <p:cNvSpPr/>
            <p:nvPr/>
          </p:nvSpPr>
          <p:spPr>
            <a:xfrm rot="10800000">
              <a:off x="-9513" y="2774418"/>
              <a:ext cx="1143784" cy="1085055"/>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 name="Google Shape;862;p45"/>
            <p:cNvSpPr/>
            <p:nvPr/>
          </p:nvSpPr>
          <p:spPr>
            <a:xfrm>
              <a:off x="7972352" y="1381124"/>
              <a:ext cx="1196082" cy="1134709"/>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63" name="Google Shape;863;p45"/>
          <p:cNvSpPr txBox="1"/>
          <p:nvPr>
            <p:ph type="title"/>
          </p:nvPr>
        </p:nvSpPr>
        <p:spPr>
          <a:xfrm>
            <a:off x="722375" y="530750"/>
            <a:ext cx="76992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64" name="Google Shape;864;p45"/>
          <p:cNvSpPr txBox="1"/>
          <p:nvPr>
            <p:ph hasCustomPrompt="1" idx="2" type="title"/>
          </p:nvPr>
        </p:nvSpPr>
        <p:spPr>
          <a:xfrm>
            <a:off x="7326200" y="1624450"/>
            <a:ext cx="1096500" cy="4977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SzPts val="6000"/>
              <a:buNone/>
              <a:defRPr b="1" sz="25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865" name="Google Shape;865;p45"/>
          <p:cNvSpPr txBox="1"/>
          <p:nvPr>
            <p:ph hasCustomPrompt="1" idx="3" type="title"/>
          </p:nvPr>
        </p:nvSpPr>
        <p:spPr>
          <a:xfrm>
            <a:off x="7326200" y="2728561"/>
            <a:ext cx="1096500" cy="4977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SzPts val="6000"/>
              <a:buNone/>
              <a:defRPr b="1" sz="25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866" name="Google Shape;866;p45"/>
          <p:cNvSpPr txBox="1"/>
          <p:nvPr>
            <p:ph hasCustomPrompt="1" idx="4" type="title"/>
          </p:nvPr>
        </p:nvSpPr>
        <p:spPr>
          <a:xfrm>
            <a:off x="7326200" y="3834746"/>
            <a:ext cx="1096500" cy="4977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SzPts val="6000"/>
              <a:buNone/>
              <a:defRPr b="1" sz="25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867" name="Google Shape;867;p45"/>
          <p:cNvSpPr txBox="1"/>
          <p:nvPr>
            <p:ph idx="1" type="subTitle"/>
          </p:nvPr>
        </p:nvSpPr>
        <p:spPr>
          <a:xfrm>
            <a:off x="721244" y="1626412"/>
            <a:ext cx="3019500" cy="493800"/>
          </a:xfrm>
          <a:prstGeom prst="rect">
            <a:avLst/>
          </a:prstGeom>
          <a:noFill/>
          <a:ln>
            <a:noFill/>
          </a:ln>
        </p:spPr>
        <p:txBody>
          <a:bodyPr anchorCtr="0" anchor="ctr" bIns="91425" lIns="91425" spcFirstLastPara="1" rIns="91425" wrap="square" tIns="91425">
            <a:noAutofit/>
          </a:bodyPr>
          <a:lstStyle>
            <a:lvl1pPr lvl="0" rtl="0">
              <a:lnSpc>
                <a:spcPct val="100000"/>
              </a:lnSpc>
              <a:spcBef>
                <a:spcPts val="0"/>
              </a:spcBef>
              <a:spcAft>
                <a:spcPts val="0"/>
              </a:spcAft>
              <a:buSzPts val="2400"/>
              <a:buNone/>
              <a:defRPr sz="16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868" name="Google Shape;868;p45"/>
          <p:cNvSpPr txBox="1"/>
          <p:nvPr>
            <p:ph idx="5" type="subTitle"/>
          </p:nvPr>
        </p:nvSpPr>
        <p:spPr>
          <a:xfrm>
            <a:off x="721244" y="2729600"/>
            <a:ext cx="3019500" cy="497700"/>
          </a:xfrm>
          <a:prstGeom prst="rect">
            <a:avLst/>
          </a:prstGeom>
          <a:noFill/>
          <a:ln>
            <a:noFill/>
          </a:ln>
        </p:spPr>
        <p:txBody>
          <a:bodyPr anchorCtr="0" anchor="ctr" bIns="91425" lIns="91425" spcFirstLastPara="1" rIns="91425" wrap="square" tIns="91425">
            <a:noAutofit/>
          </a:bodyPr>
          <a:lstStyle>
            <a:lvl1pPr lvl="0" rtl="0">
              <a:lnSpc>
                <a:spcPct val="100000"/>
              </a:lnSpc>
              <a:spcBef>
                <a:spcPts val="0"/>
              </a:spcBef>
              <a:spcAft>
                <a:spcPts val="0"/>
              </a:spcAft>
              <a:buSzPts val="2400"/>
              <a:buNone/>
              <a:defRPr sz="16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869" name="Google Shape;869;p45"/>
          <p:cNvSpPr txBox="1"/>
          <p:nvPr>
            <p:ph idx="6" type="subTitle"/>
          </p:nvPr>
        </p:nvSpPr>
        <p:spPr>
          <a:xfrm>
            <a:off x="721244" y="3836688"/>
            <a:ext cx="3019500" cy="493800"/>
          </a:xfrm>
          <a:prstGeom prst="rect">
            <a:avLst/>
          </a:prstGeom>
          <a:noFill/>
          <a:ln>
            <a:noFill/>
          </a:ln>
        </p:spPr>
        <p:txBody>
          <a:bodyPr anchorCtr="0" anchor="ctr" bIns="91425" lIns="91425" spcFirstLastPara="1" rIns="91425" wrap="square" tIns="91425">
            <a:noAutofit/>
          </a:bodyPr>
          <a:lstStyle>
            <a:lvl1pPr lvl="0" rtl="0">
              <a:lnSpc>
                <a:spcPct val="100000"/>
              </a:lnSpc>
              <a:spcBef>
                <a:spcPts val="0"/>
              </a:spcBef>
              <a:spcAft>
                <a:spcPts val="0"/>
              </a:spcAft>
              <a:buSzPts val="2400"/>
              <a:buNone/>
              <a:defRPr sz="16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870" name="Google Shape;870;p45"/>
          <p:cNvSpPr txBox="1"/>
          <p:nvPr>
            <p:ph idx="7" type="title"/>
          </p:nvPr>
        </p:nvSpPr>
        <p:spPr>
          <a:xfrm>
            <a:off x="3886200" y="1242375"/>
            <a:ext cx="3019500" cy="386400"/>
          </a:xfrm>
          <a:prstGeom prst="rect">
            <a:avLst/>
          </a:prstGeom>
          <a:noFill/>
          <a:ln>
            <a:noFill/>
          </a:ln>
        </p:spPr>
        <p:txBody>
          <a:bodyPr anchorCtr="0" anchor="ctr" bIns="91425" lIns="91425" spcFirstLastPara="1" rIns="91425" wrap="square" tIns="91425">
            <a:noAutofit/>
          </a:bodyPr>
          <a:lstStyle>
            <a:lvl1pPr lvl="0" rtl="0">
              <a:spcBef>
                <a:spcPts val="0"/>
              </a:spcBef>
              <a:spcAft>
                <a:spcPts val="0"/>
              </a:spcAft>
              <a:buSzPts val="2500"/>
              <a:buNone/>
              <a:defRPr b="1" sz="18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871" name="Google Shape;871;p45"/>
          <p:cNvSpPr txBox="1"/>
          <p:nvPr>
            <p:ph idx="8" type="title"/>
          </p:nvPr>
        </p:nvSpPr>
        <p:spPr>
          <a:xfrm>
            <a:off x="3886200" y="2351275"/>
            <a:ext cx="3014100" cy="386400"/>
          </a:xfrm>
          <a:prstGeom prst="rect">
            <a:avLst/>
          </a:prstGeom>
          <a:noFill/>
          <a:ln>
            <a:noFill/>
          </a:ln>
        </p:spPr>
        <p:txBody>
          <a:bodyPr anchorCtr="0" anchor="ctr" bIns="91425" lIns="91425" spcFirstLastPara="1" rIns="91425" wrap="square" tIns="91425">
            <a:noAutofit/>
          </a:bodyPr>
          <a:lstStyle>
            <a:lvl1pPr lvl="0" rtl="0">
              <a:spcBef>
                <a:spcPts val="0"/>
              </a:spcBef>
              <a:spcAft>
                <a:spcPts val="0"/>
              </a:spcAft>
              <a:buSzPts val="2500"/>
              <a:buNone/>
              <a:defRPr b="1" sz="18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872" name="Google Shape;872;p45"/>
          <p:cNvSpPr txBox="1"/>
          <p:nvPr>
            <p:ph idx="9" type="title"/>
          </p:nvPr>
        </p:nvSpPr>
        <p:spPr>
          <a:xfrm>
            <a:off x="3886200" y="3460175"/>
            <a:ext cx="3014100" cy="386400"/>
          </a:xfrm>
          <a:prstGeom prst="rect">
            <a:avLst/>
          </a:prstGeom>
          <a:noFill/>
          <a:ln>
            <a:noFill/>
          </a:ln>
        </p:spPr>
        <p:txBody>
          <a:bodyPr anchorCtr="0" anchor="ctr" bIns="91425" lIns="91425" spcFirstLastPara="1" rIns="91425" wrap="square" tIns="91425">
            <a:noAutofit/>
          </a:bodyPr>
          <a:lstStyle>
            <a:lvl1pPr lvl="0" rtl="0">
              <a:spcBef>
                <a:spcPts val="0"/>
              </a:spcBef>
              <a:spcAft>
                <a:spcPts val="0"/>
              </a:spcAft>
              <a:buSzPts val="2500"/>
              <a:buNone/>
              <a:defRPr b="1" sz="18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4">
  <p:cSld name="CUSTOM_6_1_1_1_1">
    <p:spTree>
      <p:nvGrpSpPr>
        <p:cNvPr id="873" name="Shape 873"/>
        <p:cNvGrpSpPr/>
        <p:nvPr/>
      </p:nvGrpSpPr>
      <p:grpSpPr>
        <a:xfrm>
          <a:off x="0" y="0"/>
          <a:ext cx="0" cy="0"/>
          <a:chOff x="0" y="0"/>
          <a:chExt cx="0" cy="0"/>
        </a:xfrm>
      </p:grpSpPr>
      <p:sp>
        <p:nvSpPr>
          <p:cNvPr id="874" name="Google Shape;874;p46"/>
          <p:cNvSpPr/>
          <p:nvPr/>
        </p:nvSpPr>
        <p:spPr>
          <a:xfrm>
            <a:off x="319050" y="283350"/>
            <a:ext cx="8505900" cy="4576800"/>
          </a:xfrm>
          <a:prstGeom prst="roundRect">
            <a:avLst>
              <a:gd fmla="val 3396" name="adj"/>
            </a:avLst>
          </a:prstGeom>
          <a:solidFill>
            <a:schemeClr val="accent4"/>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75" name="Google Shape;875;p46"/>
          <p:cNvGrpSpPr/>
          <p:nvPr/>
        </p:nvGrpSpPr>
        <p:grpSpPr>
          <a:xfrm>
            <a:off x="-9513" y="1381124"/>
            <a:ext cx="9177947" cy="3762388"/>
            <a:chOff x="-9513" y="1381124"/>
            <a:chExt cx="9177947" cy="3762388"/>
          </a:xfrm>
        </p:grpSpPr>
        <p:sp>
          <p:nvSpPr>
            <p:cNvPr id="876" name="Google Shape;876;p46"/>
            <p:cNvSpPr/>
            <p:nvPr/>
          </p:nvSpPr>
          <p:spPr>
            <a:xfrm>
              <a:off x="743298" y="3878776"/>
              <a:ext cx="1664900" cy="1264737"/>
            </a:xfrm>
            <a:custGeom>
              <a:rect b="b" l="l" r="r" t="t"/>
              <a:pathLst>
                <a:path extrusionOk="0" h="19743" w="24157">
                  <a:moveTo>
                    <a:pt x="1676" y="0"/>
                  </a:moveTo>
                  <a:cubicBezTo>
                    <a:pt x="1185" y="0"/>
                    <a:pt x="818" y="164"/>
                    <a:pt x="491" y="532"/>
                  </a:cubicBezTo>
                  <a:cubicBezTo>
                    <a:pt x="0" y="1022"/>
                    <a:pt x="0" y="2044"/>
                    <a:pt x="654" y="2575"/>
                  </a:cubicBezTo>
                  <a:lnTo>
                    <a:pt x="19742" y="19743"/>
                  </a:lnTo>
                  <a:lnTo>
                    <a:pt x="24157" y="19743"/>
                  </a:lnTo>
                  <a:lnTo>
                    <a:pt x="2534" y="327"/>
                  </a:lnTo>
                  <a:cubicBezTo>
                    <a:pt x="2371" y="0"/>
                    <a:pt x="2044" y="0"/>
                    <a:pt x="1676"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 name="Google Shape;877;p46"/>
            <p:cNvSpPr/>
            <p:nvPr/>
          </p:nvSpPr>
          <p:spPr>
            <a:xfrm rot="10800000">
              <a:off x="-9513" y="3652041"/>
              <a:ext cx="1143784" cy="1085055"/>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8" name="Google Shape;878;p46"/>
            <p:cNvSpPr/>
            <p:nvPr/>
          </p:nvSpPr>
          <p:spPr>
            <a:xfrm>
              <a:off x="7972352" y="1381124"/>
              <a:ext cx="1196082" cy="1134709"/>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79" name="Google Shape;879;p46"/>
          <p:cNvGrpSpPr/>
          <p:nvPr/>
        </p:nvGrpSpPr>
        <p:grpSpPr>
          <a:xfrm>
            <a:off x="4281415" y="75177"/>
            <a:ext cx="581170" cy="125403"/>
            <a:chOff x="4685288" y="186288"/>
            <a:chExt cx="419375" cy="90485"/>
          </a:xfrm>
        </p:grpSpPr>
        <p:sp>
          <p:nvSpPr>
            <p:cNvPr id="880" name="Google Shape;880;p46"/>
            <p:cNvSpPr/>
            <p:nvPr/>
          </p:nvSpPr>
          <p:spPr>
            <a:xfrm>
              <a:off x="4687513" y="186288"/>
              <a:ext cx="414900" cy="822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81" name="Google Shape;881;p46"/>
            <p:cNvGrpSpPr/>
            <p:nvPr/>
          </p:nvGrpSpPr>
          <p:grpSpPr>
            <a:xfrm>
              <a:off x="4685288" y="186300"/>
              <a:ext cx="419375" cy="90473"/>
              <a:chOff x="4390000" y="182175"/>
              <a:chExt cx="419375" cy="90473"/>
            </a:xfrm>
          </p:grpSpPr>
          <p:sp>
            <p:nvSpPr>
              <p:cNvPr id="882" name="Google Shape;882;p46"/>
              <p:cNvSpPr/>
              <p:nvPr/>
            </p:nvSpPr>
            <p:spPr>
              <a:xfrm>
                <a:off x="4390000" y="182175"/>
                <a:ext cx="419375" cy="90473"/>
              </a:xfrm>
              <a:custGeom>
                <a:rect b="b" l="l" r="r" t="t"/>
                <a:pathLst>
                  <a:path extrusionOk="0" h="1906" w="8835">
                    <a:moveTo>
                      <a:pt x="7882" y="155"/>
                    </a:moveTo>
                    <a:cubicBezTo>
                      <a:pt x="8323" y="155"/>
                      <a:pt x="8680" y="512"/>
                      <a:pt x="8680" y="953"/>
                    </a:cubicBezTo>
                    <a:cubicBezTo>
                      <a:pt x="8680" y="1393"/>
                      <a:pt x="8323" y="1750"/>
                      <a:pt x="7882" y="1750"/>
                    </a:cubicBezTo>
                    <a:lnTo>
                      <a:pt x="953" y="1750"/>
                    </a:lnTo>
                    <a:cubicBezTo>
                      <a:pt x="512" y="1750"/>
                      <a:pt x="155" y="1393"/>
                      <a:pt x="155" y="953"/>
                    </a:cubicBezTo>
                    <a:cubicBezTo>
                      <a:pt x="155" y="512"/>
                      <a:pt x="512" y="155"/>
                      <a:pt x="953" y="155"/>
                    </a:cubicBezTo>
                    <a:close/>
                    <a:moveTo>
                      <a:pt x="953" y="0"/>
                    </a:moveTo>
                    <a:cubicBezTo>
                      <a:pt x="429" y="0"/>
                      <a:pt x="0" y="429"/>
                      <a:pt x="0" y="953"/>
                    </a:cubicBezTo>
                    <a:cubicBezTo>
                      <a:pt x="0" y="1476"/>
                      <a:pt x="429" y="1905"/>
                      <a:pt x="953" y="1905"/>
                    </a:cubicBezTo>
                    <a:lnTo>
                      <a:pt x="7882" y="1905"/>
                    </a:lnTo>
                    <a:cubicBezTo>
                      <a:pt x="8406" y="1905"/>
                      <a:pt x="8835" y="1476"/>
                      <a:pt x="8835" y="953"/>
                    </a:cubicBezTo>
                    <a:cubicBezTo>
                      <a:pt x="8835" y="429"/>
                      <a:pt x="8406" y="0"/>
                      <a:pt x="7882"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3" name="Google Shape;883;p46"/>
              <p:cNvSpPr/>
              <p:nvPr/>
            </p:nvSpPr>
            <p:spPr>
              <a:xfrm>
                <a:off x="4464048" y="201352"/>
                <a:ext cx="52024" cy="52072"/>
              </a:xfrm>
              <a:custGeom>
                <a:rect b="b" l="l" r="r" t="t"/>
                <a:pathLst>
                  <a:path extrusionOk="0" h="1097" w="1096">
                    <a:moveTo>
                      <a:pt x="548" y="144"/>
                    </a:moveTo>
                    <a:cubicBezTo>
                      <a:pt x="774" y="144"/>
                      <a:pt x="953" y="322"/>
                      <a:pt x="953" y="549"/>
                    </a:cubicBezTo>
                    <a:cubicBezTo>
                      <a:pt x="953" y="763"/>
                      <a:pt x="774" y="941"/>
                      <a:pt x="548" y="941"/>
                    </a:cubicBezTo>
                    <a:cubicBezTo>
                      <a:pt x="333" y="941"/>
                      <a:pt x="155" y="763"/>
                      <a:pt x="155" y="549"/>
                    </a:cubicBezTo>
                    <a:cubicBezTo>
                      <a:pt x="155" y="322"/>
                      <a:pt x="333" y="144"/>
                      <a:pt x="548" y="144"/>
                    </a:cubicBezTo>
                    <a:close/>
                    <a:moveTo>
                      <a:pt x="548" y="1"/>
                    </a:moveTo>
                    <a:cubicBezTo>
                      <a:pt x="250" y="1"/>
                      <a:pt x="0" y="251"/>
                      <a:pt x="0" y="549"/>
                    </a:cubicBezTo>
                    <a:cubicBezTo>
                      <a:pt x="0" y="846"/>
                      <a:pt x="250" y="1096"/>
                      <a:pt x="548" y="1096"/>
                    </a:cubicBezTo>
                    <a:cubicBezTo>
                      <a:pt x="845" y="1096"/>
                      <a:pt x="1095" y="846"/>
                      <a:pt x="1095" y="549"/>
                    </a:cubicBezTo>
                    <a:cubicBezTo>
                      <a:pt x="1095" y="251"/>
                      <a:pt x="845" y="1"/>
                      <a:pt x="54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884" name="Google Shape;884;p46"/>
          <p:cNvSpPr txBox="1"/>
          <p:nvPr>
            <p:ph type="title"/>
          </p:nvPr>
        </p:nvSpPr>
        <p:spPr>
          <a:xfrm>
            <a:off x="722375" y="530750"/>
            <a:ext cx="76992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85" name="Google Shape;885;p46"/>
          <p:cNvSpPr txBox="1"/>
          <p:nvPr>
            <p:ph hasCustomPrompt="1" idx="2" type="title"/>
          </p:nvPr>
        </p:nvSpPr>
        <p:spPr>
          <a:xfrm>
            <a:off x="1525659" y="2772538"/>
            <a:ext cx="912600" cy="3906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400"/>
              <a:buNone/>
              <a:defRPr b="1" sz="1800"/>
            </a:lvl1pPr>
            <a:lvl2pPr lvl="1" rtl="0" algn="ctr">
              <a:spcBef>
                <a:spcPts val="0"/>
              </a:spcBef>
              <a:spcAft>
                <a:spcPts val="0"/>
              </a:spcAft>
              <a:buClr>
                <a:schemeClr val="accent5"/>
              </a:buClr>
              <a:buSzPts val="12000"/>
              <a:buNone/>
              <a:defRPr b="1" sz="12000">
                <a:solidFill>
                  <a:schemeClr val="accent5"/>
                </a:solidFill>
              </a:defRPr>
            </a:lvl2pPr>
            <a:lvl3pPr lvl="2" rtl="0" algn="ctr">
              <a:spcBef>
                <a:spcPts val="0"/>
              </a:spcBef>
              <a:spcAft>
                <a:spcPts val="0"/>
              </a:spcAft>
              <a:buClr>
                <a:schemeClr val="accent5"/>
              </a:buClr>
              <a:buSzPts val="12000"/>
              <a:buNone/>
              <a:defRPr b="1" sz="12000">
                <a:solidFill>
                  <a:schemeClr val="accent5"/>
                </a:solidFill>
              </a:defRPr>
            </a:lvl3pPr>
            <a:lvl4pPr lvl="3" rtl="0" algn="ctr">
              <a:spcBef>
                <a:spcPts val="0"/>
              </a:spcBef>
              <a:spcAft>
                <a:spcPts val="0"/>
              </a:spcAft>
              <a:buClr>
                <a:schemeClr val="accent5"/>
              </a:buClr>
              <a:buSzPts val="12000"/>
              <a:buNone/>
              <a:defRPr b="1" sz="12000">
                <a:solidFill>
                  <a:schemeClr val="accent5"/>
                </a:solidFill>
              </a:defRPr>
            </a:lvl4pPr>
            <a:lvl5pPr lvl="4" rtl="0" algn="ctr">
              <a:spcBef>
                <a:spcPts val="0"/>
              </a:spcBef>
              <a:spcAft>
                <a:spcPts val="0"/>
              </a:spcAft>
              <a:buClr>
                <a:schemeClr val="accent5"/>
              </a:buClr>
              <a:buSzPts val="12000"/>
              <a:buNone/>
              <a:defRPr b="1" sz="12000">
                <a:solidFill>
                  <a:schemeClr val="accent5"/>
                </a:solidFill>
              </a:defRPr>
            </a:lvl5pPr>
            <a:lvl6pPr lvl="5" rtl="0" algn="ctr">
              <a:spcBef>
                <a:spcPts val="0"/>
              </a:spcBef>
              <a:spcAft>
                <a:spcPts val="0"/>
              </a:spcAft>
              <a:buClr>
                <a:schemeClr val="accent5"/>
              </a:buClr>
              <a:buSzPts val="12000"/>
              <a:buNone/>
              <a:defRPr b="1" sz="12000">
                <a:solidFill>
                  <a:schemeClr val="accent5"/>
                </a:solidFill>
              </a:defRPr>
            </a:lvl6pPr>
            <a:lvl7pPr lvl="6" rtl="0" algn="ctr">
              <a:spcBef>
                <a:spcPts val="0"/>
              </a:spcBef>
              <a:spcAft>
                <a:spcPts val="0"/>
              </a:spcAft>
              <a:buClr>
                <a:schemeClr val="accent5"/>
              </a:buClr>
              <a:buSzPts val="12000"/>
              <a:buNone/>
              <a:defRPr b="1" sz="12000">
                <a:solidFill>
                  <a:schemeClr val="accent5"/>
                </a:solidFill>
              </a:defRPr>
            </a:lvl7pPr>
            <a:lvl8pPr lvl="7" rtl="0" algn="ctr">
              <a:spcBef>
                <a:spcPts val="0"/>
              </a:spcBef>
              <a:spcAft>
                <a:spcPts val="0"/>
              </a:spcAft>
              <a:buClr>
                <a:schemeClr val="accent5"/>
              </a:buClr>
              <a:buSzPts val="12000"/>
              <a:buNone/>
              <a:defRPr b="1" sz="12000">
                <a:solidFill>
                  <a:schemeClr val="accent5"/>
                </a:solidFill>
              </a:defRPr>
            </a:lvl8pPr>
            <a:lvl9pPr lvl="8" rtl="0" algn="ctr">
              <a:spcBef>
                <a:spcPts val="0"/>
              </a:spcBef>
              <a:spcAft>
                <a:spcPts val="0"/>
              </a:spcAft>
              <a:buClr>
                <a:schemeClr val="accent5"/>
              </a:buClr>
              <a:buSzPts val="12000"/>
              <a:buNone/>
              <a:defRPr b="1" sz="12000">
                <a:solidFill>
                  <a:schemeClr val="accent5"/>
                </a:solidFill>
              </a:defRPr>
            </a:lvl9pPr>
          </a:lstStyle>
          <a:p>
            <a:r>
              <a:t>xx%</a:t>
            </a:r>
          </a:p>
        </p:txBody>
      </p:sp>
      <p:sp>
        <p:nvSpPr>
          <p:cNvPr id="886" name="Google Shape;886;p46"/>
          <p:cNvSpPr txBox="1"/>
          <p:nvPr>
            <p:ph idx="3" type="title"/>
          </p:nvPr>
        </p:nvSpPr>
        <p:spPr>
          <a:xfrm>
            <a:off x="992859" y="1841025"/>
            <a:ext cx="1978200" cy="3906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800"/>
              <a:buNone/>
              <a:defRPr b="1" sz="1800"/>
            </a:lvl1pPr>
            <a:lvl2pPr lvl="1" rtl="0" algn="ctr">
              <a:spcBef>
                <a:spcPts val="0"/>
              </a:spcBef>
              <a:spcAft>
                <a:spcPts val="0"/>
              </a:spcAft>
              <a:buClr>
                <a:schemeClr val="accent5"/>
              </a:buClr>
              <a:buSzPts val="1800"/>
              <a:buNone/>
              <a:defRPr b="1" sz="1800">
                <a:solidFill>
                  <a:schemeClr val="accent5"/>
                </a:solidFill>
              </a:defRPr>
            </a:lvl2pPr>
            <a:lvl3pPr lvl="2" rtl="0" algn="ctr">
              <a:spcBef>
                <a:spcPts val="0"/>
              </a:spcBef>
              <a:spcAft>
                <a:spcPts val="0"/>
              </a:spcAft>
              <a:buClr>
                <a:schemeClr val="accent5"/>
              </a:buClr>
              <a:buSzPts val="1800"/>
              <a:buNone/>
              <a:defRPr b="1" sz="1800">
                <a:solidFill>
                  <a:schemeClr val="accent5"/>
                </a:solidFill>
              </a:defRPr>
            </a:lvl3pPr>
            <a:lvl4pPr lvl="3" rtl="0" algn="ctr">
              <a:spcBef>
                <a:spcPts val="0"/>
              </a:spcBef>
              <a:spcAft>
                <a:spcPts val="0"/>
              </a:spcAft>
              <a:buClr>
                <a:schemeClr val="accent5"/>
              </a:buClr>
              <a:buSzPts val="1800"/>
              <a:buNone/>
              <a:defRPr b="1" sz="1800">
                <a:solidFill>
                  <a:schemeClr val="accent5"/>
                </a:solidFill>
              </a:defRPr>
            </a:lvl4pPr>
            <a:lvl5pPr lvl="4" rtl="0" algn="ctr">
              <a:spcBef>
                <a:spcPts val="0"/>
              </a:spcBef>
              <a:spcAft>
                <a:spcPts val="0"/>
              </a:spcAft>
              <a:buClr>
                <a:schemeClr val="accent5"/>
              </a:buClr>
              <a:buSzPts val="1800"/>
              <a:buNone/>
              <a:defRPr b="1" sz="1800">
                <a:solidFill>
                  <a:schemeClr val="accent5"/>
                </a:solidFill>
              </a:defRPr>
            </a:lvl5pPr>
            <a:lvl6pPr lvl="5" rtl="0" algn="ctr">
              <a:spcBef>
                <a:spcPts val="0"/>
              </a:spcBef>
              <a:spcAft>
                <a:spcPts val="0"/>
              </a:spcAft>
              <a:buClr>
                <a:schemeClr val="accent5"/>
              </a:buClr>
              <a:buSzPts val="1800"/>
              <a:buNone/>
              <a:defRPr b="1" sz="1800">
                <a:solidFill>
                  <a:schemeClr val="accent5"/>
                </a:solidFill>
              </a:defRPr>
            </a:lvl6pPr>
            <a:lvl7pPr lvl="6" rtl="0" algn="ctr">
              <a:spcBef>
                <a:spcPts val="0"/>
              </a:spcBef>
              <a:spcAft>
                <a:spcPts val="0"/>
              </a:spcAft>
              <a:buClr>
                <a:schemeClr val="accent5"/>
              </a:buClr>
              <a:buSzPts val="1800"/>
              <a:buNone/>
              <a:defRPr b="1" sz="1800">
                <a:solidFill>
                  <a:schemeClr val="accent5"/>
                </a:solidFill>
              </a:defRPr>
            </a:lvl7pPr>
            <a:lvl8pPr lvl="7" rtl="0" algn="ctr">
              <a:spcBef>
                <a:spcPts val="0"/>
              </a:spcBef>
              <a:spcAft>
                <a:spcPts val="0"/>
              </a:spcAft>
              <a:buClr>
                <a:schemeClr val="accent5"/>
              </a:buClr>
              <a:buSzPts val="1800"/>
              <a:buNone/>
              <a:defRPr b="1" sz="1800">
                <a:solidFill>
                  <a:schemeClr val="accent5"/>
                </a:solidFill>
              </a:defRPr>
            </a:lvl8pPr>
            <a:lvl9pPr lvl="8" rtl="0" algn="ctr">
              <a:spcBef>
                <a:spcPts val="0"/>
              </a:spcBef>
              <a:spcAft>
                <a:spcPts val="0"/>
              </a:spcAft>
              <a:buClr>
                <a:schemeClr val="accent5"/>
              </a:buClr>
              <a:buSzPts val="1800"/>
              <a:buNone/>
              <a:defRPr b="1" sz="1800">
                <a:solidFill>
                  <a:schemeClr val="accent5"/>
                </a:solidFill>
              </a:defRPr>
            </a:lvl9pPr>
          </a:lstStyle>
          <a:p/>
        </p:txBody>
      </p:sp>
      <p:sp>
        <p:nvSpPr>
          <p:cNvPr id="887" name="Google Shape;887;p46"/>
          <p:cNvSpPr txBox="1"/>
          <p:nvPr>
            <p:ph idx="1" type="subTitle"/>
          </p:nvPr>
        </p:nvSpPr>
        <p:spPr>
          <a:xfrm>
            <a:off x="992859" y="1265259"/>
            <a:ext cx="1978200" cy="527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1600"/>
              </a:spcBef>
              <a:spcAft>
                <a:spcPts val="0"/>
              </a:spcAft>
              <a:buSzPts val="1600"/>
              <a:buNone/>
              <a:defRPr sz="1600"/>
            </a:lvl3pPr>
            <a:lvl4pPr lvl="3" rtl="0" algn="ctr">
              <a:lnSpc>
                <a:spcPct val="100000"/>
              </a:lnSpc>
              <a:spcBef>
                <a:spcPts val="1600"/>
              </a:spcBef>
              <a:spcAft>
                <a:spcPts val="0"/>
              </a:spcAft>
              <a:buSzPts val="1600"/>
              <a:buNone/>
              <a:defRPr sz="1600"/>
            </a:lvl4pPr>
            <a:lvl5pPr lvl="4" rtl="0" algn="ctr">
              <a:lnSpc>
                <a:spcPct val="100000"/>
              </a:lnSpc>
              <a:spcBef>
                <a:spcPts val="1600"/>
              </a:spcBef>
              <a:spcAft>
                <a:spcPts val="0"/>
              </a:spcAft>
              <a:buSzPts val="1600"/>
              <a:buNone/>
              <a:defRPr sz="1600"/>
            </a:lvl5pPr>
            <a:lvl6pPr lvl="5" rtl="0" algn="ctr">
              <a:lnSpc>
                <a:spcPct val="100000"/>
              </a:lnSpc>
              <a:spcBef>
                <a:spcPts val="1600"/>
              </a:spcBef>
              <a:spcAft>
                <a:spcPts val="0"/>
              </a:spcAft>
              <a:buSzPts val="1600"/>
              <a:buNone/>
              <a:defRPr sz="1600"/>
            </a:lvl6pPr>
            <a:lvl7pPr lvl="6" rtl="0" algn="ctr">
              <a:lnSpc>
                <a:spcPct val="100000"/>
              </a:lnSpc>
              <a:spcBef>
                <a:spcPts val="1600"/>
              </a:spcBef>
              <a:spcAft>
                <a:spcPts val="0"/>
              </a:spcAft>
              <a:buSzPts val="1600"/>
              <a:buNone/>
              <a:defRPr sz="1600"/>
            </a:lvl7pPr>
            <a:lvl8pPr lvl="7" rtl="0" algn="ctr">
              <a:lnSpc>
                <a:spcPct val="100000"/>
              </a:lnSpc>
              <a:spcBef>
                <a:spcPts val="1600"/>
              </a:spcBef>
              <a:spcAft>
                <a:spcPts val="0"/>
              </a:spcAft>
              <a:buSzPts val="1600"/>
              <a:buNone/>
              <a:defRPr sz="1600"/>
            </a:lvl8pPr>
            <a:lvl9pPr lvl="8" rtl="0" algn="ctr">
              <a:lnSpc>
                <a:spcPct val="100000"/>
              </a:lnSpc>
              <a:spcBef>
                <a:spcPts val="1600"/>
              </a:spcBef>
              <a:spcAft>
                <a:spcPts val="1600"/>
              </a:spcAft>
              <a:buSzPts val="1600"/>
              <a:buNone/>
              <a:defRPr sz="1600"/>
            </a:lvl9pPr>
          </a:lstStyle>
          <a:p/>
        </p:txBody>
      </p:sp>
      <p:sp>
        <p:nvSpPr>
          <p:cNvPr id="888" name="Google Shape;888;p46"/>
          <p:cNvSpPr txBox="1"/>
          <p:nvPr>
            <p:ph hasCustomPrompt="1" idx="4" type="title"/>
          </p:nvPr>
        </p:nvSpPr>
        <p:spPr>
          <a:xfrm>
            <a:off x="3294130" y="2771188"/>
            <a:ext cx="912600" cy="3933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400"/>
              <a:buNone/>
              <a:defRPr b="1" sz="1800"/>
            </a:lvl1pPr>
            <a:lvl2pPr lvl="1" rtl="0" algn="ctr">
              <a:spcBef>
                <a:spcPts val="0"/>
              </a:spcBef>
              <a:spcAft>
                <a:spcPts val="0"/>
              </a:spcAft>
              <a:buClr>
                <a:schemeClr val="accent5"/>
              </a:buClr>
              <a:buSzPts val="12000"/>
              <a:buNone/>
              <a:defRPr b="1" sz="12000">
                <a:solidFill>
                  <a:schemeClr val="accent5"/>
                </a:solidFill>
              </a:defRPr>
            </a:lvl2pPr>
            <a:lvl3pPr lvl="2" rtl="0" algn="ctr">
              <a:spcBef>
                <a:spcPts val="0"/>
              </a:spcBef>
              <a:spcAft>
                <a:spcPts val="0"/>
              </a:spcAft>
              <a:buClr>
                <a:schemeClr val="accent5"/>
              </a:buClr>
              <a:buSzPts val="12000"/>
              <a:buNone/>
              <a:defRPr b="1" sz="12000">
                <a:solidFill>
                  <a:schemeClr val="accent5"/>
                </a:solidFill>
              </a:defRPr>
            </a:lvl3pPr>
            <a:lvl4pPr lvl="3" rtl="0" algn="ctr">
              <a:spcBef>
                <a:spcPts val="0"/>
              </a:spcBef>
              <a:spcAft>
                <a:spcPts val="0"/>
              </a:spcAft>
              <a:buClr>
                <a:schemeClr val="accent5"/>
              </a:buClr>
              <a:buSzPts val="12000"/>
              <a:buNone/>
              <a:defRPr b="1" sz="12000">
                <a:solidFill>
                  <a:schemeClr val="accent5"/>
                </a:solidFill>
              </a:defRPr>
            </a:lvl4pPr>
            <a:lvl5pPr lvl="4" rtl="0" algn="ctr">
              <a:spcBef>
                <a:spcPts val="0"/>
              </a:spcBef>
              <a:spcAft>
                <a:spcPts val="0"/>
              </a:spcAft>
              <a:buClr>
                <a:schemeClr val="accent5"/>
              </a:buClr>
              <a:buSzPts val="12000"/>
              <a:buNone/>
              <a:defRPr b="1" sz="12000">
                <a:solidFill>
                  <a:schemeClr val="accent5"/>
                </a:solidFill>
              </a:defRPr>
            </a:lvl5pPr>
            <a:lvl6pPr lvl="5" rtl="0" algn="ctr">
              <a:spcBef>
                <a:spcPts val="0"/>
              </a:spcBef>
              <a:spcAft>
                <a:spcPts val="0"/>
              </a:spcAft>
              <a:buClr>
                <a:schemeClr val="accent5"/>
              </a:buClr>
              <a:buSzPts val="12000"/>
              <a:buNone/>
              <a:defRPr b="1" sz="12000">
                <a:solidFill>
                  <a:schemeClr val="accent5"/>
                </a:solidFill>
              </a:defRPr>
            </a:lvl6pPr>
            <a:lvl7pPr lvl="6" rtl="0" algn="ctr">
              <a:spcBef>
                <a:spcPts val="0"/>
              </a:spcBef>
              <a:spcAft>
                <a:spcPts val="0"/>
              </a:spcAft>
              <a:buClr>
                <a:schemeClr val="accent5"/>
              </a:buClr>
              <a:buSzPts val="12000"/>
              <a:buNone/>
              <a:defRPr b="1" sz="12000">
                <a:solidFill>
                  <a:schemeClr val="accent5"/>
                </a:solidFill>
              </a:defRPr>
            </a:lvl7pPr>
            <a:lvl8pPr lvl="7" rtl="0" algn="ctr">
              <a:spcBef>
                <a:spcPts val="0"/>
              </a:spcBef>
              <a:spcAft>
                <a:spcPts val="0"/>
              </a:spcAft>
              <a:buClr>
                <a:schemeClr val="accent5"/>
              </a:buClr>
              <a:buSzPts val="12000"/>
              <a:buNone/>
              <a:defRPr b="1" sz="12000">
                <a:solidFill>
                  <a:schemeClr val="accent5"/>
                </a:solidFill>
              </a:defRPr>
            </a:lvl8pPr>
            <a:lvl9pPr lvl="8" rtl="0" algn="ctr">
              <a:spcBef>
                <a:spcPts val="0"/>
              </a:spcBef>
              <a:spcAft>
                <a:spcPts val="0"/>
              </a:spcAft>
              <a:buClr>
                <a:schemeClr val="accent5"/>
              </a:buClr>
              <a:buSzPts val="12000"/>
              <a:buNone/>
              <a:defRPr b="1" sz="12000">
                <a:solidFill>
                  <a:schemeClr val="accent5"/>
                </a:solidFill>
              </a:defRPr>
            </a:lvl9pPr>
          </a:lstStyle>
          <a:p>
            <a:r>
              <a:t>xx%</a:t>
            </a:r>
          </a:p>
        </p:txBody>
      </p:sp>
      <p:sp>
        <p:nvSpPr>
          <p:cNvPr id="889" name="Google Shape;889;p46"/>
          <p:cNvSpPr txBox="1"/>
          <p:nvPr>
            <p:ph idx="5" type="title"/>
          </p:nvPr>
        </p:nvSpPr>
        <p:spPr>
          <a:xfrm>
            <a:off x="2761330" y="3699500"/>
            <a:ext cx="1978200" cy="3933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800"/>
              <a:buNone/>
              <a:defRPr b="1" sz="1800"/>
            </a:lvl1pPr>
            <a:lvl2pPr lvl="1" rtl="0" algn="ctr">
              <a:spcBef>
                <a:spcPts val="0"/>
              </a:spcBef>
              <a:spcAft>
                <a:spcPts val="0"/>
              </a:spcAft>
              <a:buClr>
                <a:schemeClr val="accent5"/>
              </a:buClr>
              <a:buSzPts val="1800"/>
              <a:buNone/>
              <a:defRPr b="1" sz="1800">
                <a:solidFill>
                  <a:schemeClr val="accent5"/>
                </a:solidFill>
              </a:defRPr>
            </a:lvl2pPr>
            <a:lvl3pPr lvl="2" rtl="0" algn="ctr">
              <a:spcBef>
                <a:spcPts val="0"/>
              </a:spcBef>
              <a:spcAft>
                <a:spcPts val="0"/>
              </a:spcAft>
              <a:buClr>
                <a:schemeClr val="accent5"/>
              </a:buClr>
              <a:buSzPts val="1800"/>
              <a:buNone/>
              <a:defRPr b="1" sz="1800">
                <a:solidFill>
                  <a:schemeClr val="accent5"/>
                </a:solidFill>
              </a:defRPr>
            </a:lvl3pPr>
            <a:lvl4pPr lvl="3" rtl="0" algn="ctr">
              <a:spcBef>
                <a:spcPts val="0"/>
              </a:spcBef>
              <a:spcAft>
                <a:spcPts val="0"/>
              </a:spcAft>
              <a:buClr>
                <a:schemeClr val="accent5"/>
              </a:buClr>
              <a:buSzPts val="1800"/>
              <a:buNone/>
              <a:defRPr b="1" sz="1800">
                <a:solidFill>
                  <a:schemeClr val="accent5"/>
                </a:solidFill>
              </a:defRPr>
            </a:lvl4pPr>
            <a:lvl5pPr lvl="4" rtl="0" algn="ctr">
              <a:spcBef>
                <a:spcPts val="0"/>
              </a:spcBef>
              <a:spcAft>
                <a:spcPts val="0"/>
              </a:spcAft>
              <a:buClr>
                <a:schemeClr val="accent5"/>
              </a:buClr>
              <a:buSzPts val="1800"/>
              <a:buNone/>
              <a:defRPr b="1" sz="1800">
                <a:solidFill>
                  <a:schemeClr val="accent5"/>
                </a:solidFill>
              </a:defRPr>
            </a:lvl5pPr>
            <a:lvl6pPr lvl="5" rtl="0" algn="ctr">
              <a:spcBef>
                <a:spcPts val="0"/>
              </a:spcBef>
              <a:spcAft>
                <a:spcPts val="0"/>
              </a:spcAft>
              <a:buClr>
                <a:schemeClr val="accent5"/>
              </a:buClr>
              <a:buSzPts val="1800"/>
              <a:buNone/>
              <a:defRPr b="1" sz="1800">
                <a:solidFill>
                  <a:schemeClr val="accent5"/>
                </a:solidFill>
              </a:defRPr>
            </a:lvl6pPr>
            <a:lvl7pPr lvl="6" rtl="0" algn="ctr">
              <a:spcBef>
                <a:spcPts val="0"/>
              </a:spcBef>
              <a:spcAft>
                <a:spcPts val="0"/>
              </a:spcAft>
              <a:buClr>
                <a:schemeClr val="accent5"/>
              </a:buClr>
              <a:buSzPts val="1800"/>
              <a:buNone/>
              <a:defRPr b="1" sz="1800">
                <a:solidFill>
                  <a:schemeClr val="accent5"/>
                </a:solidFill>
              </a:defRPr>
            </a:lvl7pPr>
            <a:lvl8pPr lvl="7" rtl="0" algn="ctr">
              <a:spcBef>
                <a:spcPts val="0"/>
              </a:spcBef>
              <a:spcAft>
                <a:spcPts val="0"/>
              </a:spcAft>
              <a:buClr>
                <a:schemeClr val="accent5"/>
              </a:buClr>
              <a:buSzPts val="1800"/>
              <a:buNone/>
              <a:defRPr b="1" sz="1800">
                <a:solidFill>
                  <a:schemeClr val="accent5"/>
                </a:solidFill>
              </a:defRPr>
            </a:lvl8pPr>
            <a:lvl9pPr lvl="8" rtl="0" algn="ctr">
              <a:spcBef>
                <a:spcPts val="0"/>
              </a:spcBef>
              <a:spcAft>
                <a:spcPts val="0"/>
              </a:spcAft>
              <a:buClr>
                <a:schemeClr val="accent5"/>
              </a:buClr>
              <a:buSzPts val="1800"/>
              <a:buNone/>
              <a:defRPr b="1" sz="1800">
                <a:solidFill>
                  <a:schemeClr val="accent5"/>
                </a:solidFill>
              </a:defRPr>
            </a:lvl9pPr>
          </a:lstStyle>
          <a:p/>
        </p:txBody>
      </p:sp>
      <p:sp>
        <p:nvSpPr>
          <p:cNvPr id="890" name="Google Shape;890;p46"/>
          <p:cNvSpPr txBox="1"/>
          <p:nvPr>
            <p:ph idx="6" type="subTitle"/>
          </p:nvPr>
        </p:nvSpPr>
        <p:spPr>
          <a:xfrm>
            <a:off x="2761330" y="4092825"/>
            <a:ext cx="1978200" cy="527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1600"/>
              </a:spcBef>
              <a:spcAft>
                <a:spcPts val="0"/>
              </a:spcAft>
              <a:buSzPts val="1600"/>
              <a:buNone/>
              <a:defRPr sz="1600"/>
            </a:lvl3pPr>
            <a:lvl4pPr lvl="3" rtl="0" algn="ctr">
              <a:lnSpc>
                <a:spcPct val="100000"/>
              </a:lnSpc>
              <a:spcBef>
                <a:spcPts val="1600"/>
              </a:spcBef>
              <a:spcAft>
                <a:spcPts val="0"/>
              </a:spcAft>
              <a:buSzPts val="1600"/>
              <a:buNone/>
              <a:defRPr sz="1600"/>
            </a:lvl4pPr>
            <a:lvl5pPr lvl="4" rtl="0" algn="ctr">
              <a:lnSpc>
                <a:spcPct val="100000"/>
              </a:lnSpc>
              <a:spcBef>
                <a:spcPts val="1600"/>
              </a:spcBef>
              <a:spcAft>
                <a:spcPts val="0"/>
              </a:spcAft>
              <a:buSzPts val="1600"/>
              <a:buNone/>
              <a:defRPr sz="1600"/>
            </a:lvl5pPr>
            <a:lvl6pPr lvl="5" rtl="0" algn="ctr">
              <a:lnSpc>
                <a:spcPct val="100000"/>
              </a:lnSpc>
              <a:spcBef>
                <a:spcPts val="1600"/>
              </a:spcBef>
              <a:spcAft>
                <a:spcPts val="0"/>
              </a:spcAft>
              <a:buSzPts val="1600"/>
              <a:buNone/>
              <a:defRPr sz="1600"/>
            </a:lvl6pPr>
            <a:lvl7pPr lvl="6" rtl="0" algn="ctr">
              <a:lnSpc>
                <a:spcPct val="100000"/>
              </a:lnSpc>
              <a:spcBef>
                <a:spcPts val="1600"/>
              </a:spcBef>
              <a:spcAft>
                <a:spcPts val="0"/>
              </a:spcAft>
              <a:buSzPts val="1600"/>
              <a:buNone/>
              <a:defRPr sz="1600"/>
            </a:lvl7pPr>
            <a:lvl8pPr lvl="7" rtl="0" algn="ctr">
              <a:lnSpc>
                <a:spcPct val="100000"/>
              </a:lnSpc>
              <a:spcBef>
                <a:spcPts val="1600"/>
              </a:spcBef>
              <a:spcAft>
                <a:spcPts val="0"/>
              </a:spcAft>
              <a:buSzPts val="1600"/>
              <a:buNone/>
              <a:defRPr sz="1600"/>
            </a:lvl8pPr>
            <a:lvl9pPr lvl="8" rtl="0" algn="ctr">
              <a:lnSpc>
                <a:spcPct val="100000"/>
              </a:lnSpc>
              <a:spcBef>
                <a:spcPts val="1600"/>
              </a:spcBef>
              <a:spcAft>
                <a:spcPts val="1600"/>
              </a:spcAft>
              <a:buSzPts val="1600"/>
              <a:buNone/>
              <a:defRPr sz="1600"/>
            </a:lvl9pPr>
          </a:lstStyle>
          <a:p/>
        </p:txBody>
      </p:sp>
      <p:sp>
        <p:nvSpPr>
          <p:cNvPr id="891" name="Google Shape;891;p46"/>
          <p:cNvSpPr txBox="1"/>
          <p:nvPr>
            <p:ph hasCustomPrompt="1" idx="7" type="title"/>
          </p:nvPr>
        </p:nvSpPr>
        <p:spPr>
          <a:xfrm>
            <a:off x="5062601" y="2771188"/>
            <a:ext cx="912600" cy="3933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400"/>
              <a:buNone/>
              <a:defRPr b="1" sz="1800"/>
            </a:lvl1pPr>
            <a:lvl2pPr lvl="1" rtl="0" algn="ctr">
              <a:spcBef>
                <a:spcPts val="0"/>
              </a:spcBef>
              <a:spcAft>
                <a:spcPts val="0"/>
              </a:spcAft>
              <a:buClr>
                <a:schemeClr val="accent5"/>
              </a:buClr>
              <a:buSzPts val="12000"/>
              <a:buNone/>
              <a:defRPr b="1" sz="12000">
                <a:solidFill>
                  <a:schemeClr val="accent5"/>
                </a:solidFill>
              </a:defRPr>
            </a:lvl2pPr>
            <a:lvl3pPr lvl="2" rtl="0" algn="ctr">
              <a:spcBef>
                <a:spcPts val="0"/>
              </a:spcBef>
              <a:spcAft>
                <a:spcPts val="0"/>
              </a:spcAft>
              <a:buClr>
                <a:schemeClr val="accent5"/>
              </a:buClr>
              <a:buSzPts val="12000"/>
              <a:buNone/>
              <a:defRPr b="1" sz="12000">
                <a:solidFill>
                  <a:schemeClr val="accent5"/>
                </a:solidFill>
              </a:defRPr>
            </a:lvl3pPr>
            <a:lvl4pPr lvl="3" rtl="0" algn="ctr">
              <a:spcBef>
                <a:spcPts val="0"/>
              </a:spcBef>
              <a:spcAft>
                <a:spcPts val="0"/>
              </a:spcAft>
              <a:buClr>
                <a:schemeClr val="accent5"/>
              </a:buClr>
              <a:buSzPts val="12000"/>
              <a:buNone/>
              <a:defRPr b="1" sz="12000">
                <a:solidFill>
                  <a:schemeClr val="accent5"/>
                </a:solidFill>
              </a:defRPr>
            </a:lvl4pPr>
            <a:lvl5pPr lvl="4" rtl="0" algn="ctr">
              <a:spcBef>
                <a:spcPts val="0"/>
              </a:spcBef>
              <a:spcAft>
                <a:spcPts val="0"/>
              </a:spcAft>
              <a:buClr>
                <a:schemeClr val="accent5"/>
              </a:buClr>
              <a:buSzPts val="12000"/>
              <a:buNone/>
              <a:defRPr b="1" sz="12000">
                <a:solidFill>
                  <a:schemeClr val="accent5"/>
                </a:solidFill>
              </a:defRPr>
            </a:lvl5pPr>
            <a:lvl6pPr lvl="5" rtl="0" algn="ctr">
              <a:spcBef>
                <a:spcPts val="0"/>
              </a:spcBef>
              <a:spcAft>
                <a:spcPts val="0"/>
              </a:spcAft>
              <a:buClr>
                <a:schemeClr val="accent5"/>
              </a:buClr>
              <a:buSzPts val="12000"/>
              <a:buNone/>
              <a:defRPr b="1" sz="12000">
                <a:solidFill>
                  <a:schemeClr val="accent5"/>
                </a:solidFill>
              </a:defRPr>
            </a:lvl6pPr>
            <a:lvl7pPr lvl="6" rtl="0" algn="ctr">
              <a:spcBef>
                <a:spcPts val="0"/>
              </a:spcBef>
              <a:spcAft>
                <a:spcPts val="0"/>
              </a:spcAft>
              <a:buClr>
                <a:schemeClr val="accent5"/>
              </a:buClr>
              <a:buSzPts val="12000"/>
              <a:buNone/>
              <a:defRPr b="1" sz="12000">
                <a:solidFill>
                  <a:schemeClr val="accent5"/>
                </a:solidFill>
              </a:defRPr>
            </a:lvl7pPr>
            <a:lvl8pPr lvl="7" rtl="0" algn="ctr">
              <a:spcBef>
                <a:spcPts val="0"/>
              </a:spcBef>
              <a:spcAft>
                <a:spcPts val="0"/>
              </a:spcAft>
              <a:buClr>
                <a:schemeClr val="accent5"/>
              </a:buClr>
              <a:buSzPts val="12000"/>
              <a:buNone/>
              <a:defRPr b="1" sz="12000">
                <a:solidFill>
                  <a:schemeClr val="accent5"/>
                </a:solidFill>
              </a:defRPr>
            </a:lvl8pPr>
            <a:lvl9pPr lvl="8" rtl="0" algn="ctr">
              <a:spcBef>
                <a:spcPts val="0"/>
              </a:spcBef>
              <a:spcAft>
                <a:spcPts val="0"/>
              </a:spcAft>
              <a:buClr>
                <a:schemeClr val="accent5"/>
              </a:buClr>
              <a:buSzPts val="12000"/>
              <a:buNone/>
              <a:defRPr b="1" sz="12000">
                <a:solidFill>
                  <a:schemeClr val="accent5"/>
                </a:solidFill>
              </a:defRPr>
            </a:lvl9pPr>
          </a:lstStyle>
          <a:p>
            <a:r>
              <a:t>xx%</a:t>
            </a:r>
          </a:p>
        </p:txBody>
      </p:sp>
      <p:sp>
        <p:nvSpPr>
          <p:cNvPr id="892" name="Google Shape;892;p46"/>
          <p:cNvSpPr txBox="1"/>
          <p:nvPr>
            <p:ph idx="8" type="title"/>
          </p:nvPr>
        </p:nvSpPr>
        <p:spPr>
          <a:xfrm>
            <a:off x="4529801" y="1833350"/>
            <a:ext cx="1978200" cy="3906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800"/>
              <a:buNone/>
              <a:defRPr b="1" sz="1800"/>
            </a:lvl1pPr>
            <a:lvl2pPr lvl="1" rtl="0" algn="ctr">
              <a:spcBef>
                <a:spcPts val="0"/>
              </a:spcBef>
              <a:spcAft>
                <a:spcPts val="0"/>
              </a:spcAft>
              <a:buClr>
                <a:schemeClr val="accent5"/>
              </a:buClr>
              <a:buSzPts val="1800"/>
              <a:buNone/>
              <a:defRPr b="1" sz="1800">
                <a:solidFill>
                  <a:schemeClr val="accent5"/>
                </a:solidFill>
              </a:defRPr>
            </a:lvl2pPr>
            <a:lvl3pPr lvl="2" rtl="0" algn="ctr">
              <a:spcBef>
                <a:spcPts val="0"/>
              </a:spcBef>
              <a:spcAft>
                <a:spcPts val="0"/>
              </a:spcAft>
              <a:buClr>
                <a:schemeClr val="accent5"/>
              </a:buClr>
              <a:buSzPts val="1800"/>
              <a:buNone/>
              <a:defRPr b="1" sz="1800">
                <a:solidFill>
                  <a:schemeClr val="accent5"/>
                </a:solidFill>
              </a:defRPr>
            </a:lvl3pPr>
            <a:lvl4pPr lvl="3" rtl="0" algn="ctr">
              <a:spcBef>
                <a:spcPts val="0"/>
              </a:spcBef>
              <a:spcAft>
                <a:spcPts val="0"/>
              </a:spcAft>
              <a:buClr>
                <a:schemeClr val="accent5"/>
              </a:buClr>
              <a:buSzPts val="1800"/>
              <a:buNone/>
              <a:defRPr b="1" sz="1800">
                <a:solidFill>
                  <a:schemeClr val="accent5"/>
                </a:solidFill>
              </a:defRPr>
            </a:lvl4pPr>
            <a:lvl5pPr lvl="4" rtl="0" algn="ctr">
              <a:spcBef>
                <a:spcPts val="0"/>
              </a:spcBef>
              <a:spcAft>
                <a:spcPts val="0"/>
              </a:spcAft>
              <a:buClr>
                <a:schemeClr val="accent5"/>
              </a:buClr>
              <a:buSzPts val="1800"/>
              <a:buNone/>
              <a:defRPr b="1" sz="1800">
                <a:solidFill>
                  <a:schemeClr val="accent5"/>
                </a:solidFill>
              </a:defRPr>
            </a:lvl5pPr>
            <a:lvl6pPr lvl="5" rtl="0" algn="ctr">
              <a:spcBef>
                <a:spcPts val="0"/>
              </a:spcBef>
              <a:spcAft>
                <a:spcPts val="0"/>
              </a:spcAft>
              <a:buClr>
                <a:schemeClr val="accent5"/>
              </a:buClr>
              <a:buSzPts val="1800"/>
              <a:buNone/>
              <a:defRPr b="1" sz="1800">
                <a:solidFill>
                  <a:schemeClr val="accent5"/>
                </a:solidFill>
              </a:defRPr>
            </a:lvl6pPr>
            <a:lvl7pPr lvl="6" rtl="0" algn="ctr">
              <a:spcBef>
                <a:spcPts val="0"/>
              </a:spcBef>
              <a:spcAft>
                <a:spcPts val="0"/>
              </a:spcAft>
              <a:buClr>
                <a:schemeClr val="accent5"/>
              </a:buClr>
              <a:buSzPts val="1800"/>
              <a:buNone/>
              <a:defRPr b="1" sz="1800">
                <a:solidFill>
                  <a:schemeClr val="accent5"/>
                </a:solidFill>
              </a:defRPr>
            </a:lvl7pPr>
            <a:lvl8pPr lvl="7" rtl="0" algn="ctr">
              <a:spcBef>
                <a:spcPts val="0"/>
              </a:spcBef>
              <a:spcAft>
                <a:spcPts val="0"/>
              </a:spcAft>
              <a:buClr>
                <a:schemeClr val="accent5"/>
              </a:buClr>
              <a:buSzPts val="1800"/>
              <a:buNone/>
              <a:defRPr b="1" sz="1800">
                <a:solidFill>
                  <a:schemeClr val="accent5"/>
                </a:solidFill>
              </a:defRPr>
            </a:lvl8pPr>
            <a:lvl9pPr lvl="8" rtl="0" algn="ctr">
              <a:spcBef>
                <a:spcPts val="0"/>
              </a:spcBef>
              <a:spcAft>
                <a:spcPts val="0"/>
              </a:spcAft>
              <a:buClr>
                <a:schemeClr val="accent5"/>
              </a:buClr>
              <a:buSzPts val="1800"/>
              <a:buNone/>
              <a:defRPr b="1" sz="1800">
                <a:solidFill>
                  <a:schemeClr val="accent5"/>
                </a:solidFill>
              </a:defRPr>
            </a:lvl9pPr>
          </a:lstStyle>
          <a:p/>
        </p:txBody>
      </p:sp>
      <p:sp>
        <p:nvSpPr>
          <p:cNvPr id="893" name="Google Shape;893;p46"/>
          <p:cNvSpPr txBox="1"/>
          <p:nvPr>
            <p:ph idx="9" type="subTitle"/>
          </p:nvPr>
        </p:nvSpPr>
        <p:spPr>
          <a:xfrm>
            <a:off x="4529801" y="1265259"/>
            <a:ext cx="1978200" cy="527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1600"/>
              </a:spcBef>
              <a:spcAft>
                <a:spcPts val="0"/>
              </a:spcAft>
              <a:buSzPts val="1600"/>
              <a:buNone/>
              <a:defRPr sz="1600"/>
            </a:lvl3pPr>
            <a:lvl4pPr lvl="3" rtl="0" algn="ctr">
              <a:lnSpc>
                <a:spcPct val="100000"/>
              </a:lnSpc>
              <a:spcBef>
                <a:spcPts val="1600"/>
              </a:spcBef>
              <a:spcAft>
                <a:spcPts val="0"/>
              </a:spcAft>
              <a:buSzPts val="1600"/>
              <a:buNone/>
              <a:defRPr sz="1600"/>
            </a:lvl4pPr>
            <a:lvl5pPr lvl="4" rtl="0" algn="ctr">
              <a:lnSpc>
                <a:spcPct val="100000"/>
              </a:lnSpc>
              <a:spcBef>
                <a:spcPts val="1600"/>
              </a:spcBef>
              <a:spcAft>
                <a:spcPts val="0"/>
              </a:spcAft>
              <a:buSzPts val="1600"/>
              <a:buNone/>
              <a:defRPr sz="1600"/>
            </a:lvl5pPr>
            <a:lvl6pPr lvl="5" rtl="0" algn="ctr">
              <a:lnSpc>
                <a:spcPct val="100000"/>
              </a:lnSpc>
              <a:spcBef>
                <a:spcPts val="1600"/>
              </a:spcBef>
              <a:spcAft>
                <a:spcPts val="0"/>
              </a:spcAft>
              <a:buSzPts val="1600"/>
              <a:buNone/>
              <a:defRPr sz="1600"/>
            </a:lvl6pPr>
            <a:lvl7pPr lvl="6" rtl="0" algn="ctr">
              <a:lnSpc>
                <a:spcPct val="100000"/>
              </a:lnSpc>
              <a:spcBef>
                <a:spcPts val="1600"/>
              </a:spcBef>
              <a:spcAft>
                <a:spcPts val="0"/>
              </a:spcAft>
              <a:buSzPts val="1600"/>
              <a:buNone/>
              <a:defRPr sz="1600"/>
            </a:lvl7pPr>
            <a:lvl8pPr lvl="7" rtl="0" algn="ctr">
              <a:lnSpc>
                <a:spcPct val="100000"/>
              </a:lnSpc>
              <a:spcBef>
                <a:spcPts val="1600"/>
              </a:spcBef>
              <a:spcAft>
                <a:spcPts val="0"/>
              </a:spcAft>
              <a:buSzPts val="1600"/>
              <a:buNone/>
              <a:defRPr sz="1600"/>
            </a:lvl8pPr>
            <a:lvl9pPr lvl="8" rtl="0" algn="ctr">
              <a:lnSpc>
                <a:spcPct val="100000"/>
              </a:lnSpc>
              <a:spcBef>
                <a:spcPts val="1600"/>
              </a:spcBef>
              <a:spcAft>
                <a:spcPts val="1600"/>
              </a:spcAft>
              <a:buSzPts val="1600"/>
              <a:buNone/>
              <a:defRPr sz="1600"/>
            </a:lvl9pPr>
          </a:lstStyle>
          <a:p/>
        </p:txBody>
      </p:sp>
      <p:sp>
        <p:nvSpPr>
          <p:cNvPr id="894" name="Google Shape;894;p46"/>
          <p:cNvSpPr txBox="1"/>
          <p:nvPr>
            <p:ph hasCustomPrompt="1" idx="13" type="title"/>
          </p:nvPr>
        </p:nvSpPr>
        <p:spPr>
          <a:xfrm>
            <a:off x="6831071" y="2771188"/>
            <a:ext cx="912600" cy="3933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400"/>
              <a:buNone/>
              <a:defRPr b="1" sz="1800"/>
            </a:lvl1pPr>
            <a:lvl2pPr lvl="1" rtl="0" algn="ctr">
              <a:spcBef>
                <a:spcPts val="0"/>
              </a:spcBef>
              <a:spcAft>
                <a:spcPts val="0"/>
              </a:spcAft>
              <a:buClr>
                <a:schemeClr val="accent5"/>
              </a:buClr>
              <a:buSzPts val="12000"/>
              <a:buNone/>
              <a:defRPr b="1" sz="12000">
                <a:solidFill>
                  <a:schemeClr val="accent5"/>
                </a:solidFill>
              </a:defRPr>
            </a:lvl2pPr>
            <a:lvl3pPr lvl="2" rtl="0" algn="ctr">
              <a:spcBef>
                <a:spcPts val="0"/>
              </a:spcBef>
              <a:spcAft>
                <a:spcPts val="0"/>
              </a:spcAft>
              <a:buClr>
                <a:schemeClr val="accent5"/>
              </a:buClr>
              <a:buSzPts val="12000"/>
              <a:buNone/>
              <a:defRPr b="1" sz="12000">
                <a:solidFill>
                  <a:schemeClr val="accent5"/>
                </a:solidFill>
              </a:defRPr>
            </a:lvl3pPr>
            <a:lvl4pPr lvl="3" rtl="0" algn="ctr">
              <a:spcBef>
                <a:spcPts val="0"/>
              </a:spcBef>
              <a:spcAft>
                <a:spcPts val="0"/>
              </a:spcAft>
              <a:buClr>
                <a:schemeClr val="accent5"/>
              </a:buClr>
              <a:buSzPts val="12000"/>
              <a:buNone/>
              <a:defRPr b="1" sz="12000">
                <a:solidFill>
                  <a:schemeClr val="accent5"/>
                </a:solidFill>
              </a:defRPr>
            </a:lvl4pPr>
            <a:lvl5pPr lvl="4" rtl="0" algn="ctr">
              <a:spcBef>
                <a:spcPts val="0"/>
              </a:spcBef>
              <a:spcAft>
                <a:spcPts val="0"/>
              </a:spcAft>
              <a:buClr>
                <a:schemeClr val="accent5"/>
              </a:buClr>
              <a:buSzPts val="12000"/>
              <a:buNone/>
              <a:defRPr b="1" sz="12000">
                <a:solidFill>
                  <a:schemeClr val="accent5"/>
                </a:solidFill>
              </a:defRPr>
            </a:lvl5pPr>
            <a:lvl6pPr lvl="5" rtl="0" algn="ctr">
              <a:spcBef>
                <a:spcPts val="0"/>
              </a:spcBef>
              <a:spcAft>
                <a:spcPts val="0"/>
              </a:spcAft>
              <a:buClr>
                <a:schemeClr val="accent5"/>
              </a:buClr>
              <a:buSzPts val="12000"/>
              <a:buNone/>
              <a:defRPr b="1" sz="12000">
                <a:solidFill>
                  <a:schemeClr val="accent5"/>
                </a:solidFill>
              </a:defRPr>
            </a:lvl6pPr>
            <a:lvl7pPr lvl="6" rtl="0" algn="ctr">
              <a:spcBef>
                <a:spcPts val="0"/>
              </a:spcBef>
              <a:spcAft>
                <a:spcPts val="0"/>
              </a:spcAft>
              <a:buClr>
                <a:schemeClr val="accent5"/>
              </a:buClr>
              <a:buSzPts val="12000"/>
              <a:buNone/>
              <a:defRPr b="1" sz="12000">
                <a:solidFill>
                  <a:schemeClr val="accent5"/>
                </a:solidFill>
              </a:defRPr>
            </a:lvl7pPr>
            <a:lvl8pPr lvl="7" rtl="0" algn="ctr">
              <a:spcBef>
                <a:spcPts val="0"/>
              </a:spcBef>
              <a:spcAft>
                <a:spcPts val="0"/>
              </a:spcAft>
              <a:buClr>
                <a:schemeClr val="accent5"/>
              </a:buClr>
              <a:buSzPts val="12000"/>
              <a:buNone/>
              <a:defRPr b="1" sz="12000">
                <a:solidFill>
                  <a:schemeClr val="accent5"/>
                </a:solidFill>
              </a:defRPr>
            </a:lvl8pPr>
            <a:lvl9pPr lvl="8" rtl="0" algn="ctr">
              <a:spcBef>
                <a:spcPts val="0"/>
              </a:spcBef>
              <a:spcAft>
                <a:spcPts val="0"/>
              </a:spcAft>
              <a:buClr>
                <a:schemeClr val="accent5"/>
              </a:buClr>
              <a:buSzPts val="12000"/>
              <a:buNone/>
              <a:defRPr b="1" sz="12000">
                <a:solidFill>
                  <a:schemeClr val="accent5"/>
                </a:solidFill>
              </a:defRPr>
            </a:lvl9pPr>
          </a:lstStyle>
          <a:p>
            <a:r>
              <a:t>xx%</a:t>
            </a:r>
          </a:p>
        </p:txBody>
      </p:sp>
      <p:sp>
        <p:nvSpPr>
          <p:cNvPr id="895" name="Google Shape;895;p46"/>
          <p:cNvSpPr txBox="1"/>
          <p:nvPr>
            <p:ph idx="14" type="title"/>
          </p:nvPr>
        </p:nvSpPr>
        <p:spPr>
          <a:xfrm>
            <a:off x="6298271" y="3699500"/>
            <a:ext cx="1978200" cy="3933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800"/>
              <a:buNone/>
              <a:defRPr b="1" sz="1800"/>
            </a:lvl1pPr>
            <a:lvl2pPr lvl="1" rtl="0" algn="ctr">
              <a:spcBef>
                <a:spcPts val="0"/>
              </a:spcBef>
              <a:spcAft>
                <a:spcPts val="0"/>
              </a:spcAft>
              <a:buClr>
                <a:schemeClr val="accent5"/>
              </a:buClr>
              <a:buSzPts val="1800"/>
              <a:buNone/>
              <a:defRPr b="1" sz="1800">
                <a:solidFill>
                  <a:schemeClr val="accent5"/>
                </a:solidFill>
              </a:defRPr>
            </a:lvl2pPr>
            <a:lvl3pPr lvl="2" rtl="0" algn="ctr">
              <a:spcBef>
                <a:spcPts val="0"/>
              </a:spcBef>
              <a:spcAft>
                <a:spcPts val="0"/>
              </a:spcAft>
              <a:buClr>
                <a:schemeClr val="accent5"/>
              </a:buClr>
              <a:buSzPts val="1800"/>
              <a:buNone/>
              <a:defRPr b="1" sz="1800">
                <a:solidFill>
                  <a:schemeClr val="accent5"/>
                </a:solidFill>
              </a:defRPr>
            </a:lvl3pPr>
            <a:lvl4pPr lvl="3" rtl="0" algn="ctr">
              <a:spcBef>
                <a:spcPts val="0"/>
              </a:spcBef>
              <a:spcAft>
                <a:spcPts val="0"/>
              </a:spcAft>
              <a:buClr>
                <a:schemeClr val="accent5"/>
              </a:buClr>
              <a:buSzPts val="1800"/>
              <a:buNone/>
              <a:defRPr b="1" sz="1800">
                <a:solidFill>
                  <a:schemeClr val="accent5"/>
                </a:solidFill>
              </a:defRPr>
            </a:lvl4pPr>
            <a:lvl5pPr lvl="4" rtl="0" algn="ctr">
              <a:spcBef>
                <a:spcPts val="0"/>
              </a:spcBef>
              <a:spcAft>
                <a:spcPts val="0"/>
              </a:spcAft>
              <a:buClr>
                <a:schemeClr val="accent5"/>
              </a:buClr>
              <a:buSzPts val="1800"/>
              <a:buNone/>
              <a:defRPr b="1" sz="1800">
                <a:solidFill>
                  <a:schemeClr val="accent5"/>
                </a:solidFill>
              </a:defRPr>
            </a:lvl5pPr>
            <a:lvl6pPr lvl="5" rtl="0" algn="ctr">
              <a:spcBef>
                <a:spcPts val="0"/>
              </a:spcBef>
              <a:spcAft>
                <a:spcPts val="0"/>
              </a:spcAft>
              <a:buClr>
                <a:schemeClr val="accent5"/>
              </a:buClr>
              <a:buSzPts val="1800"/>
              <a:buNone/>
              <a:defRPr b="1" sz="1800">
                <a:solidFill>
                  <a:schemeClr val="accent5"/>
                </a:solidFill>
              </a:defRPr>
            </a:lvl6pPr>
            <a:lvl7pPr lvl="6" rtl="0" algn="ctr">
              <a:spcBef>
                <a:spcPts val="0"/>
              </a:spcBef>
              <a:spcAft>
                <a:spcPts val="0"/>
              </a:spcAft>
              <a:buClr>
                <a:schemeClr val="accent5"/>
              </a:buClr>
              <a:buSzPts val="1800"/>
              <a:buNone/>
              <a:defRPr b="1" sz="1800">
                <a:solidFill>
                  <a:schemeClr val="accent5"/>
                </a:solidFill>
              </a:defRPr>
            </a:lvl7pPr>
            <a:lvl8pPr lvl="7" rtl="0" algn="ctr">
              <a:spcBef>
                <a:spcPts val="0"/>
              </a:spcBef>
              <a:spcAft>
                <a:spcPts val="0"/>
              </a:spcAft>
              <a:buClr>
                <a:schemeClr val="accent5"/>
              </a:buClr>
              <a:buSzPts val="1800"/>
              <a:buNone/>
              <a:defRPr b="1" sz="1800">
                <a:solidFill>
                  <a:schemeClr val="accent5"/>
                </a:solidFill>
              </a:defRPr>
            </a:lvl8pPr>
            <a:lvl9pPr lvl="8" rtl="0" algn="ctr">
              <a:spcBef>
                <a:spcPts val="0"/>
              </a:spcBef>
              <a:spcAft>
                <a:spcPts val="0"/>
              </a:spcAft>
              <a:buClr>
                <a:schemeClr val="accent5"/>
              </a:buClr>
              <a:buSzPts val="1800"/>
              <a:buNone/>
              <a:defRPr b="1" sz="1800">
                <a:solidFill>
                  <a:schemeClr val="accent5"/>
                </a:solidFill>
              </a:defRPr>
            </a:lvl9pPr>
          </a:lstStyle>
          <a:p/>
        </p:txBody>
      </p:sp>
      <p:sp>
        <p:nvSpPr>
          <p:cNvPr id="896" name="Google Shape;896;p46"/>
          <p:cNvSpPr txBox="1"/>
          <p:nvPr>
            <p:ph idx="15" type="subTitle"/>
          </p:nvPr>
        </p:nvSpPr>
        <p:spPr>
          <a:xfrm>
            <a:off x="6298271" y="4092825"/>
            <a:ext cx="1978200" cy="527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1600"/>
              </a:spcBef>
              <a:spcAft>
                <a:spcPts val="0"/>
              </a:spcAft>
              <a:buSzPts val="1600"/>
              <a:buNone/>
              <a:defRPr sz="1600"/>
            </a:lvl3pPr>
            <a:lvl4pPr lvl="3" rtl="0" algn="ctr">
              <a:lnSpc>
                <a:spcPct val="100000"/>
              </a:lnSpc>
              <a:spcBef>
                <a:spcPts val="1600"/>
              </a:spcBef>
              <a:spcAft>
                <a:spcPts val="0"/>
              </a:spcAft>
              <a:buSzPts val="1600"/>
              <a:buNone/>
              <a:defRPr sz="1600"/>
            </a:lvl4pPr>
            <a:lvl5pPr lvl="4" rtl="0" algn="ctr">
              <a:lnSpc>
                <a:spcPct val="100000"/>
              </a:lnSpc>
              <a:spcBef>
                <a:spcPts val="1600"/>
              </a:spcBef>
              <a:spcAft>
                <a:spcPts val="0"/>
              </a:spcAft>
              <a:buSzPts val="1600"/>
              <a:buNone/>
              <a:defRPr sz="1600"/>
            </a:lvl5pPr>
            <a:lvl6pPr lvl="5" rtl="0" algn="ctr">
              <a:lnSpc>
                <a:spcPct val="100000"/>
              </a:lnSpc>
              <a:spcBef>
                <a:spcPts val="1600"/>
              </a:spcBef>
              <a:spcAft>
                <a:spcPts val="0"/>
              </a:spcAft>
              <a:buSzPts val="1600"/>
              <a:buNone/>
              <a:defRPr sz="1600"/>
            </a:lvl6pPr>
            <a:lvl7pPr lvl="6" rtl="0" algn="ctr">
              <a:lnSpc>
                <a:spcPct val="100000"/>
              </a:lnSpc>
              <a:spcBef>
                <a:spcPts val="1600"/>
              </a:spcBef>
              <a:spcAft>
                <a:spcPts val="0"/>
              </a:spcAft>
              <a:buSzPts val="1600"/>
              <a:buNone/>
              <a:defRPr sz="1600"/>
            </a:lvl7pPr>
            <a:lvl8pPr lvl="7" rtl="0" algn="ctr">
              <a:lnSpc>
                <a:spcPct val="100000"/>
              </a:lnSpc>
              <a:spcBef>
                <a:spcPts val="1600"/>
              </a:spcBef>
              <a:spcAft>
                <a:spcPts val="0"/>
              </a:spcAft>
              <a:buSzPts val="1600"/>
              <a:buNone/>
              <a:defRPr sz="1600"/>
            </a:lvl8pPr>
            <a:lvl9pPr lvl="8" rtl="0" algn="ctr">
              <a:lnSpc>
                <a:spcPct val="100000"/>
              </a:lnSpc>
              <a:spcBef>
                <a:spcPts val="1600"/>
              </a:spcBef>
              <a:spcAft>
                <a:spcPts val="1600"/>
              </a:spcAft>
              <a:buSzPts val="1600"/>
              <a:buNone/>
              <a:defRPr sz="1600"/>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CUSTOM_2">
    <p:spTree>
      <p:nvGrpSpPr>
        <p:cNvPr id="897" name="Shape 897"/>
        <p:cNvGrpSpPr/>
        <p:nvPr/>
      </p:nvGrpSpPr>
      <p:grpSpPr>
        <a:xfrm>
          <a:off x="0" y="0"/>
          <a:ext cx="0" cy="0"/>
          <a:chOff x="0" y="0"/>
          <a:chExt cx="0" cy="0"/>
        </a:xfrm>
      </p:grpSpPr>
      <p:grpSp>
        <p:nvGrpSpPr>
          <p:cNvPr id="898" name="Google Shape;898;p47"/>
          <p:cNvGrpSpPr/>
          <p:nvPr/>
        </p:nvGrpSpPr>
        <p:grpSpPr>
          <a:xfrm>
            <a:off x="-9513" y="-6"/>
            <a:ext cx="9177947" cy="5143519"/>
            <a:chOff x="-9513" y="-6"/>
            <a:chExt cx="9177947" cy="5143519"/>
          </a:xfrm>
        </p:grpSpPr>
        <p:sp>
          <p:nvSpPr>
            <p:cNvPr id="899" name="Google Shape;899;p47"/>
            <p:cNvSpPr/>
            <p:nvPr/>
          </p:nvSpPr>
          <p:spPr>
            <a:xfrm>
              <a:off x="319050" y="283350"/>
              <a:ext cx="8505900" cy="4576800"/>
            </a:xfrm>
            <a:prstGeom prst="roundRect">
              <a:avLst>
                <a:gd fmla="val 3396" name="adj"/>
              </a:avLst>
            </a:prstGeom>
            <a:solidFill>
              <a:schemeClr val="accent4"/>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 name="Google Shape;900;p47"/>
            <p:cNvSpPr/>
            <p:nvPr/>
          </p:nvSpPr>
          <p:spPr>
            <a:xfrm>
              <a:off x="7132742" y="2"/>
              <a:ext cx="1612254" cy="1208486"/>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 name="Google Shape;901;p47"/>
            <p:cNvSpPr/>
            <p:nvPr/>
          </p:nvSpPr>
          <p:spPr>
            <a:xfrm>
              <a:off x="6426313" y="-6"/>
              <a:ext cx="1250789" cy="937634"/>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 name="Google Shape;902;p47"/>
            <p:cNvSpPr/>
            <p:nvPr/>
          </p:nvSpPr>
          <p:spPr>
            <a:xfrm>
              <a:off x="743298" y="3878776"/>
              <a:ext cx="1664900" cy="1264737"/>
            </a:xfrm>
            <a:custGeom>
              <a:rect b="b" l="l" r="r" t="t"/>
              <a:pathLst>
                <a:path extrusionOk="0" h="19743" w="24157">
                  <a:moveTo>
                    <a:pt x="1676" y="0"/>
                  </a:moveTo>
                  <a:cubicBezTo>
                    <a:pt x="1185" y="0"/>
                    <a:pt x="818" y="164"/>
                    <a:pt x="491" y="532"/>
                  </a:cubicBezTo>
                  <a:cubicBezTo>
                    <a:pt x="0" y="1022"/>
                    <a:pt x="0" y="2044"/>
                    <a:pt x="654" y="2575"/>
                  </a:cubicBezTo>
                  <a:lnTo>
                    <a:pt x="19742" y="19743"/>
                  </a:lnTo>
                  <a:lnTo>
                    <a:pt x="24157" y="19743"/>
                  </a:lnTo>
                  <a:lnTo>
                    <a:pt x="2534" y="327"/>
                  </a:lnTo>
                  <a:cubicBezTo>
                    <a:pt x="2371" y="0"/>
                    <a:pt x="2044" y="0"/>
                    <a:pt x="1676"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 name="Google Shape;903;p47"/>
            <p:cNvSpPr/>
            <p:nvPr/>
          </p:nvSpPr>
          <p:spPr>
            <a:xfrm rot="10800000">
              <a:off x="-9513" y="3652041"/>
              <a:ext cx="1143784" cy="1085055"/>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 name="Google Shape;904;p47"/>
            <p:cNvSpPr/>
            <p:nvPr/>
          </p:nvSpPr>
          <p:spPr>
            <a:xfrm rot="10800000">
              <a:off x="-9513" y="2774418"/>
              <a:ext cx="1143784" cy="1085055"/>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 name="Google Shape;905;p47"/>
            <p:cNvSpPr/>
            <p:nvPr/>
          </p:nvSpPr>
          <p:spPr>
            <a:xfrm>
              <a:off x="7972352" y="1381124"/>
              <a:ext cx="1196082" cy="1134709"/>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06" name="Google Shape;906;p47"/>
          <p:cNvGrpSpPr/>
          <p:nvPr/>
        </p:nvGrpSpPr>
        <p:grpSpPr>
          <a:xfrm>
            <a:off x="4281415" y="75177"/>
            <a:ext cx="581170" cy="125403"/>
            <a:chOff x="4685288" y="186288"/>
            <a:chExt cx="419375" cy="90485"/>
          </a:xfrm>
        </p:grpSpPr>
        <p:sp>
          <p:nvSpPr>
            <p:cNvPr id="907" name="Google Shape;907;p47"/>
            <p:cNvSpPr/>
            <p:nvPr/>
          </p:nvSpPr>
          <p:spPr>
            <a:xfrm>
              <a:off x="4687513" y="186288"/>
              <a:ext cx="414900" cy="822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08" name="Google Shape;908;p47"/>
            <p:cNvGrpSpPr/>
            <p:nvPr/>
          </p:nvGrpSpPr>
          <p:grpSpPr>
            <a:xfrm>
              <a:off x="4685288" y="186300"/>
              <a:ext cx="419375" cy="90473"/>
              <a:chOff x="4390000" y="182175"/>
              <a:chExt cx="419375" cy="90473"/>
            </a:xfrm>
          </p:grpSpPr>
          <p:sp>
            <p:nvSpPr>
              <p:cNvPr id="909" name="Google Shape;909;p47"/>
              <p:cNvSpPr/>
              <p:nvPr/>
            </p:nvSpPr>
            <p:spPr>
              <a:xfrm>
                <a:off x="4390000" y="182175"/>
                <a:ext cx="419375" cy="90473"/>
              </a:xfrm>
              <a:custGeom>
                <a:rect b="b" l="l" r="r" t="t"/>
                <a:pathLst>
                  <a:path extrusionOk="0" h="1906" w="8835">
                    <a:moveTo>
                      <a:pt x="7882" y="155"/>
                    </a:moveTo>
                    <a:cubicBezTo>
                      <a:pt x="8323" y="155"/>
                      <a:pt x="8680" y="512"/>
                      <a:pt x="8680" y="953"/>
                    </a:cubicBezTo>
                    <a:cubicBezTo>
                      <a:pt x="8680" y="1393"/>
                      <a:pt x="8323" y="1750"/>
                      <a:pt x="7882" y="1750"/>
                    </a:cubicBezTo>
                    <a:lnTo>
                      <a:pt x="953" y="1750"/>
                    </a:lnTo>
                    <a:cubicBezTo>
                      <a:pt x="512" y="1750"/>
                      <a:pt x="155" y="1393"/>
                      <a:pt x="155" y="953"/>
                    </a:cubicBezTo>
                    <a:cubicBezTo>
                      <a:pt x="155" y="512"/>
                      <a:pt x="512" y="155"/>
                      <a:pt x="953" y="155"/>
                    </a:cubicBezTo>
                    <a:close/>
                    <a:moveTo>
                      <a:pt x="953" y="0"/>
                    </a:moveTo>
                    <a:cubicBezTo>
                      <a:pt x="429" y="0"/>
                      <a:pt x="0" y="429"/>
                      <a:pt x="0" y="953"/>
                    </a:cubicBezTo>
                    <a:cubicBezTo>
                      <a:pt x="0" y="1476"/>
                      <a:pt x="429" y="1905"/>
                      <a:pt x="953" y="1905"/>
                    </a:cubicBezTo>
                    <a:lnTo>
                      <a:pt x="7882" y="1905"/>
                    </a:lnTo>
                    <a:cubicBezTo>
                      <a:pt x="8406" y="1905"/>
                      <a:pt x="8835" y="1476"/>
                      <a:pt x="8835" y="953"/>
                    </a:cubicBezTo>
                    <a:cubicBezTo>
                      <a:pt x="8835" y="429"/>
                      <a:pt x="8406" y="0"/>
                      <a:pt x="7882"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 name="Google Shape;910;p47"/>
              <p:cNvSpPr/>
              <p:nvPr/>
            </p:nvSpPr>
            <p:spPr>
              <a:xfrm>
                <a:off x="4464048" y="201352"/>
                <a:ext cx="52024" cy="52072"/>
              </a:xfrm>
              <a:custGeom>
                <a:rect b="b" l="l" r="r" t="t"/>
                <a:pathLst>
                  <a:path extrusionOk="0" h="1097" w="1096">
                    <a:moveTo>
                      <a:pt x="548" y="144"/>
                    </a:moveTo>
                    <a:cubicBezTo>
                      <a:pt x="774" y="144"/>
                      <a:pt x="953" y="322"/>
                      <a:pt x="953" y="549"/>
                    </a:cubicBezTo>
                    <a:cubicBezTo>
                      <a:pt x="953" y="763"/>
                      <a:pt x="774" y="941"/>
                      <a:pt x="548" y="941"/>
                    </a:cubicBezTo>
                    <a:cubicBezTo>
                      <a:pt x="333" y="941"/>
                      <a:pt x="155" y="763"/>
                      <a:pt x="155" y="549"/>
                    </a:cubicBezTo>
                    <a:cubicBezTo>
                      <a:pt x="155" y="322"/>
                      <a:pt x="333" y="144"/>
                      <a:pt x="548" y="144"/>
                    </a:cubicBezTo>
                    <a:close/>
                    <a:moveTo>
                      <a:pt x="548" y="1"/>
                    </a:moveTo>
                    <a:cubicBezTo>
                      <a:pt x="250" y="1"/>
                      <a:pt x="0" y="251"/>
                      <a:pt x="0" y="549"/>
                    </a:cubicBezTo>
                    <a:cubicBezTo>
                      <a:pt x="0" y="846"/>
                      <a:pt x="250" y="1096"/>
                      <a:pt x="548" y="1096"/>
                    </a:cubicBezTo>
                    <a:cubicBezTo>
                      <a:pt x="845" y="1096"/>
                      <a:pt x="1095" y="846"/>
                      <a:pt x="1095" y="549"/>
                    </a:cubicBezTo>
                    <a:cubicBezTo>
                      <a:pt x="1095" y="251"/>
                      <a:pt x="845" y="1"/>
                      <a:pt x="54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911" name="Google Shape;911;p47"/>
          <p:cNvSpPr txBox="1"/>
          <p:nvPr>
            <p:ph idx="1" type="subTitle"/>
          </p:nvPr>
        </p:nvSpPr>
        <p:spPr>
          <a:xfrm>
            <a:off x="1909800" y="1549776"/>
            <a:ext cx="5324400" cy="13089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sz="2400"/>
            </a:lvl1pPr>
            <a:lvl2pPr lvl="1" rtl="0" algn="ctr">
              <a:lnSpc>
                <a:spcPct val="100000"/>
              </a:lnSpc>
              <a:spcBef>
                <a:spcPts val="0"/>
              </a:spcBef>
              <a:spcAft>
                <a:spcPts val="0"/>
              </a:spcAft>
              <a:buNone/>
              <a:defRPr sz="2400"/>
            </a:lvl2pPr>
            <a:lvl3pPr lvl="2" rtl="0" algn="ctr">
              <a:lnSpc>
                <a:spcPct val="100000"/>
              </a:lnSpc>
              <a:spcBef>
                <a:spcPts val="0"/>
              </a:spcBef>
              <a:spcAft>
                <a:spcPts val="0"/>
              </a:spcAft>
              <a:buNone/>
              <a:defRPr sz="2400"/>
            </a:lvl3pPr>
            <a:lvl4pPr lvl="3" rtl="0" algn="ctr">
              <a:lnSpc>
                <a:spcPct val="100000"/>
              </a:lnSpc>
              <a:spcBef>
                <a:spcPts val="0"/>
              </a:spcBef>
              <a:spcAft>
                <a:spcPts val="0"/>
              </a:spcAft>
              <a:buNone/>
              <a:defRPr sz="2400"/>
            </a:lvl4pPr>
            <a:lvl5pPr lvl="4" rtl="0" algn="ctr">
              <a:lnSpc>
                <a:spcPct val="100000"/>
              </a:lnSpc>
              <a:spcBef>
                <a:spcPts val="0"/>
              </a:spcBef>
              <a:spcAft>
                <a:spcPts val="0"/>
              </a:spcAft>
              <a:buNone/>
              <a:defRPr sz="2400"/>
            </a:lvl5pPr>
            <a:lvl6pPr lvl="5" rtl="0" algn="ctr">
              <a:lnSpc>
                <a:spcPct val="100000"/>
              </a:lnSpc>
              <a:spcBef>
                <a:spcPts val="0"/>
              </a:spcBef>
              <a:spcAft>
                <a:spcPts val="0"/>
              </a:spcAft>
              <a:buNone/>
              <a:defRPr sz="2400"/>
            </a:lvl6pPr>
            <a:lvl7pPr lvl="6" rtl="0" algn="ctr">
              <a:lnSpc>
                <a:spcPct val="100000"/>
              </a:lnSpc>
              <a:spcBef>
                <a:spcPts val="0"/>
              </a:spcBef>
              <a:spcAft>
                <a:spcPts val="0"/>
              </a:spcAft>
              <a:buNone/>
              <a:defRPr sz="2400"/>
            </a:lvl7pPr>
            <a:lvl8pPr lvl="7" rtl="0" algn="ctr">
              <a:lnSpc>
                <a:spcPct val="100000"/>
              </a:lnSpc>
              <a:spcBef>
                <a:spcPts val="0"/>
              </a:spcBef>
              <a:spcAft>
                <a:spcPts val="0"/>
              </a:spcAft>
              <a:buNone/>
              <a:defRPr sz="2400"/>
            </a:lvl8pPr>
            <a:lvl9pPr lvl="8" rtl="0" algn="ctr">
              <a:lnSpc>
                <a:spcPct val="100000"/>
              </a:lnSpc>
              <a:spcBef>
                <a:spcPts val="0"/>
              </a:spcBef>
              <a:spcAft>
                <a:spcPts val="0"/>
              </a:spcAft>
              <a:buNone/>
              <a:defRPr sz="2400"/>
            </a:lvl9pPr>
          </a:lstStyle>
          <a:p/>
        </p:txBody>
      </p:sp>
      <p:sp>
        <p:nvSpPr>
          <p:cNvPr id="912" name="Google Shape;912;p47"/>
          <p:cNvSpPr txBox="1"/>
          <p:nvPr>
            <p:ph type="title"/>
          </p:nvPr>
        </p:nvSpPr>
        <p:spPr>
          <a:xfrm>
            <a:off x="3327000" y="3134828"/>
            <a:ext cx="2490000" cy="3141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200"/>
              <a:buNone/>
              <a:defRPr b="1" sz="1600"/>
            </a:lvl1pPr>
            <a:lvl2pPr lvl="1" rtl="0">
              <a:spcBef>
                <a:spcPts val="0"/>
              </a:spcBef>
              <a:spcAft>
                <a:spcPts val="0"/>
              </a:spcAft>
              <a:buClr>
                <a:schemeClr val="accent5"/>
              </a:buClr>
              <a:buSzPts val="2800"/>
              <a:buNone/>
              <a:defRPr>
                <a:solidFill>
                  <a:schemeClr val="accent5"/>
                </a:solidFill>
                <a:latin typeface="PT Sans"/>
                <a:ea typeface="PT Sans"/>
                <a:cs typeface="PT Sans"/>
                <a:sym typeface="PT Sans"/>
              </a:defRPr>
            </a:lvl2pPr>
            <a:lvl3pPr lvl="2" rtl="0">
              <a:spcBef>
                <a:spcPts val="0"/>
              </a:spcBef>
              <a:spcAft>
                <a:spcPts val="0"/>
              </a:spcAft>
              <a:buClr>
                <a:schemeClr val="accent5"/>
              </a:buClr>
              <a:buSzPts val="2800"/>
              <a:buNone/>
              <a:defRPr>
                <a:solidFill>
                  <a:schemeClr val="accent5"/>
                </a:solidFill>
                <a:latin typeface="PT Sans"/>
                <a:ea typeface="PT Sans"/>
                <a:cs typeface="PT Sans"/>
                <a:sym typeface="PT Sans"/>
              </a:defRPr>
            </a:lvl3pPr>
            <a:lvl4pPr lvl="3" rtl="0">
              <a:spcBef>
                <a:spcPts val="0"/>
              </a:spcBef>
              <a:spcAft>
                <a:spcPts val="0"/>
              </a:spcAft>
              <a:buClr>
                <a:schemeClr val="accent5"/>
              </a:buClr>
              <a:buSzPts val="2800"/>
              <a:buNone/>
              <a:defRPr>
                <a:solidFill>
                  <a:schemeClr val="accent5"/>
                </a:solidFill>
                <a:latin typeface="PT Sans"/>
                <a:ea typeface="PT Sans"/>
                <a:cs typeface="PT Sans"/>
                <a:sym typeface="PT Sans"/>
              </a:defRPr>
            </a:lvl4pPr>
            <a:lvl5pPr lvl="4" rtl="0">
              <a:spcBef>
                <a:spcPts val="0"/>
              </a:spcBef>
              <a:spcAft>
                <a:spcPts val="0"/>
              </a:spcAft>
              <a:buClr>
                <a:schemeClr val="accent5"/>
              </a:buClr>
              <a:buSzPts val="2800"/>
              <a:buNone/>
              <a:defRPr>
                <a:solidFill>
                  <a:schemeClr val="accent5"/>
                </a:solidFill>
                <a:latin typeface="PT Sans"/>
                <a:ea typeface="PT Sans"/>
                <a:cs typeface="PT Sans"/>
                <a:sym typeface="PT Sans"/>
              </a:defRPr>
            </a:lvl5pPr>
            <a:lvl6pPr lvl="5" rtl="0">
              <a:spcBef>
                <a:spcPts val="0"/>
              </a:spcBef>
              <a:spcAft>
                <a:spcPts val="0"/>
              </a:spcAft>
              <a:buClr>
                <a:schemeClr val="accent5"/>
              </a:buClr>
              <a:buSzPts val="2800"/>
              <a:buNone/>
              <a:defRPr>
                <a:solidFill>
                  <a:schemeClr val="accent5"/>
                </a:solidFill>
                <a:latin typeface="PT Sans"/>
                <a:ea typeface="PT Sans"/>
                <a:cs typeface="PT Sans"/>
                <a:sym typeface="PT Sans"/>
              </a:defRPr>
            </a:lvl6pPr>
            <a:lvl7pPr lvl="6" rtl="0">
              <a:spcBef>
                <a:spcPts val="0"/>
              </a:spcBef>
              <a:spcAft>
                <a:spcPts val="0"/>
              </a:spcAft>
              <a:buClr>
                <a:schemeClr val="accent5"/>
              </a:buClr>
              <a:buSzPts val="2800"/>
              <a:buNone/>
              <a:defRPr>
                <a:solidFill>
                  <a:schemeClr val="accent5"/>
                </a:solidFill>
                <a:latin typeface="PT Sans"/>
                <a:ea typeface="PT Sans"/>
                <a:cs typeface="PT Sans"/>
                <a:sym typeface="PT Sans"/>
              </a:defRPr>
            </a:lvl7pPr>
            <a:lvl8pPr lvl="7" rtl="0">
              <a:spcBef>
                <a:spcPts val="0"/>
              </a:spcBef>
              <a:spcAft>
                <a:spcPts val="0"/>
              </a:spcAft>
              <a:buClr>
                <a:schemeClr val="accent5"/>
              </a:buClr>
              <a:buSzPts val="2800"/>
              <a:buNone/>
              <a:defRPr>
                <a:solidFill>
                  <a:schemeClr val="accent5"/>
                </a:solidFill>
                <a:latin typeface="PT Sans"/>
                <a:ea typeface="PT Sans"/>
                <a:cs typeface="PT Sans"/>
                <a:sym typeface="PT Sans"/>
              </a:defRPr>
            </a:lvl8pPr>
            <a:lvl9pPr lvl="8" rtl="0">
              <a:spcBef>
                <a:spcPts val="0"/>
              </a:spcBef>
              <a:spcAft>
                <a:spcPts val="0"/>
              </a:spcAft>
              <a:buClr>
                <a:schemeClr val="accent5"/>
              </a:buClr>
              <a:buSzPts val="2800"/>
              <a:buNone/>
              <a:defRPr>
                <a:solidFill>
                  <a:schemeClr val="accent5"/>
                </a:solidFill>
                <a:latin typeface="PT Sans"/>
                <a:ea typeface="PT Sans"/>
                <a:cs typeface="PT Sans"/>
                <a:sym typeface="PT Sans"/>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1">
  <p:cSld name="CUSTOM_2_1">
    <p:bg>
      <p:bgPr>
        <a:solidFill>
          <a:schemeClr val="accent2"/>
        </a:solidFill>
      </p:bgPr>
    </p:bg>
    <p:spTree>
      <p:nvGrpSpPr>
        <p:cNvPr id="913" name="Shape 913"/>
        <p:cNvGrpSpPr/>
        <p:nvPr/>
      </p:nvGrpSpPr>
      <p:grpSpPr>
        <a:xfrm>
          <a:off x="0" y="0"/>
          <a:ext cx="0" cy="0"/>
          <a:chOff x="0" y="0"/>
          <a:chExt cx="0" cy="0"/>
        </a:xfrm>
      </p:grpSpPr>
      <p:sp>
        <p:nvSpPr>
          <p:cNvPr id="914" name="Google Shape;914;p48"/>
          <p:cNvSpPr txBox="1"/>
          <p:nvPr>
            <p:ph idx="1" type="subTitle"/>
          </p:nvPr>
        </p:nvSpPr>
        <p:spPr>
          <a:xfrm>
            <a:off x="4857750" y="1213625"/>
            <a:ext cx="3586200" cy="21585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None/>
              <a:defRPr sz="2600"/>
            </a:lvl1pPr>
            <a:lvl2pPr lvl="1" rtl="0" algn="r">
              <a:lnSpc>
                <a:spcPct val="100000"/>
              </a:lnSpc>
              <a:spcBef>
                <a:spcPts val="0"/>
              </a:spcBef>
              <a:spcAft>
                <a:spcPts val="0"/>
              </a:spcAft>
              <a:buNone/>
              <a:defRPr sz="2600"/>
            </a:lvl2pPr>
            <a:lvl3pPr lvl="2" rtl="0" algn="r">
              <a:lnSpc>
                <a:spcPct val="100000"/>
              </a:lnSpc>
              <a:spcBef>
                <a:spcPts val="0"/>
              </a:spcBef>
              <a:spcAft>
                <a:spcPts val="0"/>
              </a:spcAft>
              <a:buNone/>
              <a:defRPr sz="2600"/>
            </a:lvl3pPr>
            <a:lvl4pPr lvl="3" rtl="0" algn="r">
              <a:lnSpc>
                <a:spcPct val="100000"/>
              </a:lnSpc>
              <a:spcBef>
                <a:spcPts val="0"/>
              </a:spcBef>
              <a:spcAft>
                <a:spcPts val="0"/>
              </a:spcAft>
              <a:buNone/>
              <a:defRPr sz="2600"/>
            </a:lvl4pPr>
            <a:lvl5pPr lvl="4" rtl="0" algn="r">
              <a:lnSpc>
                <a:spcPct val="100000"/>
              </a:lnSpc>
              <a:spcBef>
                <a:spcPts val="0"/>
              </a:spcBef>
              <a:spcAft>
                <a:spcPts val="0"/>
              </a:spcAft>
              <a:buNone/>
              <a:defRPr sz="2600"/>
            </a:lvl5pPr>
            <a:lvl6pPr lvl="5" rtl="0" algn="r">
              <a:lnSpc>
                <a:spcPct val="100000"/>
              </a:lnSpc>
              <a:spcBef>
                <a:spcPts val="0"/>
              </a:spcBef>
              <a:spcAft>
                <a:spcPts val="0"/>
              </a:spcAft>
              <a:buNone/>
              <a:defRPr sz="2600"/>
            </a:lvl6pPr>
            <a:lvl7pPr lvl="6" rtl="0" algn="r">
              <a:lnSpc>
                <a:spcPct val="100000"/>
              </a:lnSpc>
              <a:spcBef>
                <a:spcPts val="0"/>
              </a:spcBef>
              <a:spcAft>
                <a:spcPts val="0"/>
              </a:spcAft>
              <a:buNone/>
              <a:defRPr sz="2600"/>
            </a:lvl7pPr>
            <a:lvl8pPr lvl="7" rtl="0" algn="r">
              <a:lnSpc>
                <a:spcPct val="100000"/>
              </a:lnSpc>
              <a:spcBef>
                <a:spcPts val="0"/>
              </a:spcBef>
              <a:spcAft>
                <a:spcPts val="0"/>
              </a:spcAft>
              <a:buNone/>
              <a:defRPr sz="2600"/>
            </a:lvl8pPr>
            <a:lvl9pPr lvl="8" rtl="0" algn="r">
              <a:lnSpc>
                <a:spcPct val="100000"/>
              </a:lnSpc>
              <a:spcBef>
                <a:spcPts val="0"/>
              </a:spcBef>
              <a:spcAft>
                <a:spcPts val="0"/>
              </a:spcAft>
              <a:buNone/>
              <a:defRPr sz="2600"/>
            </a:lvl9pPr>
          </a:lstStyle>
          <a:p/>
        </p:txBody>
      </p:sp>
      <p:sp>
        <p:nvSpPr>
          <p:cNvPr id="915" name="Google Shape;915;p48"/>
          <p:cNvSpPr txBox="1"/>
          <p:nvPr>
            <p:ph type="title"/>
          </p:nvPr>
        </p:nvSpPr>
        <p:spPr>
          <a:xfrm>
            <a:off x="5476875" y="3649175"/>
            <a:ext cx="2967000" cy="3141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1200"/>
              <a:buNone/>
              <a:defRPr b="1" sz="1800"/>
            </a:lvl1pPr>
            <a:lvl2pPr lvl="1" rtl="0" algn="r">
              <a:spcBef>
                <a:spcPts val="0"/>
              </a:spcBef>
              <a:spcAft>
                <a:spcPts val="0"/>
              </a:spcAft>
              <a:buClr>
                <a:schemeClr val="accent5"/>
              </a:buClr>
              <a:buSzPts val="2800"/>
              <a:buNone/>
              <a:defRPr>
                <a:solidFill>
                  <a:schemeClr val="accent5"/>
                </a:solidFill>
                <a:latin typeface="PT Sans"/>
                <a:ea typeface="PT Sans"/>
                <a:cs typeface="PT Sans"/>
                <a:sym typeface="PT Sans"/>
              </a:defRPr>
            </a:lvl2pPr>
            <a:lvl3pPr lvl="2" rtl="0" algn="r">
              <a:spcBef>
                <a:spcPts val="0"/>
              </a:spcBef>
              <a:spcAft>
                <a:spcPts val="0"/>
              </a:spcAft>
              <a:buClr>
                <a:schemeClr val="accent5"/>
              </a:buClr>
              <a:buSzPts val="2800"/>
              <a:buNone/>
              <a:defRPr>
                <a:solidFill>
                  <a:schemeClr val="accent5"/>
                </a:solidFill>
                <a:latin typeface="PT Sans"/>
                <a:ea typeface="PT Sans"/>
                <a:cs typeface="PT Sans"/>
                <a:sym typeface="PT Sans"/>
              </a:defRPr>
            </a:lvl3pPr>
            <a:lvl4pPr lvl="3" rtl="0" algn="r">
              <a:spcBef>
                <a:spcPts val="0"/>
              </a:spcBef>
              <a:spcAft>
                <a:spcPts val="0"/>
              </a:spcAft>
              <a:buClr>
                <a:schemeClr val="accent5"/>
              </a:buClr>
              <a:buSzPts val="2800"/>
              <a:buNone/>
              <a:defRPr>
                <a:solidFill>
                  <a:schemeClr val="accent5"/>
                </a:solidFill>
                <a:latin typeface="PT Sans"/>
                <a:ea typeface="PT Sans"/>
                <a:cs typeface="PT Sans"/>
                <a:sym typeface="PT Sans"/>
              </a:defRPr>
            </a:lvl4pPr>
            <a:lvl5pPr lvl="4" rtl="0" algn="r">
              <a:spcBef>
                <a:spcPts val="0"/>
              </a:spcBef>
              <a:spcAft>
                <a:spcPts val="0"/>
              </a:spcAft>
              <a:buClr>
                <a:schemeClr val="accent5"/>
              </a:buClr>
              <a:buSzPts val="2800"/>
              <a:buNone/>
              <a:defRPr>
                <a:solidFill>
                  <a:schemeClr val="accent5"/>
                </a:solidFill>
                <a:latin typeface="PT Sans"/>
                <a:ea typeface="PT Sans"/>
                <a:cs typeface="PT Sans"/>
                <a:sym typeface="PT Sans"/>
              </a:defRPr>
            </a:lvl5pPr>
            <a:lvl6pPr lvl="5" rtl="0" algn="r">
              <a:spcBef>
                <a:spcPts val="0"/>
              </a:spcBef>
              <a:spcAft>
                <a:spcPts val="0"/>
              </a:spcAft>
              <a:buClr>
                <a:schemeClr val="accent5"/>
              </a:buClr>
              <a:buSzPts val="2800"/>
              <a:buNone/>
              <a:defRPr>
                <a:solidFill>
                  <a:schemeClr val="accent5"/>
                </a:solidFill>
                <a:latin typeface="PT Sans"/>
                <a:ea typeface="PT Sans"/>
                <a:cs typeface="PT Sans"/>
                <a:sym typeface="PT Sans"/>
              </a:defRPr>
            </a:lvl6pPr>
            <a:lvl7pPr lvl="6" rtl="0" algn="r">
              <a:spcBef>
                <a:spcPts val="0"/>
              </a:spcBef>
              <a:spcAft>
                <a:spcPts val="0"/>
              </a:spcAft>
              <a:buClr>
                <a:schemeClr val="accent5"/>
              </a:buClr>
              <a:buSzPts val="2800"/>
              <a:buNone/>
              <a:defRPr>
                <a:solidFill>
                  <a:schemeClr val="accent5"/>
                </a:solidFill>
                <a:latin typeface="PT Sans"/>
                <a:ea typeface="PT Sans"/>
                <a:cs typeface="PT Sans"/>
                <a:sym typeface="PT Sans"/>
              </a:defRPr>
            </a:lvl7pPr>
            <a:lvl8pPr lvl="7" rtl="0" algn="r">
              <a:spcBef>
                <a:spcPts val="0"/>
              </a:spcBef>
              <a:spcAft>
                <a:spcPts val="0"/>
              </a:spcAft>
              <a:buClr>
                <a:schemeClr val="accent5"/>
              </a:buClr>
              <a:buSzPts val="2800"/>
              <a:buNone/>
              <a:defRPr>
                <a:solidFill>
                  <a:schemeClr val="accent5"/>
                </a:solidFill>
                <a:latin typeface="PT Sans"/>
                <a:ea typeface="PT Sans"/>
                <a:cs typeface="PT Sans"/>
                <a:sym typeface="PT Sans"/>
              </a:defRPr>
            </a:lvl8pPr>
            <a:lvl9pPr lvl="8" rtl="0" algn="r">
              <a:spcBef>
                <a:spcPts val="0"/>
              </a:spcBef>
              <a:spcAft>
                <a:spcPts val="0"/>
              </a:spcAft>
              <a:buClr>
                <a:schemeClr val="accent5"/>
              </a:buClr>
              <a:buSzPts val="2800"/>
              <a:buNone/>
              <a:defRPr>
                <a:solidFill>
                  <a:schemeClr val="accent5"/>
                </a:solidFill>
                <a:latin typeface="PT Sans"/>
                <a:ea typeface="PT Sans"/>
                <a:cs typeface="PT Sans"/>
                <a:sym typeface="PT Sans"/>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
    <p:bg>
      <p:bgPr>
        <a:solidFill>
          <a:schemeClr val="accent2"/>
        </a:solidFill>
      </p:bgPr>
    </p:bg>
    <p:spTree>
      <p:nvGrpSpPr>
        <p:cNvPr id="916" name="Shape 916"/>
        <p:cNvGrpSpPr/>
        <p:nvPr/>
      </p:nvGrpSpPr>
      <p:grpSpPr>
        <a:xfrm>
          <a:off x="0" y="0"/>
          <a:ext cx="0" cy="0"/>
          <a:chOff x="0" y="0"/>
          <a:chExt cx="0" cy="0"/>
        </a:xfrm>
      </p:grpSpPr>
      <p:sp>
        <p:nvSpPr>
          <p:cNvPr id="917" name="Google Shape;917;p49"/>
          <p:cNvSpPr txBox="1"/>
          <p:nvPr>
            <p:ph type="ctrTitle"/>
          </p:nvPr>
        </p:nvSpPr>
        <p:spPr>
          <a:xfrm>
            <a:off x="722350" y="685800"/>
            <a:ext cx="3702600" cy="1006500"/>
          </a:xfrm>
          <a:prstGeom prst="rect">
            <a:avLst/>
          </a:prstGeom>
        </p:spPr>
        <p:txBody>
          <a:bodyPr anchorCtr="0" anchor="b" bIns="91425" lIns="91425" spcFirstLastPara="1" rIns="91425" wrap="square" tIns="91425">
            <a:noAutofit/>
          </a:bodyPr>
          <a:lstStyle>
            <a:lvl1pPr lvl="0" rtl="0">
              <a:spcBef>
                <a:spcPts val="0"/>
              </a:spcBef>
              <a:spcAft>
                <a:spcPts val="0"/>
              </a:spcAft>
              <a:buSzPts val="5200"/>
              <a:buNone/>
              <a:defRPr sz="5500">
                <a:solidFill>
                  <a:schemeClr val="accent5"/>
                </a:solidFill>
                <a:latin typeface="Aldrich"/>
                <a:ea typeface="Aldrich"/>
                <a:cs typeface="Aldrich"/>
                <a:sym typeface="Aldrich"/>
              </a:defRPr>
            </a:lvl1pPr>
            <a:lvl2pPr lvl="1" rtl="0">
              <a:spcBef>
                <a:spcPts val="0"/>
              </a:spcBef>
              <a:spcAft>
                <a:spcPts val="0"/>
              </a:spcAft>
              <a:buSzPts val="5200"/>
              <a:buNone/>
              <a:defRPr sz="5200"/>
            </a:lvl2pPr>
            <a:lvl3pPr lvl="2" rtl="0">
              <a:spcBef>
                <a:spcPts val="0"/>
              </a:spcBef>
              <a:spcAft>
                <a:spcPts val="0"/>
              </a:spcAft>
              <a:buSzPts val="5200"/>
              <a:buNone/>
              <a:defRPr sz="5200"/>
            </a:lvl3pPr>
            <a:lvl4pPr lvl="3" rtl="0">
              <a:spcBef>
                <a:spcPts val="0"/>
              </a:spcBef>
              <a:spcAft>
                <a:spcPts val="0"/>
              </a:spcAft>
              <a:buSzPts val="5200"/>
              <a:buNone/>
              <a:defRPr sz="5200"/>
            </a:lvl4pPr>
            <a:lvl5pPr lvl="4" rtl="0">
              <a:spcBef>
                <a:spcPts val="0"/>
              </a:spcBef>
              <a:spcAft>
                <a:spcPts val="0"/>
              </a:spcAft>
              <a:buSzPts val="5200"/>
              <a:buNone/>
              <a:defRPr sz="5200"/>
            </a:lvl5pPr>
            <a:lvl6pPr lvl="5" rtl="0">
              <a:spcBef>
                <a:spcPts val="0"/>
              </a:spcBef>
              <a:spcAft>
                <a:spcPts val="0"/>
              </a:spcAft>
              <a:buSzPts val="5200"/>
              <a:buNone/>
              <a:defRPr sz="5200"/>
            </a:lvl6pPr>
            <a:lvl7pPr lvl="6" rtl="0">
              <a:spcBef>
                <a:spcPts val="0"/>
              </a:spcBef>
              <a:spcAft>
                <a:spcPts val="0"/>
              </a:spcAft>
              <a:buSzPts val="5200"/>
              <a:buNone/>
              <a:defRPr sz="5200"/>
            </a:lvl7pPr>
            <a:lvl8pPr lvl="7" rtl="0">
              <a:spcBef>
                <a:spcPts val="0"/>
              </a:spcBef>
              <a:spcAft>
                <a:spcPts val="0"/>
              </a:spcAft>
              <a:buSzPts val="5200"/>
              <a:buNone/>
              <a:defRPr sz="5200"/>
            </a:lvl8pPr>
            <a:lvl9pPr lvl="8" rtl="0">
              <a:spcBef>
                <a:spcPts val="0"/>
              </a:spcBef>
              <a:spcAft>
                <a:spcPts val="0"/>
              </a:spcAft>
              <a:buSzPts val="5200"/>
              <a:buNone/>
              <a:defRPr sz="5200"/>
            </a:lvl9pPr>
          </a:lstStyle>
          <a:p/>
        </p:txBody>
      </p:sp>
      <p:sp>
        <p:nvSpPr>
          <p:cNvPr id="918" name="Google Shape;918;p49"/>
          <p:cNvSpPr txBox="1"/>
          <p:nvPr>
            <p:ph idx="1" type="subTitle"/>
          </p:nvPr>
        </p:nvSpPr>
        <p:spPr>
          <a:xfrm>
            <a:off x="722350" y="1653025"/>
            <a:ext cx="3702600" cy="1389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accent5"/>
              </a:buClr>
              <a:buSzPts val="2800"/>
              <a:buNone/>
              <a:defRPr>
                <a:solidFill>
                  <a:schemeClr val="accent5"/>
                </a:solidFill>
              </a:defRPr>
            </a:lvl1pPr>
            <a:lvl2pPr lvl="1" rtl="0">
              <a:lnSpc>
                <a:spcPct val="100000"/>
              </a:lnSpc>
              <a:spcBef>
                <a:spcPts val="0"/>
              </a:spcBef>
              <a:spcAft>
                <a:spcPts val="0"/>
              </a:spcAft>
              <a:buSzPts val="2800"/>
              <a:buNone/>
              <a:defRPr sz="2800"/>
            </a:lvl2pPr>
            <a:lvl3pPr lvl="2" rtl="0">
              <a:lnSpc>
                <a:spcPct val="100000"/>
              </a:lnSpc>
              <a:spcBef>
                <a:spcPts val="0"/>
              </a:spcBef>
              <a:spcAft>
                <a:spcPts val="0"/>
              </a:spcAft>
              <a:buSzPts val="2800"/>
              <a:buNone/>
              <a:defRPr sz="2800"/>
            </a:lvl3pPr>
            <a:lvl4pPr lvl="3" rtl="0">
              <a:lnSpc>
                <a:spcPct val="100000"/>
              </a:lnSpc>
              <a:spcBef>
                <a:spcPts val="0"/>
              </a:spcBef>
              <a:spcAft>
                <a:spcPts val="0"/>
              </a:spcAft>
              <a:buSzPts val="2800"/>
              <a:buNone/>
              <a:defRPr sz="2800"/>
            </a:lvl4pPr>
            <a:lvl5pPr lvl="4" rtl="0">
              <a:lnSpc>
                <a:spcPct val="100000"/>
              </a:lnSpc>
              <a:spcBef>
                <a:spcPts val="0"/>
              </a:spcBef>
              <a:spcAft>
                <a:spcPts val="0"/>
              </a:spcAft>
              <a:buSzPts val="2800"/>
              <a:buNone/>
              <a:defRPr sz="2800"/>
            </a:lvl5pPr>
            <a:lvl6pPr lvl="5" rtl="0">
              <a:lnSpc>
                <a:spcPct val="100000"/>
              </a:lnSpc>
              <a:spcBef>
                <a:spcPts val="0"/>
              </a:spcBef>
              <a:spcAft>
                <a:spcPts val="0"/>
              </a:spcAft>
              <a:buSzPts val="2800"/>
              <a:buNone/>
              <a:defRPr sz="2800"/>
            </a:lvl6pPr>
            <a:lvl7pPr lvl="6" rtl="0">
              <a:lnSpc>
                <a:spcPct val="100000"/>
              </a:lnSpc>
              <a:spcBef>
                <a:spcPts val="0"/>
              </a:spcBef>
              <a:spcAft>
                <a:spcPts val="0"/>
              </a:spcAft>
              <a:buSzPts val="2800"/>
              <a:buNone/>
              <a:defRPr sz="2800"/>
            </a:lvl7pPr>
            <a:lvl8pPr lvl="7" rtl="0">
              <a:lnSpc>
                <a:spcPct val="100000"/>
              </a:lnSpc>
              <a:spcBef>
                <a:spcPts val="0"/>
              </a:spcBef>
              <a:spcAft>
                <a:spcPts val="0"/>
              </a:spcAft>
              <a:buSzPts val="2800"/>
              <a:buNone/>
              <a:defRPr sz="2800"/>
            </a:lvl8pPr>
            <a:lvl9pPr lvl="8" rtl="0">
              <a:lnSpc>
                <a:spcPct val="100000"/>
              </a:lnSpc>
              <a:spcBef>
                <a:spcPts val="0"/>
              </a:spcBef>
              <a:spcAft>
                <a:spcPts val="0"/>
              </a:spcAft>
              <a:buSzPts val="2800"/>
              <a:buNone/>
              <a:defRPr sz="2800"/>
            </a:lvl9pPr>
          </a:lstStyle>
          <a:p/>
        </p:txBody>
      </p:sp>
      <p:sp>
        <p:nvSpPr>
          <p:cNvPr id="919" name="Google Shape;919;p49"/>
          <p:cNvSpPr txBox="1"/>
          <p:nvPr/>
        </p:nvSpPr>
        <p:spPr>
          <a:xfrm>
            <a:off x="722350" y="2991025"/>
            <a:ext cx="3148500" cy="915000"/>
          </a:xfrm>
          <a:prstGeom prst="rect">
            <a:avLst/>
          </a:prstGeom>
          <a:noFill/>
          <a:ln>
            <a:noFill/>
          </a:ln>
        </p:spPr>
        <p:txBody>
          <a:bodyPr anchorCtr="0" anchor="t" bIns="91425" lIns="91425" spcFirstLastPara="1" rIns="91425" wrap="square" tIns="91425">
            <a:noAutofit/>
          </a:bodyPr>
          <a:lstStyle/>
          <a:p>
            <a:pPr indent="0" lvl="0" marL="0" rtl="0" algn="l">
              <a:spcBef>
                <a:spcPts val="300"/>
              </a:spcBef>
              <a:spcAft>
                <a:spcPts val="0"/>
              </a:spcAft>
              <a:buNone/>
            </a:pPr>
            <a:r>
              <a:rPr lang="en" sz="1200">
                <a:solidFill>
                  <a:schemeClr val="accent5"/>
                </a:solidFill>
                <a:latin typeface="Didact Gothic"/>
                <a:ea typeface="Didact Gothic"/>
                <a:cs typeface="Didact Gothic"/>
                <a:sym typeface="Didact Gothic"/>
              </a:rPr>
              <a:t>CREDITS: This presentation template was created by </a:t>
            </a:r>
            <a:r>
              <a:rPr b="1" lang="en" sz="1200">
                <a:solidFill>
                  <a:schemeClr val="accent5"/>
                </a:solidFill>
                <a:uFill>
                  <a:noFill/>
                </a:uFill>
                <a:latin typeface="Didact Gothic"/>
                <a:ea typeface="Didact Gothic"/>
                <a:cs typeface="Didact Gothic"/>
                <a:sym typeface="Didact Gothic"/>
                <a:hlinkClick r:id="rId2">
                  <a:extLst>
                    <a:ext uri="{A12FA001-AC4F-418D-AE19-62706E023703}">
                      <ahyp:hlinkClr val="tx"/>
                    </a:ext>
                  </a:extLst>
                </a:hlinkClick>
              </a:rPr>
              <a:t>Slidesgo</a:t>
            </a:r>
            <a:r>
              <a:rPr lang="en" sz="1200">
                <a:solidFill>
                  <a:schemeClr val="accent5"/>
                </a:solidFill>
                <a:latin typeface="Didact Gothic"/>
                <a:ea typeface="Didact Gothic"/>
                <a:cs typeface="Didact Gothic"/>
                <a:sym typeface="Didact Gothic"/>
              </a:rPr>
              <a:t>, including icons by </a:t>
            </a:r>
            <a:r>
              <a:rPr b="1" lang="en" sz="1200">
                <a:solidFill>
                  <a:schemeClr val="accent5"/>
                </a:solidFill>
                <a:uFill>
                  <a:noFill/>
                </a:uFill>
                <a:latin typeface="Didact Gothic"/>
                <a:ea typeface="Didact Gothic"/>
                <a:cs typeface="Didact Gothic"/>
                <a:sym typeface="Didact Gothic"/>
                <a:hlinkClick r:id="rId3">
                  <a:extLst>
                    <a:ext uri="{A12FA001-AC4F-418D-AE19-62706E023703}">
                      <ahyp:hlinkClr val="tx"/>
                    </a:ext>
                  </a:extLst>
                </a:hlinkClick>
              </a:rPr>
              <a:t>Flaticon</a:t>
            </a:r>
            <a:r>
              <a:rPr lang="en" sz="1200">
                <a:solidFill>
                  <a:schemeClr val="accent5"/>
                </a:solidFill>
                <a:latin typeface="Didact Gothic"/>
                <a:ea typeface="Didact Gothic"/>
                <a:cs typeface="Didact Gothic"/>
                <a:sym typeface="Didact Gothic"/>
              </a:rPr>
              <a:t>, infographics &amp; images by </a:t>
            </a:r>
            <a:r>
              <a:rPr b="1" lang="en" sz="1200">
                <a:solidFill>
                  <a:schemeClr val="accent5"/>
                </a:solidFill>
                <a:uFill>
                  <a:noFill/>
                </a:uFill>
                <a:latin typeface="Didact Gothic"/>
                <a:ea typeface="Didact Gothic"/>
                <a:cs typeface="Didact Gothic"/>
                <a:sym typeface="Didact Gothic"/>
                <a:hlinkClick r:id="rId4">
                  <a:extLst>
                    <a:ext uri="{A12FA001-AC4F-418D-AE19-62706E023703}">
                      <ahyp:hlinkClr val="tx"/>
                    </a:ext>
                  </a:extLst>
                </a:hlinkClick>
              </a:rPr>
              <a:t>Freepik</a:t>
            </a:r>
            <a:r>
              <a:rPr lang="en" sz="1200">
                <a:solidFill>
                  <a:schemeClr val="accent5"/>
                </a:solidFill>
                <a:latin typeface="Didact Gothic"/>
                <a:ea typeface="Didact Gothic"/>
                <a:cs typeface="Didact Gothic"/>
                <a:sym typeface="Didact Gothic"/>
              </a:rPr>
              <a:t> </a:t>
            </a:r>
            <a:endParaRPr b="1" sz="1200">
              <a:solidFill>
                <a:schemeClr val="accent5"/>
              </a:solidFill>
              <a:latin typeface="Didact Gothic"/>
              <a:ea typeface="Didact Gothic"/>
              <a:cs typeface="Didact Gothic"/>
              <a:sym typeface="Didact Gothic"/>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10">
    <p:bg>
      <p:bgPr>
        <a:solidFill>
          <a:schemeClr val="accent2"/>
        </a:solidFill>
      </p:bgPr>
    </p:bg>
    <p:spTree>
      <p:nvGrpSpPr>
        <p:cNvPr id="920" name="Shape 920"/>
        <p:cNvGrpSpPr/>
        <p:nvPr/>
      </p:nvGrpSpPr>
      <p:grpSpPr>
        <a:xfrm>
          <a:off x="0" y="0"/>
          <a:ext cx="0" cy="0"/>
          <a:chOff x="0" y="0"/>
          <a:chExt cx="0" cy="0"/>
        </a:xfrm>
      </p:grpSpPr>
      <p:cxnSp>
        <p:nvCxnSpPr>
          <p:cNvPr id="921" name="Google Shape;921;p50"/>
          <p:cNvCxnSpPr/>
          <p:nvPr/>
        </p:nvCxnSpPr>
        <p:spPr>
          <a:xfrm rot="10800000">
            <a:off x="447750" y="4895850"/>
            <a:ext cx="1133400" cy="0"/>
          </a:xfrm>
          <a:prstGeom prst="straightConnector1">
            <a:avLst/>
          </a:prstGeom>
          <a:noFill/>
          <a:ln cap="flat" cmpd="sng" w="19050">
            <a:solidFill>
              <a:schemeClr val="accent5"/>
            </a:solidFill>
            <a:prstDash val="solid"/>
            <a:round/>
            <a:headEnd len="med" w="med" type="none"/>
            <a:tailEnd len="med" w="med" type="none"/>
          </a:ln>
        </p:spPr>
      </p:cxnSp>
      <p:grpSp>
        <p:nvGrpSpPr>
          <p:cNvPr id="922" name="Google Shape;922;p50"/>
          <p:cNvGrpSpPr/>
          <p:nvPr/>
        </p:nvGrpSpPr>
        <p:grpSpPr>
          <a:xfrm flipH="1">
            <a:off x="-47478" y="2136847"/>
            <a:ext cx="1179753" cy="2854241"/>
            <a:chOff x="7907551" y="-114309"/>
            <a:chExt cx="1908059" cy="4616272"/>
          </a:xfrm>
        </p:grpSpPr>
        <p:sp>
          <p:nvSpPr>
            <p:cNvPr id="923" name="Google Shape;923;p50"/>
            <p:cNvSpPr/>
            <p:nvPr/>
          </p:nvSpPr>
          <p:spPr>
            <a:xfrm>
              <a:off x="8606186" y="3608365"/>
              <a:ext cx="39" cy="483371"/>
            </a:xfrm>
            <a:custGeom>
              <a:rect b="b" l="l" r="r" t="t"/>
              <a:pathLst>
                <a:path extrusionOk="0" h="12426" w="1">
                  <a:moveTo>
                    <a:pt x="1" y="0"/>
                  </a:moveTo>
                  <a:lnTo>
                    <a:pt x="1" y="12426"/>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4" name="Google Shape;924;p50"/>
            <p:cNvSpPr/>
            <p:nvPr/>
          </p:nvSpPr>
          <p:spPr>
            <a:xfrm>
              <a:off x="8566430" y="3568608"/>
              <a:ext cx="79551" cy="562883"/>
            </a:xfrm>
            <a:custGeom>
              <a:rect b="b" l="l" r="r" t="t"/>
              <a:pathLst>
                <a:path extrusionOk="0" h="14470" w="2045">
                  <a:moveTo>
                    <a:pt x="1023" y="0"/>
                  </a:moveTo>
                  <a:cubicBezTo>
                    <a:pt x="369" y="0"/>
                    <a:pt x="1" y="327"/>
                    <a:pt x="1" y="1022"/>
                  </a:cubicBezTo>
                  <a:lnTo>
                    <a:pt x="1" y="13448"/>
                  </a:lnTo>
                  <a:cubicBezTo>
                    <a:pt x="1" y="13979"/>
                    <a:pt x="369" y="14470"/>
                    <a:pt x="1023" y="14470"/>
                  </a:cubicBezTo>
                  <a:cubicBezTo>
                    <a:pt x="1554" y="14470"/>
                    <a:pt x="2044" y="13979"/>
                    <a:pt x="2044" y="13448"/>
                  </a:cubicBezTo>
                  <a:lnTo>
                    <a:pt x="2044" y="1022"/>
                  </a:lnTo>
                  <a:cubicBezTo>
                    <a:pt x="2044" y="327"/>
                    <a:pt x="1554" y="0"/>
                    <a:pt x="1023" y="0"/>
                  </a:cubicBezTo>
                  <a:close/>
                </a:path>
              </a:pathLst>
            </a:custGeom>
            <a:solidFill>
              <a:schemeClr val="accent1">
                <a:alpha val="122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5" name="Google Shape;925;p50"/>
            <p:cNvSpPr/>
            <p:nvPr/>
          </p:nvSpPr>
          <p:spPr>
            <a:xfrm>
              <a:off x="8798589" y="3873900"/>
              <a:ext cx="39" cy="483371"/>
            </a:xfrm>
            <a:custGeom>
              <a:rect b="b" l="l" r="r" t="t"/>
              <a:pathLst>
                <a:path extrusionOk="0" h="12426" w="1">
                  <a:moveTo>
                    <a:pt x="0" y="0"/>
                  </a:moveTo>
                  <a:lnTo>
                    <a:pt x="0" y="12426"/>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6" name="Google Shape;926;p50"/>
            <p:cNvSpPr/>
            <p:nvPr/>
          </p:nvSpPr>
          <p:spPr>
            <a:xfrm>
              <a:off x="8758832" y="3834144"/>
              <a:ext cx="79551" cy="562883"/>
            </a:xfrm>
            <a:custGeom>
              <a:rect b="b" l="l" r="r" t="t"/>
              <a:pathLst>
                <a:path extrusionOk="0" h="14470" w="2045">
                  <a:moveTo>
                    <a:pt x="1022" y="0"/>
                  </a:moveTo>
                  <a:cubicBezTo>
                    <a:pt x="532" y="0"/>
                    <a:pt x="0" y="491"/>
                    <a:pt x="0" y="1022"/>
                  </a:cubicBezTo>
                  <a:lnTo>
                    <a:pt x="0" y="13448"/>
                  </a:lnTo>
                  <a:cubicBezTo>
                    <a:pt x="0" y="14102"/>
                    <a:pt x="532" y="14470"/>
                    <a:pt x="1022" y="14470"/>
                  </a:cubicBezTo>
                  <a:cubicBezTo>
                    <a:pt x="1554" y="14470"/>
                    <a:pt x="2044" y="14102"/>
                    <a:pt x="2044" y="13448"/>
                  </a:cubicBezTo>
                  <a:lnTo>
                    <a:pt x="2044" y="1022"/>
                  </a:lnTo>
                  <a:cubicBezTo>
                    <a:pt x="2044" y="491"/>
                    <a:pt x="1554" y="0"/>
                    <a:pt x="1022" y="0"/>
                  </a:cubicBezTo>
                  <a:close/>
                </a:path>
              </a:pathLst>
            </a:custGeom>
            <a:solidFill>
              <a:schemeClr val="accent1">
                <a:alpha val="1229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7" name="Google Shape;927;p50"/>
            <p:cNvSpPr/>
            <p:nvPr/>
          </p:nvSpPr>
          <p:spPr>
            <a:xfrm>
              <a:off x="7907551" y="-114309"/>
              <a:ext cx="1238654" cy="3139619"/>
            </a:xfrm>
            <a:custGeom>
              <a:rect b="b" l="l" r="r" t="t"/>
              <a:pathLst>
                <a:path extrusionOk="0" h="80710" w="31842">
                  <a:moveTo>
                    <a:pt x="3210" y="0"/>
                  </a:moveTo>
                  <a:cubicBezTo>
                    <a:pt x="2252" y="0"/>
                    <a:pt x="1348" y="293"/>
                    <a:pt x="818" y="992"/>
                  </a:cubicBezTo>
                  <a:cubicBezTo>
                    <a:pt x="164" y="1851"/>
                    <a:pt x="1" y="2873"/>
                    <a:pt x="1" y="3894"/>
                  </a:cubicBezTo>
                  <a:cubicBezTo>
                    <a:pt x="1" y="8677"/>
                    <a:pt x="4088" y="12928"/>
                    <a:pt x="3557" y="17710"/>
                  </a:cubicBezTo>
                  <a:cubicBezTo>
                    <a:pt x="3393" y="20408"/>
                    <a:pt x="1513" y="22983"/>
                    <a:pt x="1513" y="25680"/>
                  </a:cubicBezTo>
                  <a:cubicBezTo>
                    <a:pt x="1513" y="29768"/>
                    <a:pt x="5437" y="33038"/>
                    <a:pt x="6295" y="36921"/>
                  </a:cubicBezTo>
                  <a:cubicBezTo>
                    <a:pt x="7481" y="43420"/>
                    <a:pt x="655" y="50736"/>
                    <a:pt x="4579" y="56009"/>
                  </a:cubicBezTo>
                  <a:cubicBezTo>
                    <a:pt x="6295" y="58584"/>
                    <a:pt x="10219" y="59933"/>
                    <a:pt x="10383" y="62998"/>
                  </a:cubicBezTo>
                  <a:cubicBezTo>
                    <a:pt x="10546" y="65369"/>
                    <a:pt x="7971" y="67086"/>
                    <a:pt x="6786" y="69293"/>
                  </a:cubicBezTo>
                  <a:cubicBezTo>
                    <a:pt x="5273" y="71663"/>
                    <a:pt x="5437" y="74729"/>
                    <a:pt x="6786" y="77141"/>
                  </a:cubicBezTo>
                  <a:cubicBezTo>
                    <a:pt x="8254" y="79382"/>
                    <a:pt x="10929" y="80710"/>
                    <a:pt x="13496" y="80710"/>
                  </a:cubicBezTo>
                  <a:cubicBezTo>
                    <a:pt x="13644" y="80710"/>
                    <a:pt x="13792" y="80706"/>
                    <a:pt x="13939" y="80697"/>
                  </a:cubicBezTo>
                  <a:lnTo>
                    <a:pt x="22645" y="79838"/>
                  </a:lnTo>
                  <a:cubicBezTo>
                    <a:pt x="28245" y="79511"/>
                    <a:pt x="31842" y="71663"/>
                    <a:pt x="28245" y="67249"/>
                  </a:cubicBezTo>
                  <a:cubicBezTo>
                    <a:pt x="26569" y="65042"/>
                    <a:pt x="23503" y="63489"/>
                    <a:pt x="22645" y="60791"/>
                  </a:cubicBezTo>
                  <a:cubicBezTo>
                    <a:pt x="21623" y="56540"/>
                    <a:pt x="26732" y="52248"/>
                    <a:pt x="25016" y="48161"/>
                  </a:cubicBezTo>
                  <a:cubicBezTo>
                    <a:pt x="24321" y="46322"/>
                    <a:pt x="22277" y="45300"/>
                    <a:pt x="21092" y="43583"/>
                  </a:cubicBezTo>
                  <a:cubicBezTo>
                    <a:pt x="17863" y="39169"/>
                    <a:pt x="21787" y="32670"/>
                    <a:pt x="20601" y="27397"/>
                  </a:cubicBezTo>
                  <a:cubicBezTo>
                    <a:pt x="19743" y="22615"/>
                    <a:pt x="15124" y="19549"/>
                    <a:pt x="12917" y="15298"/>
                  </a:cubicBezTo>
                  <a:cubicBezTo>
                    <a:pt x="10383" y="10353"/>
                    <a:pt x="10546" y="3404"/>
                    <a:pt x="5764" y="665"/>
                  </a:cubicBezTo>
                  <a:cubicBezTo>
                    <a:pt x="5036" y="252"/>
                    <a:pt x="4100" y="0"/>
                    <a:pt x="3210" y="0"/>
                  </a:cubicBezTo>
                  <a:close/>
                </a:path>
              </a:pathLst>
            </a:custGeom>
            <a:solidFill>
              <a:schemeClr val="accent3"/>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8" name="Google Shape;928;p50"/>
            <p:cNvSpPr/>
            <p:nvPr/>
          </p:nvSpPr>
          <p:spPr>
            <a:xfrm>
              <a:off x="8119015" y="89647"/>
              <a:ext cx="596298" cy="2776176"/>
            </a:xfrm>
            <a:custGeom>
              <a:rect b="b" l="l" r="r" t="t"/>
              <a:pathLst>
                <a:path extrusionOk="0" h="71367" w="15329">
                  <a:moveTo>
                    <a:pt x="328" y="0"/>
                  </a:moveTo>
                  <a:cubicBezTo>
                    <a:pt x="164" y="0"/>
                    <a:pt x="1" y="205"/>
                    <a:pt x="1" y="368"/>
                  </a:cubicBezTo>
                  <a:cubicBezTo>
                    <a:pt x="164" y="695"/>
                    <a:pt x="5805" y="23339"/>
                    <a:pt x="10219" y="43776"/>
                  </a:cubicBezTo>
                  <a:lnTo>
                    <a:pt x="10219" y="43776"/>
                  </a:lnTo>
                  <a:lnTo>
                    <a:pt x="4252" y="39525"/>
                  </a:lnTo>
                  <a:cubicBezTo>
                    <a:pt x="4252" y="39362"/>
                    <a:pt x="4088" y="39362"/>
                    <a:pt x="4088" y="39362"/>
                  </a:cubicBezTo>
                  <a:cubicBezTo>
                    <a:pt x="3925" y="39362"/>
                    <a:pt x="3925" y="39362"/>
                    <a:pt x="3925" y="39525"/>
                  </a:cubicBezTo>
                  <a:cubicBezTo>
                    <a:pt x="3761" y="39689"/>
                    <a:pt x="3761" y="39852"/>
                    <a:pt x="3925" y="40057"/>
                  </a:cubicBezTo>
                  <a:lnTo>
                    <a:pt x="10056" y="44471"/>
                  </a:lnTo>
                  <a:lnTo>
                    <a:pt x="10219" y="44635"/>
                  </a:lnTo>
                  <a:lnTo>
                    <a:pt x="10383" y="44635"/>
                  </a:lnTo>
                  <a:cubicBezTo>
                    <a:pt x="11568" y="50929"/>
                    <a:pt x="12754" y="57060"/>
                    <a:pt x="13612" y="62170"/>
                  </a:cubicBezTo>
                  <a:lnTo>
                    <a:pt x="8666" y="57060"/>
                  </a:lnTo>
                  <a:cubicBezTo>
                    <a:pt x="8666" y="56897"/>
                    <a:pt x="8503" y="56897"/>
                    <a:pt x="8503" y="56897"/>
                  </a:cubicBezTo>
                  <a:cubicBezTo>
                    <a:pt x="8339" y="56897"/>
                    <a:pt x="8339" y="56897"/>
                    <a:pt x="8176" y="57060"/>
                  </a:cubicBezTo>
                  <a:lnTo>
                    <a:pt x="8176" y="57428"/>
                  </a:lnTo>
                  <a:lnTo>
                    <a:pt x="13775" y="63355"/>
                  </a:lnTo>
                  <a:cubicBezTo>
                    <a:pt x="14307" y="66420"/>
                    <a:pt x="14634" y="69159"/>
                    <a:pt x="14797" y="71366"/>
                  </a:cubicBezTo>
                  <a:lnTo>
                    <a:pt x="15329" y="71366"/>
                  </a:lnTo>
                  <a:cubicBezTo>
                    <a:pt x="15329" y="69322"/>
                    <a:pt x="15002" y="66788"/>
                    <a:pt x="14470" y="64050"/>
                  </a:cubicBezTo>
                  <a:lnTo>
                    <a:pt x="14634" y="64050"/>
                  </a:lnTo>
                  <a:cubicBezTo>
                    <a:pt x="14634" y="64050"/>
                    <a:pt x="14797" y="64050"/>
                    <a:pt x="14797" y="63886"/>
                  </a:cubicBezTo>
                  <a:cubicBezTo>
                    <a:pt x="15002" y="63886"/>
                    <a:pt x="15002" y="63559"/>
                    <a:pt x="14797" y="63559"/>
                  </a:cubicBezTo>
                  <a:lnTo>
                    <a:pt x="14470" y="63028"/>
                  </a:lnTo>
                  <a:cubicBezTo>
                    <a:pt x="11078" y="41406"/>
                    <a:pt x="859" y="695"/>
                    <a:pt x="696" y="205"/>
                  </a:cubicBezTo>
                  <a:cubicBezTo>
                    <a:pt x="696" y="0"/>
                    <a:pt x="491" y="0"/>
                    <a:pt x="328"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9" name="Google Shape;929;p50"/>
            <p:cNvSpPr/>
            <p:nvPr/>
          </p:nvSpPr>
          <p:spPr>
            <a:xfrm>
              <a:off x="8424307" y="938692"/>
              <a:ext cx="111332" cy="318046"/>
            </a:xfrm>
            <a:custGeom>
              <a:rect b="b" l="l" r="r" t="t"/>
              <a:pathLst>
                <a:path extrusionOk="0" h="8176" w="2862">
                  <a:moveTo>
                    <a:pt x="2535" y="1"/>
                  </a:moveTo>
                  <a:cubicBezTo>
                    <a:pt x="2371" y="1"/>
                    <a:pt x="2208" y="164"/>
                    <a:pt x="2208" y="328"/>
                  </a:cubicBezTo>
                  <a:lnTo>
                    <a:pt x="1" y="7808"/>
                  </a:lnTo>
                  <a:cubicBezTo>
                    <a:pt x="1" y="8012"/>
                    <a:pt x="1" y="8176"/>
                    <a:pt x="164" y="8176"/>
                  </a:cubicBezTo>
                  <a:lnTo>
                    <a:pt x="328" y="8176"/>
                  </a:lnTo>
                  <a:cubicBezTo>
                    <a:pt x="491" y="8176"/>
                    <a:pt x="491" y="8176"/>
                    <a:pt x="655" y="8012"/>
                  </a:cubicBezTo>
                  <a:lnTo>
                    <a:pt x="2862" y="491"/>
                  </a:lnTo>
                  <a:cubicBezTo>
                    <a:pt x="2862" y="328"/>
                    <a:pt x="2698" y="164"/>
                    <a:pt x="2535" y="1"/>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0" name="Google Shape;930;p50"/>
            <p:cNvSpPr/>
            <p:nvPr/>
          </p:nvSpPr>
          <p:spPr>
            <a:xfrm>
              <a:off x="8788417" y="298310"/>
              <a:ext cx="1027193" cy="2682583"/>
            </a:xfrm>
            <a:custGeom>
              <a:rect b="b" l="l" r="r" t="t"/>
              <a:pathLst>
                <a:path extrusionOk="0" h="68961" w="26406">
                  <a:moveTo>
                    <a:pt x="18871" y="0"/>
                  </a:moveTo>
                  <a:cubicBezTo>
                    <a:pt x="18467" y="0"/>
                    <a:pt x="18069" y="86"/>
                    <a:pt x="17699" y="277"/>
                  </a:cubicBezTo>
                  <a:cubicBezTo>
                    <a:pt x="17004" y="604"/>
                    <a:pt x="16514" y="1462"/>
                    <a:pt x="16187" y="2321"/>
                  </a:cubicBezTo>
                  <a:cubicBezTo>
                    <a:pt x="14961" y="6081"/>
                    <a:pt x="16841" y="10495"/>
                    <a:pt x="15165" y="14256"/>
                  </a:cubicBezTo>
                  <a:cubicBezTo>
                    <a:pt x="14143" y="16299"/>
                    <a:pt x="12100" y="17648"/>
                    <a:pt x="11241" y="19856"/>
                  </a:cubicBezTo>
                  <a:cubicBezTo>
                    <a:pt x="10056" y="23085"/>
                    <a:pt x="12263" y="26845"/>
                    <a:pt x="11568" y="30237"/>
                  </a:cubicBezTo>
                  <a:cubicBezTo>
                    <a:pt x="10710" y="35715"/>
                    <a:pt x="3230" y="39434"/>
                    <a:pt x="4742" y="44707"/>
                  </a:cubicBezTo>
                  <a:cubicBezTo>
                    <a:pt x="5437" y="47282"/>
                    <a:pt x="8176" y="49326"/>
                    <a:pt x="7317" y="51696"/>
                  </a:cubicBezTo>
                  <a:cubicBezTo>
                    <a:pt x="6786" y="53740"/>
                    <a:pt x="4415" y="54435"/>
                    <a:pt x="2699" y="55784"/>
                  </a:cubicBezTo>
                  <a:cubicBezTo>
                    <a:pt x="859" y="57173"/>
                    <a:pt x="1" y="59708"/>
                    <a:pt x="491" y="62078"/>
                  </a:cubicBezTo>
                  <a:cubicBezTo>
                    <a:pt x="1023" y="64326"/>
                    <a:pt x="2903" y="66166"/>
                    <a:pt x="5110" y="66861"/>
                  </a:cubicBezTo>
                  <a:lnTo>
                    <a:pt x="12263" y="68741"/>
                  </a:lnTo>
                  <a:cubicBezTo>
                    <a:pt x="12754" y="68891"/>
                    <a:pt x="13251" y="68961"/>
                    <a:pt x="13745" y="68961"/>
                  </a:cubicBezTo>
                  <a:cubicBezTo>
                    <a:pt x="17699" y="68961"/>
                    <a:pt x="21473" y="64472"/>
                    <a:pt x="20274" y="60402"/>
                  </a:cubicBezTo>
                  <a:cubicBezTo>
                    <a:pt x="19580" y="58195"/>
                    <a:pt x="17536" y="56152"/>
                    <a:pt x="17699" y="53577"/>
                  </a:cubicBezTo>
                  <a:cubicBezTo>
                    <a:pt x="18026" y="50020"/>
                    <a:pt x="23340" y="48140"/>
                    <a:pt x="23136" y="44380"/>
                  </a:cubicBezTo>
                  <a:cubicBezTo>
                    <a:pt x="23136" y="42663"/>
                    <a:pt x="21787" y="41314"/>
                    <a:pt x="21460" y="39598"/>
                  </a:cubicBezTo>
                  <a:cubicBezTo>
                    <a:pt x="20070" y="35183"/>
                    <a:pt x="25016" y="31259"/>
                    <a:pt x="25711" y="26681"/>
                  </a:cubicBezTo>
                  <a:cubicBezTo>
                    <a:pt x="26406" y="22758"/>
                    <a:pt x="23667" y="18997"/>
                    <a:pt x="23340" y="14910"/>
                  </a:cubicBezTo>
                  <a:cubicBezTo>
                    <a:pt x="22645" y="10332"/>
                    <a:pt x="24852" y="4855"/>
                    <a:pt x="21787" y="1462"/>
                  </a:cubicBezTo>
                  <a:cubicBezTo>
                    <a:pt x="21045" y="602"/>
                    <a:pt x="19938" y="0"/>
                    <a:pt x="18871" y="0"/>
                  </a:cubicBezTo>
                  <a:close/>
                </a:path>
              </a:pathLst>
            </a:custGeom>
            <a:solidFill>
              <a:schemeClr val="accent3"/>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1" name="Google Shape;931;p50"/>
            <p:cNvSpPr/>
            <p:nvPr/>
          </p:nvSpPr>
          <p:spPr>
            <a:xfrm>
              <a:off x="9179562" y="495109"/>
              <a:ext cx="410278" cy="2370722"/>
            </a:xfrm>
            <a:custGeom>
              <a:rect b="b" l="l" r="r" t="t"/>
              <a:pathLst>
                <a:path extrusionOk="0" h="60944" w="10547">
                  <a:moveTo>
                    <a:pt x="10383" y="0"/>
                  </a:moveTo>
                  <a:cubicBezTo>
                    <a:pt x="10219" y="0"/>
                    <a:pt x="10015" y="0"/>
                    <a:pt x="10015" y="164"/>
                  </a:cubicBezTo>
                  <a:cubicBezTo>
                    <a:pt x="10015" y="491"/>
                    <a:pt x="7971" y="19906"/>
                    <a:pt x="5437" y="37277"/>
                  </a:cubicBezTo>
                  <a:lnTo>
                    <a:pt x="2045" y="32168"/>
                  </a:lnTo>
                  <a:cubicBezTo>
                    <a:pt x="2045" y="32168"/>
                    <a:pt x="2045" y="32004"/>
                    <a:pt x="1840" y="32004"/>
                  </a:cubicBezTo>
                  <a:lnTo>
                    <a:pt x="1677" y="32168"/>
                  </a:lnTo>
                  <a:cubicBezTo>
                    <a:pt x="1677" y="32168"/>
                    <a:pt x="1513" y="32331"/>
                    <a:pt x="1677" y="32495"/>
                  </a:cubicBezTo>
                  <a:lnTo>
                    <a:pt x="5274" y="37972"/>
                  </a:lnTo>
                  <a:lnTo>
                    <a:pt x="5437" y="37972"/>
                  </a:lnTo>
                  <a:cubicBezTo>
                    <a:pt x="4579" y="43408"/>
                    <a:pt x="3720" y="48518"/>
                    <a:pt x="2862" y="52768"/>
                  </a:cubicBezTo>
                  <a:lnTo>
                    <a:pt x="491" y="47332"/>
                  </a:lnTo>
                  <a:cubicBezTo>
                    <a:pt x="491" y="47169"/>
                    <a:pt x="328" y="47169"/>
                    <a:pt x="328" y="47169"/>
                  </a:cubicBezTo>
                  <a:lnTo>
                    <a:pt x="164" y="47169"/>
                  </a:lnTo>
                  <a:cubicBezTo>
                    <a:pt x="1" y="47169"/>
                    <a:pt x="1" y="47332"/>
                    <a:pt x="1" y="47496"/>
                  </a:cubicBezTo>
                  <a:lnTo>
                    <a:pt x="2699" y="53790"/>
                  </a:lnTo>
                  <a:cubicBezTo>
                    <a:pt x="2208" y="56692"/>
                    <a:pt x="1513" y="59063"/>
                    <a:pt x="1023" y="60943"/>
                  </a:cubicBezTo>
                  <a:lnTo>
                    <a:pt x="1513" y="60943"/>
                  </a:lnTo>
                  <a:cubicBezTo>
                    <a:pt x="2045" y="59267"/>
                    <a:pt x="2535" y="57019"/>
                    <a:pt x="3066" y="54485"/>
                  </a:cubicBezTo>
                  <a:lnTo>
                    <a:pt x="3393" y="54485"/>
                  </a:lnTo>
                  <a:cubicBezTo>
                    <a:pt x="3393" y="54485"/>
                    <a:pt x="3557" y="54322"/>
                    <a:pt x="3393" y="54158"/>
                  </a:cubicBezTo>
                  <a:lnTo>
                    <a:pt x="3230" y="53627"/>
                  </a:lnTo>
                  <a:cubicBezTo>
                    <a:pt x="6786" y="35560"/>
                    <a:pt x="10546" y="654"/>
                    <a:pt x="10546" y="164"/>
                  </a:cubicBezTo>
                  <a:cubicBezTo>
                    <a:pt x="10546" y="164"/>
                    <a:pt x="10546" y="0"/>
                    <a:pt x="10383"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2" name="Google Shape;932;p50"/>
            <p:cNvSpPr/>
            <p:nvPr/>
          </p:nvSpPr>
          <p:spPr>
            <a:xfrm>
              <a:off x="9476919" y="1275805"/>
              <a:ext cx="179718" cy="225815"/>
            </a:xfrm>
            <a:custGeom>
              <a:rect b="b" l="l" r="r" t="t"/>
              <a:pathLst>
                <a:path extrusionOk="0" h="5805" w="4620">
                  <a:moveTo>
                    <a:pt x="4251" y="0"/>
                  </a:moveTo>
                  <a:cubicBezTo>
                    <a:pt x="4088" y="0"/>
                    <a:pt x="4088" y="0"/>
                    <a:pt x="4088" y="164"/>
                  </a:cubicBezTo>
                  <a:lnTo>
                    <a:pt x="0" y="5477"/>
                  </a:lnTo>
                  <a:cubicBezTo>
                    <a:pt x="0" y="5477"/>
                    <a:pt x="0" y="5641"/>
                    <a:pt x="164" y="5804"/>
                  </a:cubicBezTo>
                  <a:lnTo>
                    <a:pt x="532" y="5804"/>
                  </a:lnTo>
                  <a:lnTo>
                    <a:pt x="4415" y="368"/>
                  </a:lnTo>
                  <a:cubicBezTo>
                    <a:pt x="4619" y="368"/>
                    <a:pt x="4415" y="164"/>
                    <a:pt x="4415"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3" name="Google Shape;933;p50"/>
            <p:cNvSpPr/>
            <p:nvPr/>
          </p:nvSpPr>
          <p:spPr>
            <a:xfrm>
              <a:off x="8106294" y="2865830"/>
              <a:ext cx="1510565" cy="1636134"/>
            </a:xfrm>
            <a:custGeom>
              <a:rect b="b" l="l" r="r" t="t"/>
              <a:pathLst>
                <a:path extrusionOk="0" h="42060" w="38832">
                  <a:moveTo>
                    <a:pt x="1" y="0"/>
                  </a:moveTo>
                  <a:lnTo>
                    <a:pt x="5437" y="42059"/>
                  </a:lnTo>
                  <a:lnTo>
                    <a:pt x="34744" y="42059"/>
                  </a:lnTo>
                  <a:lnTo>
                    <a:pt x="38831" y="0"/>
                  </a:lnTo>
                  <a:close/>
                </a:path>
              </a:pathLst>
            </a:custGeom>
            <a:solidFill>
              <a:schemeClr val="accent1"/>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4" name="Google Shape;934;p50"/>
            <p:cNvSpPr/>
            <p:nvPr/>
          </p:nvSpPr>
          <p:spPr>
            <a:xfrm>
              <a:off x="8522881" y="3144086"/>
              <a:ext cx="39" cy="483371"/>
            </a:xfrm>
            <a:custGeom>
              <a:rect b="b" l="l" r="r" t="t"/>
              <a:pathLst>
                <a:path extrusionOk="0" h="12426" w="1">
                  <a:moveTo>
                    <a:pt x="1" y="0"/>
                  </a:moveTo>
                  <a:lnTo>
                    <a:pt x="1" y="12426"/>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5" name="Google Shape;935;p50"/>
            <p:cNvSpPr/>
            <p:nvPr/>
          </p:nvSpPr>
          <p:spPr>
            <a:xfrm>
              <a:off x="8483163" y="3104329"/>
              <a:ext cx="79512" cy="562883"/>
            </a:xfrm>
            <a:custGeom>
              <a:rect b="b" l="l" r="r" t="t"/>
              <a:pathLst>
                <a:path extrusionOk="0" h="14470" w="2044">
                  <a:moveTo>
                    <a:pt x="1022" y="0"/>
                  </a:moveTo>
                  <a:cubicBezTo>
                    <a:pt x="327" y="0"/>
                    <a:pt x="0" y="368"/>
                    <a:pt x="0" y="1022"/>
                  </a:cubicBezTo>
                  <a:lnTo>
                    <a:pt x="0" y="13448"/>
                  </a:lnTo>
                  <a:cubicBezTo>
                    <a:pt x="0" y="13979"/>
                    <a:pt x="327" y="14470"/>
                    <a:pt x="1022" y="14470"/>
                  </a:cubicBezTo>
                  <a:cubicBezTo>
                    <a:pt x="1553" y="14470"/>
                    <a:pt x="2044" y="13979"/>
                    <a:pt x="2044" y="13448"/>
                  </a:cubicBezTo>
                  <a:lnTo>
                    <a:pt x="2044" y="1022"/>
                  </a:lnTo>
                  <a:cubicBezTo>
                    <a:pt x="2044" y="368"/>
                    <a:pt x="1553" y="0"/>
                    <a:pt x="102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6" name="Google Shape;936;p50"/>
            <p:cNvSpPr/>
            <p:nvPr/>
          </p:nvSpPr>
          <p:spPr>
            <a:xfrm>
              <a:off x="9139845" y="3031196"/>
              <a:ext cx="79512" cy="564478"/>
            </a:xfrm>
            <a:custGeom>
              <a:rect b="b" l="l" r="r" t="t"/>
              <a:pathLst>
                <a:path extrusionOk="0" h="14511" w="2044">
                  <a:moveTo>
                    <a:pt x="1022" y="0"/>
                  </a:moveTo>
                  <a:cubicBezTo>
                    <a:pt x="491" y="0"/>
                    <a:pt x="0" y="368"/>
                    <a:pt x="0" y="1022"/>
                  </a:cubicBezTo>
                  <a:lnTo>
                    <a:pt x="0" y="13488"/>
                  </a:lnTo>
                  <a:cubicBezTo>
                    <a:pt x="0" y="13979"/>
                    <a:pt x="491" y="14510"/>
                    <a:pt x="1022" y="14510"/>
                  </a:cubicBezTo>
                  <a:cubicBezTo>
                    <a:pt x="1512" y="14510"/>
                    <a:pt x="2044" y="13979"/>
                    <a:pt x="2044" y="13488"/>
                  </a:cubicBezTo>
                  <a:lnTo>
                    <a:pt x="2044" y="1022"/>
                  </a:lnTo>
                  <a:cubicBezTo>
                    <a:pt x="2044" y="368"/>
                    <a:pt x="1512" y="0"/>
                    <a:pt x="102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7" name="Google Shape;937;p50"/>
            <p:cNvSpPr/>
            <p:nvPr/>
          </p:nvSpPr>
          <p:spPr>
            <a:xfrm>
              <a:off x="8993540" y="3323729"/>
              <a:ext cx="79551" cy="562922"/>
            </a:xfrm>
            <a:custGeom>
              <a:rect b="b" l="l" r="r" t="t"/>
              <a:pathLst>
                <a:path extrusionOk="0" h="14471" w="2045">
                  <a:moveTo>
                    <a:pt x="1022" y="1"/>
                  </a:moveTo>
                  <a:cubicBezTo>
                    <a:pt x="491" y="1"/>
                    <a:pt x="1" y="328"/>
                    <a:pt x="1" y="1023"/>
                  </a:cubicBezTo>
                  <a:lnTo>
                    <a:pt x="1" y="13448"/>
                  </a:lnTo>
                  <a:cubicBezTo>
                    <a:pt x="1" y="14143"/>
                    <a:pt x="491" y="14470"/>
                    <a:pt x="1022" y="14470"/>
                  </a:cubicBezTo>
                  <a:cubicBezTo>
                    <a:pt x="1513" y="14470"/>
                    <a:pt x="2044" y="14143"/>
                    <a:pt x="2044" y="13448"/>
                  </a:cubicBezTo>
                  <a:lnTo>
                    <a:pt x="2044" y="1023"/>
                  </a:lnTo>
                  <a:cubicBezTo>
                    <a:pt x="2044" y="328"/>
                    <a:pt x="1513" y="1"/>
                    <a:pt x="102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8" name="Google Shape;938;p50"/>
            <p:cNvSpPr/>
            <p:nvPr/>
          </p:nvSpPr>
          <p:spPr>
            <a:xfrm>
              <a:off x="9165286" y="3733975"/>
              <a:ext cx="79512" cy="569263"/>
            </a:xfrm>
            <a:custGeom>
              <a:rect b="b" l="l" r="r" t="t"/>
              <a:pathLst>
                <a:path extrusionOk="0" h="14634" w="2044">
                  <a:moveTo>
                    <a:pt x="1022" y="0"/>
                  </a:moveTo>
                  <a:cubicBezTo>
                    <a:pt x="368" y="0"/>
                    <a:pt x="0" y="532"/>
                    <a:pt x="0" y="1022"/>
                  </a:cubicBezTo>
                  <a:lnTo>
                    <a:pt x="0" y="13611"/>
                  </a:lnTo>
                  <a:cubicBezTo>
                    <a:pt x="0" y="14143"/>
                    <a:pt x="368" y="14633"/>
                    <a:pt x="1022" y="14633"/>
                  </a:cubicBezTo>
                  <a:cubicBezTo>
                    <a:pt x="1553" y="14633"/>
                    <a:pt x="2044" y="14143"/>
                    <a:pt x="2044" y="13611"/>
                  </a:cubicBezTo>
                  <a:lnTo>
                    <a:pt x="2044" y="1022"/>
                  </a:lnTo>
                  <a:cubicBezTo>
                    <a:pt x="2044" y="532"/>
                    <a:pt x="1553" y="0"/>
                    <a:pt x="102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39" name="Google Shape;939;p50"/>
          <p:cNvSpPr/>
          <p:nvPr/>
        </p:nvSpPr>
        <p:spPr>
          <a:xfrm flipH="1">
            <a:off x="6758010" y="4675051"/>
            <a:ext cx="1832405" cy="244805"/>
          </a:xfrm>
          <a:custGeom>
            <a:rect b="b" l="l" r="r" t="t"/>
            <a:pathLst>
              <a:path extrusionOk="0" h="7463" w="55866">
                <a:moveTo>
                  <a:pt x="16082" y="0"/>
                </a:moveTo>
                <a:cubicBezTo>
                  <a:pt x="15991" y="0"/>
                  <a:pt x="15916" y="25"/>
                  <a:pt x="15866" y="75"/>
                </a:cubicBezTo>
                <a:lnTo>
                  <a:pt x="8247" y="6542"/>
                </a:lnTo>
                <a:lnTo>
                  <a:pt x="728" y="75"/>
                </a:lnTo>
                <a:cubicBezTo>
                  <a:pt x="634" y="34"/>
                  <a:pt x="528" y="10"/>
                  <a:pt x="428" y="10"/>
                </a:cubicBezTo>
                <a:cubicBezTo>
                  <a:pt x="287" y="10"/>
                  <a:pt x="160" y="58"/>
                  <a:pt x="101" y="176"/>
                </a:cubicBezTo>
                <a:cubicBezTo>
                  <a:pt x="1" y="276"/>
                  <a:pt x="1" y="602"/>
                  <a:pt x="101" y="702"/>
                </a:cubicBezTo>
                <a:lnTo>
                  <a:pt x="8021" y="7369"/>
                </a:lnTo>
                <a:cubicBezTo>
                  <a:pt x="8084" y="7431"/>
                  <a:pt x="8165" y="7463"/>
                  <a:pt x="8256" y="7463"/>
                </a:cubicBezTo>
                <a:cubicBezTo>
                  <a:pt x="8347" y="7463"/>
                  <a:pt x="8447" y="7431"/>
                  <a:pt x="8547" y="7369"/>
                </a:cubicBezTo>
                <a:lnTo>
                  <a:pt x="16066" y="1003"/>
                </a:lnTo>
                <a:lnTo>
                  <a:pt x="23685" y="7369"/>
                </a:lnTo>
                <a:cubicBezTo>
                  <a:pt x="23748" y="7431"/>
                  <a:pt x="23854" y="7463"/>
                  <a:pt x="23958" y="7463"/>
                </a:cubicBezTo>
                <a:cubicBezTo>
                  <a:pt x="24061" y="7463"/>
                  <a:pt x="24161" y="7431"/>
                  <a:pt x="24212" y="7369"/>
                </a:cubicBezTo>
                <a:lnTo>
                  <a:pt x="31831" y="1003"/>
                </a:lnTo>
                <a:lnTo>
                  <a:pt x="39349" y="7369"/>
                </a:lnTo>
                <a:cubicBezTo>
                  <a:pt x="39462" y="7431"/>
                  <a:pt x="39569" y="7463"/>
                  <a:pt x="39672" y="7463"/>
                </a:cubicBezTo>
                <a:cubicBezTo>
                  <a:pt x="39776" y="7463"/>
                  <a:pt x="39876" y="7431"/>
                  <a:pt x="39976" y="7369"/>
                </a:cubicBezTo>
                <a:lnTo>
                  <a:pt x="47495" y="1003"/>
                </a:lnTo>
                <a:lnTo>
                  <a:pt x="55139" y="7369"/>
                </a:lnTo>
                <a:cubicBezTo>
                  <a:pt x="55225" y="7422"/>
                  <a:pt x="55310" y="7453"/>
                  <a:pt x="55388" y="7453"/>
                </a:cubicBezTo>
                <a:cubicBezTo>
                  <a:pt x="55493" y="7453"/>
                  <a:pt x="55583" y="7398"/>
                  <a:pt x="55640" y="7268"/>
                </a:cubicBezTo>
                <a:cubicBezTo>
                  <a:pt x="55866" y="7168"/>
                  <a:pt x="55866" y="6867"/>
                  <a:pt x="55640" y="6742"/>
                </a:cubicBezTo>
                <a:lnTo>
                  <a:pt x="47821" y="75"/>
                </a:lnTo>
                <a:cubicBezTo>
                  <a:pt x="47720" y="25"/>
                  <a:pt x="47614" y="0"/>
                  <a:pt x="47520" y="0"/>
                </a:cubicBezTo>
                <a:cubicBezTo>
                  <a:pt x="47426" y="0"/>
                  <a:pt x="47345" y="25"/>
                  <a:pt x="47294" y="75"/>
                </a:cubicBezTo>
                <a:lnTo>
                  <a:pt x="39675" y="6542"/>
                </a:lnTo>
                <a:lnTo>
                  <a:pt x="32056" y="75"/>
                </a:lnTo>
                <a:cubicBezTo>
                  <a:pt x="32006" y="25"/>
                  <a:pt x="31925" y="0"/>
                  <a:pt x="31831" y="0"/>
                </a:cubicBezTo>
                <a:cubicBezTo>
                  <a:pt x="31737" y="0"/>
                  <a:pt x="31630" y="25"/>
                  <a:pt x="31530" y="75"/>
                </a:cubicBezTo>
                <a:lnTo>
                  <a:pt x="24011" y="6542"/>
                </a:lnTo>
                <a:lnTo>
                  <a:pt x="16392" y="75"/>
                </a:lnTo>
                <a:cubicBezTo>
                  <a:pt x="16279" y="25"/>
                  <a:pt x="16173" y="0"/>
                  <a:pt x="16082"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40" name="Google Shape;940;p50"/>
          <p:cNvGrpSpPr/>
          <p:nvPr/>
        </p:nvGrpSpPr>
        <p:grpSpPr>
          <a:xfrm flipH="1">
            <a:off x="8058686" y="457200"/>
            <a:ext cx="1385931" cy="2705253"/>
            <a:chOff x="409722" y="228600"/>
            <a:chExt cx="1385931" cy="2705253"/>
          </a:xfrm>
        </p:grpSpPr>
        <p:grpSp>
          <p:nvGrpSpPr>
            <p:cNvPr id="941" name="Google Shape;941;p50"/>
            <p:cNvGrpSpPr/>
            <p:nvPr/>
          </p:nvGrpSpPr>
          <p:grpSpPr>
            <a:xfrm flipH="1" rot="-617154">
              <a:off x="575967" y="402323"/>
              <a:ext cx="1053440" cy="2450002"/>
              <a:chOff x="3817855" y="1437512"/>
              <a:chExt cx="541146" cy="1128254"/>
            </a:xfrm>
          </p:grpSpPr>
          <p:sp>
            <p:nvSpPr>
              <p:cNvPr id="942" name="Google Shape;942;p50"/>
              <p:cNvSpPr/>
              <p:nvPr/>
            </p:nvSpPr>
            <p:spPr>
              <a:xfrm>
                <a:off x="3817855" y="1437512"/>
                <a:ext cx="541146" cy="1128254"/>
              </a:xfrm>
              <a:custGeom>
                <a:rect b="b" l="l" r="r" t="t"/>
                <a:pathLst>
                  <a:path extrusionOk="0" h="59625" w="28598">
                    <a:moveTo>
                      <a:pt x="101" y="0"/>
                    </a:moveTo>
                    <a:lnTo>
                      <a:pt x="1" y="426"/>
                    </a:lnTo>
                    <a:cubicBezTo>
                      <a:pt x="16066" y="3359"/>
                      <a:pt x="28197" y="17344"/>
                      <a:pt x="28197" y="34161"/>
                    </a:cubicBezTo>
                    <a:lnTo>
                      <a:pt x="28197" y="34462"/>
                    </a:lnTo>
                    <a:cubicBezTo>
                      <a:pt x="28096" y="44286"/>
                      <a:pt x="23911" y="53058"/>
                      <a:pt x="17219" y="59324"/>
                    </a:cubicBezTo>
                    <a:lnTo>
                      <a:pt x="17545" y="59625"/>
                    </a:lnTo>
                    <a:cubicBezTo>
                      <a:pt x="24212" y="53359"/>
                      <a:pt x="28497" y="44386"/>
                      <a:pt x="28598" y="34462"/>
                    </a:cubicBezTo>
                    <a:lnTo>
                      <a:pt x="28598" y="34161"/>
                    </a:lnTo>
                    <a:cubicBezTo>
                      <a:pt x="28598" y="17143"/>
                      <a:pt x="16292" y="2933"/>
                      <a:pt x="101"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3" name="Google Shape;943;p50"/>
              <p:cNvSpPr/>
              <p:nvPr/>
            </p:nvSpPr>
            <p:spPr>
              <a:xfrm>
                <a:off x="3985754" y="1615346"/>
                <a:ext cx="39378" cy="29898"/>
              </a:xfrm>
              <a:custGeom>
                <a:rect b="b" l="l" r="r" t="t"/>
                <a:pathLst>
                  <a:path extrusionOk="0" h="1580" w="2081">
                    <a:moveTo>
                      <a:pt x="1053" y="1"/>
                    </a:moveTo>
                    <a:cubicBezTo>
                      <a:pt x="0" y="1"/>
                      <a:pt x="0" y="1580"/>
                      <a:pt x="1053" y="1580"/>
                    </a:cubicBezTo>
                    <a:cubicBezTo>
                      <a:pt x="2080" y="1580"/>
                      <a:pt x="2080" y="1"/>
                      <a:pt x="1053" y="1"/>
                    </a:cubicBezTo>
                    <a:close/>
                  </a:path>
                </a:pathLst>
              </a:custGeom>
              <a:solidFill>
                <a:schemeClr val="accent3"/>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44" name="Google Shape;944;p50"/>
            <p:cNvSpPr/>
            <p:nvPr/>
          </p:nvSpPr>
          <p:spPr>
            <a:xfrm>
              <a:off x="1419225" y="228600"/>
              <a:ext cx="142800" cy="142800"/>
            </a:xfrm>
            <a:prstGeom prst="ellipse">
              <a:avLst/>
            </a:prstGeom>
            <a:solidFill>
              <a:schemeClr val="accent3"/>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1_1">
    <p:spTree>
      <p:nvGrpSpPr>
        <p:cNvPr id="945" name="Shape 945"/>
        <p:cNvGrpSpPr/>
        <p:nvPr/>
      </p:nvGrpSpPr>
      <p:grpSpPr>
        <a:xfrm>
          <a:off x="0" y="0"/>
          <a:ext cx="0" cy="0"/>
          <a:chOff x="0" y="0"/>
          <a:chExt cx="0" cy="0"/>
        </a:xfrm>
      </p:grpSpPr>
      <p:grpSp>
        <p:nvGrpSpPr>
          <p:cNvPr id="946" name="Google Shape;946;p51"/>
          <p:cNvGrpSpPr/>
          <p:nvPr/>
        </p:nvGrpSpPr>
        <p:grpSpPr>
          <a:xfrm flipH="1">
            <a:off x="-24431" y="-6"/>
            <a:ext cx="9169628" cy="5143518"/>
            <a:chOff x="-1204" y="-6"/>
            <a:chExt cx="9169628" cy="5143518"/>
          </a:xfrm>
        </p:grpSpPr>
        <p:sp>
          <p:nvSpPr>
            <p:cNvPr id="947" name="Google Shape;947;p51"/>
            <p:cNvSpPr/>
            <p:nvPr/>
          </p:nvSpPr>
          <p:spPr>
            <a:xfrm>
              <a:off x="319050" y="283350"/>
              <a:ext cx="8505900" cy="4576800"/>
            </a:xfrm>
            <a:prstGeom prst="roundRect">
              <a:avLst>
                <a:gd fmla="val 3396" name="adj"/>
              </a:avLst>
            </a:prstGeom>
            <a:solidFill>
              <a:schemeClr val="accent4"/>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8" name="Google Shape;948;p51"/>
            <p:cNvSpPr/>
            <p:nvPr/>
          </p:nvSpPr>
          <p:spPr>
            <a:xfrm>
              <a:off x="7144668" y="0"/>
              <a:ext cx="1600279" cy="1208486"/>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9" name="Google Shape;949;p51"/>
            <p:cNvSpPr/>
            <p:nvPr/>
          </p:nvSpPr>
          <p:spPr>
            <a:xfrm>
              <a:off x="6578703" y="-6"/>
              <a:ext cx="1250846" cy="937634"/>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0" name="Google Shape;950;p51"/>
            <p:cNvSpPr/>
            <p:nvPr/>
          </p:nvSpPr>
          <p:spPr>
            <a:xfrm>
              <a:off x="743289" y="3878776"/>
              <a:ext cx="1664900" cy="1264737"/>
            </a:xfrm>
            <a:custGeom>
              <a:rect b="b" l="l" r="r" t="t"/>
              <a:pathLst>
                <a:path extrusionOk="0" h="19743" w="24157">
                  <a:moveTo>
                    <a:pt x="1676" y="0"/>
                  </a:moveTo>
                  <a:cubicBezTo>
                    <a:pt x="1185" y="0"/>
                    <a:pt x="818" y="164"/>
                    <a:pt x="491" y="532"/>
                  </a:cubicBezTo>
                  <a:cubicBezTo>
                    <a:pt x="0" y="1022"/>
                    <a:pt x="0" y="2044"/>
                    <a:pt x="654" y="2575"/>
                  </a:cubicBezTo>
                  <a:lnTo>
                    <a:pt x="19742" y="19743"/>
                  </a:lnTo>
                  <a:lnTo>
                    <a:pt x="24157" y="19743"/>
                  </a:lnTo>
                  <a:lnTo>
                    <a:pt x="2534" y="327"/>
                  </a:lnTo>
                  <a:cubicBezTo>
                    <a:pt x="2371" y="0"/>
                    <a:pt x="2044" y="0"/>
                    <a:pt x="1676"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1" name="Google Shape;951;p51"/>
            <p:cNvSpPr/>
            <p:nvPr/>
          </p:nvSpPr>
          <p:spPr>
            <a:xfrm rot="10800000">
              <a:off x="-1204" y="3670093"/>
              <a:ext cx="1135497" cy="1067007"/>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2" name="Google Shape;952;p51"/>
            <p:cNvSpPr/>
            <p:nvPr/>
          </p:nvSpPr>
          <p:spPr>
            <a:xfrm>
              <a:off x="7972342" y="1228724"/>
              <a:ext cx="1196082" cy="1134709"/>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2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53" name="Google Shape;953;p51"/>
          <p:cNvGrpSpPr/>
          <p:nvPr/>
        </p:nvGrpSpPr>
        <p:grpSpPr>
          <a:xfrm>
            <a:off x="4281415" y="75177"/>
            <a:ext cx="581170" cy="125403"/>
            <a:chOff x="4685288" y="186288"/>
            <a:chExt cx="419375" cy="90485"/>
          </a:xfrm>
        </p:grpSpPr>
        <p:sp>
          <p:nvSpPr>
            <p:cNvPr id="954" name="Google Shape;954;p51"/>
            <p:cNvSpPr/>
            <p:nvPr/>
          </p:nvSpPr>
          <p:spPr>
            <a:xfrm>
              <a:off x="4687513" y="186288"/>
              <a:ext cx="414900" cy="822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55" name="Google Shape;955;p51"/>
            <p:cNvGrpSpPr/>
            <p:nvPr/>
          </p:nvGrpSpPr>
          <p:grpSpPr>
            <a:xfrm>
              <a:off x="4685288" y="186300"/>
              <a:ext cx="419375" cy="90473"/>
              <a:chOff x="4390000" y="182175"/>
              <a:chExt cx="419375" cy="90473"/>
            </a:xfrm>
          </p:grpSpPr>
          <p:sp>
            <p:nvSpPr>
              <p:cNvPr id="956" name="Google Shape;956;p51"/>
              <p:cNvSpPr/>
              <p:nvPr/>
            </p:nvSpPr>
            <p:spPr>
              <a:xfrm>
                <a:off x="4390000" y="182175"/>
                <a:ext cx="419375" cy="90473"/>
              </a:xfrm>
              <a:custGeom>
                <a:rect b="b" l="l" r="r" t="t"/>
                <a:pathLst>
                  <a:path extrusionOk="0" h="1906" w="8835">
                    <a:moveTo>
                      <a:pt x="7882" y="155"/>
                    </a:moveTo>
                    <a:cubicBezTo>
                      <a:pt x="8323" y="155"/>
                      <a:pt x="8680" y="512"/>
                      <a:pt x="8680" y="953"/>
                    </a:cubicBezTo>
                    <a:cubicBezTo>
                      <a:pt x="8680" y="1393"/>
                      <a:pt x="8323" y="1750"/>
                      <a:pt x="7882" y="1750"/>
                    </a:cubicBezTo>
                    <a:lnTo>
                      <a:pt x="953" y="1750"/>
                    </a:lnTo>
                    <a:cubicBezTo>
                      <a:pt x="512" y="1750"/>
                      <a:pt x="155" y="1393"/>
                      <a:pt x="155" y="953"/>
                    </a:cubicBezTo>
                    <a:cubicBezTo>
                      <a:pt x="155" y="512"/>
                      <a:pt x="512" y="155"/>
                      <a:pt x="953" y="155"/>
                    </a:cubicBezTo>
                    <a:close/>
                    <a:moveTo>
                      <a:pt x="953" y="0"/>
                    </a:moveTo>
                    <a:cubicBezTo>
                      <a:pt x="429" y="0"/>
                      <a:pt x="0" y="429"/>
                      <a:pt x="0" y="953"/>
                    </a:cubicBezTo>
                    <a:cubicBezTo>
                      <a:pt x="0" y="1476"/>
                      <a:pt x="429" y="1905"/>
                      <a:pt x="953" y="1905"/>
                    </a:cubicBezTo>
                    <a:lnTo>
                      <a:pt x="7882" y="1905"/>
                    </a:lnTo>
                    <a:cubicBezTo>
                      <a:pt x="8406" y="1905"/>
                      <a:pt x="8835" y="1476"/>
                      <a:pt x="8835" y="953"/>
                    </a:cubicBezTo>
                    <a:cubicBezTo>
                      <a:pt x="8835" y="429"/>
                      <a:pt x="8406" y="0"/>
                      <a:pt x="7882"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7" name="Google Shape;957;p51"/>
              <p:cNvSpPr/>
              <p:nvPr/>
            </p:nvSpPr>
            <p:spPr>
              <a:xfrm>
                <a:off x="4464048" y="201352"/>
                <a:ext cx="52024" cy="52072"/>
              </a:xfrm>
              <a:custGeom>
                <a:rect b="b" l="l" r="r" t="t"/>
                <a:pathLst>
                  <a:path extrusionOk="0" h="1097" w="1096">
                    <a:moveTo>
                      <a:pt x="548" y="144"/>
                    </a:moveTo>
                    <a:cubicBezTo>
                      <a:pt x="774" y="144"/>
                      <a:pt x="953" y="322"/>
                      <a:pt x="953" y="549"/>
                    </a:cubicBezTo>
                    <a:cubicBezTo>
                      <a:pt x="953" y="763"/>
                      <a:pt x="774" y="941"/>
                      <a:pt x="548" y="941"/>
                    </a:cubicBezTo>
                    <a:cubicBezTo>
                      <a:pt x="333" y="941"/>
                      <a:pt x="155" y="763"/>
                      <a:pt x="155" y="549"/>
                    </a:cubicBezTo>
                    <a:cubicBezTo>
                      <a:pt x="155" y="322"/>
                      <a:pt x="333" y="144"/>
                      <a:pt x="548" y="144"/>
                    </a:cubicBezTo>
                    <a:close/>
                    <a:moveTo>
                      <a:pt x="548" y="1"/>
                    </a:moveTo>
                    <a:cubicBezTo>
                      <a:pt x="250" y="1"/>
                      <a:pt x="0" y="251"/>
                      <a:pt x="0" y="549"/>
                    </a:cubicBezTo>
                    <a:cubicBezTo>
                      <a:pt x="0" y="846"/>
                      <a:pt x="250" y="1096"/>
                      <a:pt x="548" y="1096"/>
                    </a:cubicBezTo>
                    <a:cubicBezTo>
                      <a:pt x="845" y="1096"/>
                      <a:pt x="1095" y="846"/>
                      <a:pt x="1095" y="549"/>
                    </a:cubicBezTo>
                    <a:cubicBezTo>
                      <a:pt x="1095" y="251"/>
                      <a:pt x="845" y="1"/>
                      <a:pt x="54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958" name="Google Shape;958;p51"/>
          <p:cNvGrpSpPr/>
          <p:nvPr/>
        </p:nvGrpSpPr>
        <p:grpSpPr>
          <a:xfrm rot="-1102275">
            <a:off x="239301" y="2899434"/>
            <a:ext cx="541146" cy="2225370"/>
            <a:chOff x="871338" y="1945155"/>
            <a:chExt cx="247109" cy="1016148"/>
          </a:xfrm>
        </p:grpSpPr>
        <p:sp>
          <p:nvSpPr>
            <p:cNvPr id="959" name="Google Shape;959;p51"/>
            <p:cNvSpPr/>
            <p:nvPr/>
          </p:nvSpPr>
          <p:spPr>
            <a:xfrm>
              <a:off x="1017893" y="2858365"/>
              <a:ext cx="100554" cy="102938"/>
            </a:xfrm>
            <a:custGeom>
              <a:rect b="b" l="l" r="r" t="t"/>
              <a:pathLst>
                <a:path extrusionOk="0" h="5440" w="5314">
                  <a:moveTo>
                    <a:pt x="2707" y="0"/>
                  </a:moveTo>
                  <a:cubicBezTo>
                    <a:pt x="1253" y="0"/>
                    <a:pt x="0" y="1254"/>
                    <a:pt x="0" y="2707"/>
                  </a:cubicBezTo>
                  <a:cubicBezTo>
                    <a:pt x="0" y="4186"/>
                    <a:pt x="1253" y="5439"/>
                    <a:pt x="2707" y="5439"/>
                  </a:cubicBezTo>
                  <a:cubicBezTo>
                    <a:pt x="4161" y="5439"/>
                    <a:pt x="5314" y="4186"/>
                    <a:pt x="5314" y="2707"/>
                  </a:cubicBezTo>
                  <a:cubicBezTo>
                    <a:pt x="5314" y="1254"/>
                    <a:pt x="4161" y="0"/>
                    <a:pt x="270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0" name="Google Shape;960;p51"/>
            <p:cNvSpPr/>
            <p:nvPr/>
          </p:nvSpPr>
          <p:spPr>
            <a:xfrm>
              <a:off x="871338" y="2075844"/>
              <a:ext cx="215338" cy="853670"/>
            </a:xfrm>
            <a:custGeom>
              <a:rect b="b" l="l" r="r" t="t"/>
              <a:pathLst>
                <a:path extrusionOk="0" h="45114" w="11380">
                  <a:moveTo>
                    <a:pt x="6066" y="1"/>
                  </a:moveTo>
                  <a:cubicBezTo>
                    <a:pt x="2206" y="5640"/>
                    <a:pt x="1" y="12332"/>
                    <a:pt x="1" y="19625"/>
                  </a:cubicBezTo>
                  <a:cubicBezTo>
                    <a:pt x="1" y="29650"/>
                    <a:pt x="4287" y="38748"/>
                    <a:pt x="11079" y="45114"/>
                  </a:cubicBezTo>
                  <a:lnTo>
                    <a:pt x="11379" y="44813"/>
                  </a:lnTo>
                  <a:cubicBezTo>
                    <a:pt x="4612" y="38547"/>
                    <a:pt x="427" y="29550"/>
                    <a:pt x="427" y="19625"/>
                  </a:cubicBezTo>
                  <a:cubicBezTo>
                    <a:pt x="427" y="12432"/>
                    <a:pt x="2607" y="5740"/>
                    <a:pt x="6367" y="201"/>
                  </a:cubicBezTo>
                  <a:lnTo>
                    <a:pt x="6066"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1" name="Google Shape;961;p51"/>
            <p:cNvSpPr/>
            <p:nvPr/>
          </p:nvSpPr>
          <p:spPr>
            <a:xfrm>
              <a:off x="1051083" y="1945155"/>
              <a:ext cx="67364" cy="51242"/>
            </a:xfrm>
            <a:custGeom>
              <a:rect b="b" l="l" r="r" t="t"/>
              <a:pathLst>
                <a:path extrusionOk="0" h="2708" w="3560">
                  <a:moveTo>
                    <a:pt x="1780" y="1"/>
                  </a:moveTo>
                  <a:cubicBezTo>
                    <a:pt x="1" y="1"/>
                    <a:pt x="1" y="2708"/>
                    <a:pt x="1780" y="2708"/>
                  </a:cubicBezTo>
                  <a:cubicBezTo>
                    <a:pt x="3459" y="2708"/>
                    <a:pt x="3560" y="1"/>
                    <a:pt x="178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62" name="Google Shape;962;p51"/>
          <p:cNvSpPr/>
          <p:nvPr/>
        </p:nvSpPr>
        <p:spPr>
          <a:xfrm>
            <a:off x="7683774" y="926546"/>
            <a:ext cx="1629891" cy="217696"/>
          </a:xfrm>
          <a:custGeom>
            <a:rect b="b" l="l" r="r" t="t"/>
            <a:pathLst>
              <a:path extrusionOk="0" h="7463" w="55866">
                <a:moveTo>
                  <a:pt x="16082" y="0"/>
                </a:moveTo>
                <a:cubicBezTo>
                  <a:pt x="15991" y="0"/>
                  <a:pt x="15916" y="25"/>
                  <a:pt x="15866" y="75"/>
                </a:cubicBezTo>
                <a:lnTo>
                  <a:pt x="8247" y="6542"/>
                </a:lnTo>
                <a:lnTo>
                  <a:pt x="728" y="75"/>
                </a:lnTo>
                <a:cubicBezTo>
                  <a:pt x="634" y="34"/>
                  <a:pt x="528" y="10"/>
                  <a:pt x="428" y="10"/>
                </a:cubicBezTo>
                <a:cubicBezTo>
                  <a:pt x="287" y="10"/>
                  <a:pt x="160" y="58"/>
                  <a:pt x="101" y="176"/>
                </a:cubicBezTo>
                <a:cubicBezTo>
                  <a:pt x="1" y="276"/>
                  <a:pt x="1" y="602"/>
                  <a:pt x="101" y="702"/>
                </a:cubicBezTo>
                <a:lnTo>
                  <a:pt x="8021" y="7369"/>
                </a:lnTo>
                <a:cubicBezTo>
                  <a:pt x="8084" y="7431"/>
                  <a:pt x="8165" y="7463"/>
                  <a:pt x="8256" y="7463"/>
                </a:cubicBezTo>
                <a:cubicBezTo>
                  <a:pt x="8347" y="7463"/>
                  <a:pt x="8447" y="7431"/>
                  <a:pt x="8547" y="7369"/>
                </a:cubicBezTo>
                <a:lnTo>
                  <a:pt x="16066" y="1003"/>
                </a:lnTo>
                <a:lnTo>
                  <a:pt x="23685" y="7369"/>
                </a:lnTo>
                <a:cubicBezTo>
                  <a:pt x="23748" y="7431"/>
                  <a:pt x="23854" y="7463"/>
                  <a:pt x="23958" y="7463"/>
                </a:cubicBezTo>
                <a:cubicBezTo>
                  <a:pt x="24061" y="7463"/>
                  <a:pt x="24161" y="7431"/>
                  <a:pt x="24212" y="7369"/>
                </a:cubicBezTo>
                <a:lnTo>
                  <a:pt x="31831" y="1003"/>
                </a:lnTo>
                <a:lnTo>
                  <a:pt x="39349" y="7369"/>
                </a:lnTo>
                <a:cubicBezTo>
                  <a:pt x="39462" y="7431"/>
                  <a:pt x="39569" y="7463"/>
                  <a:pt x="39672" y="7463"/>
                </a:cubicBezTo>
                <a:cubicBezTo>
                  <a:pt x="39776" y="7463"/>
                  <a:pt x="39876" y="7431"/>
                  <a:pt x="39976" y="7369"/>
                </a:cubicBezTo>
                <a:lnTo>
                  <a:pt x="47495" y="1003"/>
                </a:lnTo>
                <a:lnTo>
                  <a:pt x="55139" y="7369"/>
                </a:lnTo>
                <a:cubicBezTo>
                  <a:pt x="55225" y="7422"/>
                  <a:pt x="55310" y="7453"/>
                  <a:pt x="55388" y="7453"/>
                </a:cubicBezTo>
                <a:cubicBezTo>
                  <a:pt x="55493" y="7453"/>
                  <a:pt x="55583" y="7398"/>
                  <a:pt x="55640" y="7268"/>
                </a:cubicBezTo>
                <a:cubicBezTo>
                  <a:pt x="55866" y="7168"/>
                  <a:pt x="55866" y="6867"/>
                  <a:pt x="55640" y="6742"/>
                </a:cubicBezTo>
                <a:lnTo>
                  <a:pt x="47821" y="75"/>
                </a:lnTo>
                <a:cubicBezTo>
                  <a:pt x="47720" y="25"/>
                  <a:pt x="47614" y="0"/>
                  <a:pt x="47520" y="0"/>
                </a:cubicBezTo>
                <a:cubicBezTo>
                  <a:pt x="47426" y="0"/>
                  <a:pt x="47345" y="25"/>
                  <a:pt x="47294" y="75"/>
                </a:cubicBezTo>
                <a:lnTo>
                  <a:pt x="39675" y="6542"/>
                </a:lnTo>
                <a:lnTo>
                  <a:pt x="32056" y="75"/>
                </a:lnTo>
                <a:cubicBezTo>
                  <a:pt x="32006" y="25"/>
                  <a:pt x="31925" y="0"/>
                  <a:pt x="31831" y="0"/>
                </a:cubicBezTo>
                <a:cubicBezTo>
                  <a:pt x="31737" y="0"/>
                  <a:pt x="31630" y="25"/>
                  <a:pt x="31530" y="75"/>
                </a:cubicBezTo>
                <a:lnTo>
                  <a:pt x="24011" y="6542"/>
                </a:lnTo>
                <a:lnTo>
                  <a:pt x="16392" y="75"/>
                </a:lnTo>
                <a:cubicBezTo>
                  <a:pt x="16279" y="25"/>
                  <a:pt x="16173" y="0"/>
                  <a:pt x="1608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2">
  <p:cSld name="MAIN_POINT_1">
    <p:bg>
      <p:bgPr>
        <a:solidFill>
          <a:schemeClr val="accent2"/>
        </a:solidFill>
      </p:bgPr>
    </p:bg>
    <p:spTree>
      <p:nvGrpSpPr>
        <p:cNvPr id="963" name="Shape 963"/>
        <p:cNvGrpSpPr/>
        <p:nvPr/>
      </p:nvGrpSpPr>
      <p:grpSpPr>
        <a:xfrm>
          <a:off x="0" y="0"/>
          <a:ext cx="0" cy="0"/>
          <a:chOff x="0" y="0"/>
          <a:chExt cx="0" cy="0"/>
        </a:xfrm>
      </p:grpSpPr>
      <p:grpSp>
        <p:nvGrpSpPr>
          <p:cNvPr id="964" name="Google Shape;964;p52"/>
          <p:cNvGrpSpPr/>
          <p:nvPr/>
        </p:nvGrpSpPr>
        <p:grpSpPr>
          <a:xfrm>
            <a:off x="319043" y="283350"/>
            <a:ext cx="8505900" cy="4576800"/>
            <a:chOff x="319043" y="283350"/>
            <a:chExt cx="8505900" cy="4576800"/>
          </a:xfrm>
        </p:grpSpPr>
        <p:sp>
          <p:nvSpPr>
            <p:cNvPr id="965" name="Google Shape;965;p52"/>
            <p:cNvSpPr/>
            <p:nvPr/>
          </p:nvSpPr>
          <p:spPr>
            <a:xfrm flipH="1">
              <a:off x="319043" y="283350"/>
              <a:ext cx="8505900" cy="4576800"/>
            </a:xfrm>
            <a:prstGeom prst="roundRect">
              <a:avLst>
                <a:gd fmla="val 3396" name="adj"/>
              </a:avLst>
            </a:prstGeom>
            <a:solidFill>
              <a:schemeClr val="accent1"/>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6" name="Google Shape;966;p52"/>
            <p:cNvSpPr/>
            <p:nvPr/>
          </p:nvSpPr>
          <p:spPr>
            <a:xfrm flipH="1" rot="10800000">
              <a:off x="694692" y="580875"/>
              <a:ext cx="7754700" cy="3981600"/>
            </a:xfrm>
            <a:prstGeom prst="roundRect">
              <a:avLst>
                <a:gd fmla="val 3396" name="adj"/>
              </a:avLst>
            </a:prstGeom>
            <a:solidFill>
              <a:schemeClr val="accent4"/>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7" name="Google Shape;967;p52"/>
            <p:cNvSpPr/>
            <p:nvPr/>
          </p:nvSpPr>
          <p:spPr>
            <a:xfrm flipH="1">
              <a:off x="1289186" y="298550"/>
              <a:ext cx="1611114" cy="1202094"/>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rgbClr val="FFFFFF">
                <a:alpha val="200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8" name="Google Shape;968;p52"/>
            <p:cNvSpPr/>
            <p:nvPr/>
          </p:nvSpPr>
          <p:spPr>
            <a:xfrm flipH="1">
              <a:off x="2162181" y="298550"/>
              <a:ext cx="1348069" cy="995345"/>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rgbClr val="FFFFFF">
                <a:alpha val="200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9" name="Google Shape;969;p52"/>
            <p:cNvSpPr/>
            <p:nvPr/>
          </p:nvSpPr>
          <p:spPr>
            <a:xfrm rot="10800000">
              <a:off x="5767286" y="3636168"/>
              <a:ext cx="1611114" cy="1209957"/>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rgbClr val="FFFFFF">
                <a:alpha val="200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0" name="Google Shape;970;p52"/>
            <p:cNvSpPr/>
            <p:nvPr/>
          </p:nvSpPr>
          <p:spPr>
            <a:xfrm rot="10800000">
              <a:off x="6640281" y="3842942"/>
              <a:ext cx="1348069" cy="1004358"/>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rgbClr val="FFFFFF">
                <a:alpha val="200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71" name="Google Shape;971;p52"/>
          <p:cNvGrpSpPr/>
          <p:nvPr/>
        </p:nvGrpSpPr>
        <p:grpSpPr>
          <a:xfrm>
            <a:off x="4281415" y="375214"/>
            <a:ext cx="581170" cy="125403"/>
            <a:chOff x="4685288" y="186288"/>
            <a:chExt cx="419375" cy="90485"/>
          </a:xfrm>
        </p:grpSpPr>
        <p:sp>
          <p:nvSpPr>
            <p:cNvPr id="972" name="Google Shape;972;p52"/>
            <p:cNvSpPr/>
            <p:nvPr/>
          </p:nvSpPr>
          <p:spPr>
            <a:xfrm>
              <a:off x="4687513" y="186288"/>
              <a:ext cx="414900" cy="822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73" name="Google Shape;973;p52"/>
            <p:cNvGrpSpPr/>
            <p:nvPr/>
          </p:nvGrpSpPr>
          <p:grpSpPr>
            <a:xfrm>
              <a:off x="4685288" y="186300"/>
              <a:ext cx="419375" cy="90473"/>
              <a:chOff x="4390000" y="182175"/>
              <a:chExt cx="419375" cy="90473"/>
            </a:xfrm>
          </p:grpSpPr>
          <p:sp>
            <p:nvSpPr>
              <p:cNvPr id="974" name="Google Shape;974;p52"/>
              <p:cNvSpPr/>
              <p:nvPr/>
            </p:nvSpPr>
            <p:spPr>
              <a:xfrm>
                <a:off x="4390000" y="182175"/>
                <a:ext cx="419375" cy="90473"/>
              </a:xfrm>
              <a:custGeom>
                <a:rect b="b" l="l" r="r" t="t"/>
                <a:pathLst>
                  <a:path extrusionOk="0" h="1906" w="8835">
                    <a:moveTo>
                      <a:pt x="7882" y="155"/>
                    </a:moveTo>
                    <a:cubicBezTo>
                      <a:pt x="8323" y="155"/>
                      <a:pt x="8680" y="512"/>
                      <a:pt x="8680" y="953"/>
                    </a:cubicBezTo>
                    <a:cubicBezTo>
                      <a:pt x="8680" y="1393"/>
                      <a:pt x="8323" y="1750"/>
                      <a:pt x="7882" y="1750"/>
                    </a:cubicBezTo>
                    <a:lnTo>
                      <a:pt x="953" y="1750"/>
                    </a:lnTo>
                    <a:cubicBezTo>
                      <a:pt x="512" y="1750"/>
                      <a:pt x="155" y="1393"/>
                      <a:pt x="155" y="953"/>
                    </a:cubicBezTo>
                    <a:cubicBezTo>
                      <a:pt x="155" y="512"/>
                      <a:pt x="512" y="155"/>
                      <a:pt x="953" y="155"/>
                    </a:cubicBezTo>
                    <a:close/>
                    <a:moveTo>
                      <a:pt x="953" y="0"/>
                    </a:moveTo>
                    <a:cubicBezTo>
                      <a:pt x="429" y="0"/>
                      <a:pt x="0" y="429"/>
                      <a:pt x="0" y="953"/>
                    </a:cubicBezTo>
                    <a:cubicBezTo>
                      <a:pt x="0" y="1476"/>
                      <a:pt x="429" y="1905"/>
                      <a:pt x="953" y="1905"/>
                    </a:cubicBezTo>
                    <a:lnTo>
                      <a:pt x="7882" y="1905"/>
                    </a:lnTo>
                    <a:cubicBezTo>
                      <a:pt x="8406" y="1905"/>
                      <a:pt x="8835" y="1476"/>
                      <a:pt x="8835" y="953"/>
                    </a:cubicBezTo>
                    <a:cubicBezTo>
                      <a:pt x="8835" y="429"/>
                      <a:pt x="8406" y="0"/>
                      <a:pt x="7882"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5" name="Google Shape;975;p52"/>
              <p:cNvSpPr/>
              <p:nvPr/>
            </p:nvSpPr>
            <p:spPr>
              <a:xfrm>
                <a:off x="4464048" y="201352"/>
                <a:ext cx="52024" cy="52072"/>
              </a:xfrm>
              <a:custGeom>
                <a:rect b="b" l="l" r="r" t="t"/>
                <a:pathLst>
                  <a:path extrusionOk="0" h="1097" w="1096">
                    <a:moveTo>
                      <a:pt x="548" y="144"/>
                    </a:moveTo>
                    <a:cubicBezTo>
                      <a:pt x="774" y="144"/>
                      <a:pt x="953" y="322"/>
                      <a:pt x="953" y="549"/>
                    </a:cubicBezTo>
                    <a:cubicBezTo>
                      <a:pt x="953" y="763"/>
                      <a:pt x="774" y="941"/>
                      <a:pt x="548" y="941"/>
                    </a:cubicBezTo>
                    <a:cubicBezTo>
                      <a:pt x="333" y="941"/>
                      <a:pt x="155" y="763"/>
                      <a:pt x="155" y="549"/>
                    </a:cubicBezTo>
                    <a:cubicBezTo>
                      <a:pt x="155" y="322"/>
                      <a:pt x="333" y="144"/>
                      <a:pt x="548" y="144"/>
                    </a:cubicBezTo>
                    <a:close/>
                    <a:moveTo>
                      <a:pt x="548" y="1"/>
                    </a:moveTo>
                    <a:cubicBezTo>
                      <a:pt x="250" y="1"/>
                      <a:pt x="0" y="251"/>
                      <a:pt x="0" y="549"/>
                    </a:cubicBezTo>
                    <a:cubicBezTo>
                      <a:pt x="0" y="846"/>
                      <a:pt x="250" y="1096"/>
                      <a:pt x="548" y="1096"/>
                    </a:cubicBezTo>
                    <a:cubicBezTo>
                      <a:pt x="845" y="1096"/>
                      <a:pt x="1095" y="846"/>
                      <a:pt x="1095" y="549"/>
                    </a:cubicBezTo>
                    <a:cubicBezTo>
                      <a:pt x="1095" y="251"/>
                      <a:pt x="845" y="1"/>
                      <a:pt x="54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9" Type="http://schemas.openxmlformats.org/officeDocument/2006/relationships/slideLayout" Target="../slideLayouts/slideLayout4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9" Type="http://schemas.openxmlformats.org/officeDocument/2006/relationships/slideLayout" Target="../slideLayouts/slideLayout29.xml"/><Relationship Id="rId51" Type="http://schemas.openxmlformats.org/officeDocument/2006/relationships/slideLayout" Target="../slideLayouts/slideLayout51.xml"/><Relationship Id="rId50" Type="http://schemas.openxmlformats.org/officeDocument/2006/relationships/slideLayout" Target="../slideLayouts/slideLayout50.xml"/><Relationship Id="rId5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accen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accent5"/>
              </a:buClr>
              <a:buSzPts val="2800"/>
              <a:buFont typeface="Aldrich"/>
              <a:buNone/>
              <a:defRPr sz="2800">
                <a:solidFill>
                  <a:schemeClr val="accent5"/>
                </a:solidFill>
                <a:latin typeface="Aldrich"/>
                <a:ea typeface="Aldrich"/>
                <a:cs typeface="Aldrich"/>
                <a:sym typeface="Aldrich"/>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accent5"/>
              </a:buClr>
              <a:buSzPts val="1800"/>
              <a:buFont typeface="Didact Gothic"/>
              <a:buChar char="●"/>
              <a:defRPr sz="1800">
                <a:solidFill>
                  <a:schemeClr val="accent5"/>
                </a:solidFill>
                <a:latin typeface="Didact Gothic"/>
                <a:ea typeface="Didact Gothic"/>
                <a:cs typeface="Didact Gothic"/>
                <a:sym typeface="Didact Gothic"/>
              </a:defRPr>
            </a:lvl1pPr>
            <a:lvl2pPr indent="-317500" lvl="1" marL="914400">
              <a:lnSpc>
                <a:spcPct val="115000"/>
              </a:lnSpc>
              <a:spcBef>
                <a:spcPts val="1600"/>
              </a:spcBef>
              <a:spcAft>
                <a:spcPts val="0"/>
              </a:spcAft>
              <a:buClr>
                <a:schemeClr val="accent5"/>
              </a:buClr>
              <a:buSzPts val="1400"/>
              <a:buFont typeface="Didact Gothic"/>
              <a:buChar char="○"/>
              <a:defRPr>
                <a:solidFill>
                  <a:schemeClr val="accent5"/>
                </a:solidFill>
                <a:latin typeface="Didact Gothic"/>
                <a:ea typeface="Didact Gothic"/>
                <a:cs typeface="Didact Gothic"/>
                <a:sym typeface="Didact Gothic"/>
              </a:defRPr>
            </a:lvl2pPr>
            <a:lvl3pPr indent="-317500" lvl="2" marL="1371600">
              <a:lnSpc>
                <a:spcPct val="115000"/>
              </a:lnSpc>
              <a:spcBef>
                <a:spcPts val="1600"/>
              </a:spcBef>
              <a:spcAft>
                <a:spcPts val="0"/>
              </a:spcAft>
              <a:buClr>
                <a:schemeClr val="accent5"/>
              </a:buClr>
              <a:buSzPts val="1400"/>
              <a:buFont typeface="Didact Gothic"/>
              <a:buChar char="■"/>
              <a:defRPr>
                <a:solidFill>
                  <a:schemeClr val="accent5"/>
                </a:solidFill>
                <a:latin typeface="Didact Gothic"/>
                <a:ea typeface="Didact Gothic"/>
                <a:cs typeface="Didact Gothic"/>
                <a:sym typeface="Didact Gothic"/>
              </a:defRPr>
            </a:lvl3pPr>
            <a:lvl4pPr indent="-317500" lvl="3" marL="1828800">
              <a:lnSpc>
                <a:spcPct val="115000"/>
              </a:lnSpc>
              <a:spcBef>
                <a:spcPts val="1600"/>
              </a:spcBef>
              <a:spcAft>
                <a:spcPts val="0"/>
              </a:spcAft>
              <a:buClr>
                <a:schemeClr val="accent5"/>
              </a:buClr>
              <a:buSzPts val="1400"/>
              <a:buFont typeface="Didact Gothic"/>
              <a:buChar char="●"/>
              <a:defRPr>
                <a:solidFill>
                  <a:schemeClr val="accent5"/>
                </a:solidFill>
                <a:latin typeface="Didact Gothic"/>
                <a:ea typeface="Didact Gothic"/>
                <a:cs typeface="Didact Gothic"/>
                <a:sym typeface="Didact Gothic"/>
              </a:defRPr>
            </a:lvl4pPr>
            <a:lvl5pPr indent="-317500" lvl="4" marL="2286000">
              <a:lnSpc>
                <a:spcPct val="115000"/>
              </a:lnSpc>
              <a:spcBef>
                <a:spcPts val="1600"/>
              </a:spcBef>
              <a:spcAft>
                <a:spcPts val="0"/>
              </a:spcAft>
              <a:buClr>
                <a:schemeClr val="accent5"/>
              </a:buClr>
              <a:buSzPts val="1400"/>
              <a:buFont typeface="Didact Gothic"/>
              <a:buChar char="○"/>
              <a:defRPr>
                <a:solidFill>
                  <a:schemeClr val="accent5"/>
                </a:solidFill>
                <a:latin typeface="Didact Gothic"/>
                <a:ea typeface="Didact Gothic"/>
                <a:cs typeface="Didact Gothic"/>
                <a:sym typeface="Didact Gothic"/>
              </a:defRPr>
            </a:lvl5pPr>
            <a:lvl6pPr indent="-317500" lvl="5" marL="2743200">
              <a:lnSpc>
                <a:spcPct val="115000"/>
              </a:lnSpc>
              <a:spcBef>
                <a:spcPts val="1600"/>
              </a:spcBef>
              <a:spcAft>
                <a:spcPts val="0"/>
              </a:spcAft>
              <a:buClr>
                <a:schemeClr val="accent5"/>
              </a:buClr>
              <a:buSzPts val="1400"/>
              <a:buFont typeface="Didact Gothic"/>
              <a:buChar char="■"/>
              <a:defRPr>
                <a:solidFill>
                  <a:schemeClr val="accent5"/>
                </a:solidFill>
                <a:latin typeface="Didact Gothic"/>
                <a:ea typeface="Didact Gothic"/>
                <a:cs typeface="Didact Gothic"/>
                <a:sym typeface="Didact Gothic"/>
              </a:defRPr>
            </a:lvl6pPr>
            <a:lvl7pPr indent="-317500" lvl="6" marL="3200400">
              <a:lnSpc>
                <a:spcPct val="115000"/>
              </a:lnSpc>
              <a:spcBef>
                <a:spcPts val="1600"/>
              </a:spcBef>
              <a:spcAft>
                <a:spcPts val="0"/>
              </a:spcAft>
              <a:buClr>
                <a:schemeClr val="accent5"/>
              </a:buClr>
              <a:buSzPts val="1400"/>
              <a:buFont typeface="Didact Gothic"/>
              <a:buChar char="●"/>
              <a:defRPr>
                <a:solidFill>
                  <a:schemeClr val="accent5"/>
                </a:solidFill>
                <a:latin typeface="Didact Gothic"/>
                <a:ea typeface="Didact Gothic"/>
                <a:cs typeface="Didact Gothic"/>
                <a:sym typeface="Didact Gothic"/>
              </a:defRPr>
            </a:lvl7pPr>
            <a:lvl8pPr indent="-317500" lvl="7" marL="3657600">
              <a:lnSpc>
                <a:spcPct val="115000"/>
              </a:lnSpc>
              <a:spcBef>
                <a:spcPts val="1600"/>
              </a:spcBef>
              <a:spcAft>
                <a:spcPts val="0"/>
              </a:spcAft>
              <a:buClr>
                <a:schemeClr val="accent5"/>
              </a:buClr>
              <a:buSzPts val="1400"/>
              <a:buFont typeface="Didact Gothic"/>
              <a:buChar char="○"/>
              <a:defRPr>
                <a:solidFill>
                  <a:schemeClr val="accent5"/>
                </a:solidFill>
                <a:latin typeface="Didact Gothic"/>
                <a:ea typeface="Didact Gothic"/>
                <a:cs typeface="Didact Gothic"/>
                <a:sym typeface="Didact Gothic"/>
              </a:defRPr>
            </a:lvl8pPr>
            <a:lvl9pPr indent="-317500" lvl="8" marL="4114800">
              <a:lnSpc>
                <a:spcPct val="115000"/>
              </a:lnSpc>
              <a:spcBef>
                <a:spcPts val="1600"/>
              </a:spcBef>
              <a:spcAft>
                <a:spcPts val="1600"/>
              </a:spcAft>
              <a:buClr>
                <a:schemeClr val="accent5"/>
              </a:buClr>
              <a:buSzPts val="1400"/>
              <a:buFont typeface="Didact Gothic"/>
              <a:buChar char="■"/>
              <a:defRPr>
                <a:solidFill>
                  <a:schemeClr val="accent5"/>
                </a:solidFill>
                <a:latin typeface="Didact Gothic"/>
                <a:ea typeface="Didact Gothic"/>
                <a:cs typeface="Didact Gothic"/>
                <a:sym typeface="Didact Gothic"/>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 id="2147483697" r:id="rId50"/>
    <p:sldLayoutId id="2147483698" r:id="rId5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9.xml"/><Relationship Id="rId3" Type="http://schemas.openxmlformats.org/officeDocument/2006/relationships/hyperlink" Target="http://en.wikipedia.org/wiki/Data%20Encryption%20Standard" TargetMode="External"/><Relationship Id="rId4" Type="http://schemas.openxmlformats.org/officeDocument/2006/relationships/hyperlink" Target="http://en.wikipedia.org/wiki/Triple%20DES" TargetMode="External"/><Relationship Id="rId5" Type="http://schemas.openxmlformats.org/officeDocument/2006/relationships/hyperlink" Target="http://en.wikipedia.org/wiki/Advanced%20Encryption%20Standard" TargetMode="External"/><Relationship Id="rId6" Type="http://schemas.openxmlformats.org/officeDocument/2006/relationships/hyperlink" Target="http://en.wikipedia.org/wiki/RC4" TargetMode="External"/><Relationship Id="rId7" Type="http://schemas.openxmlformats.org/officeDocument/2006/relationships/hyperlink" Target="https://www.ibm.com/support/knowledgecenter/en/SSLTBW_2.1.0/com.ibm.zos.v2r1.csfb500/csfb5za212.htm"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2"/>
        </a:solidFill>
      </p:bgPr>
    </p:bg>
    <p:spTree>
      <p:nvGrpSpPr>
        <p:cNvPr id="979" name="Shape 979"/>
        <p:cNvGrpSpPr/>
        <p:nvPr/>
      </p:nvGrpSpPr>
      <p:grpSpPr>
        <a:xfrm>
          <a:off x="0" y="0"/>
          <a:ext cx="0" cy="0"/>
          <a:chOff x="0" y="0"/>
          <a:chExt cx="0" cy="0"/>
        </a:xfrm>
      </p:grpSpPr>
      <p:sp>
        <p:nvSpPr>
          <p:cNvPr id="980" name="Google Shape;980;p53"/>
          <p:cNvSpPr txBox="1"/>
          <p:nvPr>
            <p:ph idx="1" type="subTitle"/>
          </p:nvPr>
        </p:nvSpPr>
        <p:spPr>
          <a:xfrm>
            <a:off x="2254050" y="2862700"/>
            <a:ext cx="46359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By</a:t>
            </a:r>
            <a:endParaRPr/>
          </a:p>
          <a:p>
            <a:pPr indent="0" lvl="0" marL="0" rtl="0" algn="ctr">
              <a:spcBef>
                <a:spcPts val="0"/>
              </a:spcBef>
              <a:spcAft>
                <a:spcPts val="0"/>
              </a:spcAft>
              <a:buNone/>
            </a:pPr>
            <a:r>
              <a:rPr lang="en"/>
              <a:t>Computer Commandos Inc. (CCI)</a:t>
            </a:r>
            <a:endParaRPr/>
          </a:p>
        </p:txBody>
      </p:sp>
      <p:sp>
        <p:nvSpPr>
          <p:cNvPr id="981" name="Google Shape;981;p53"/>
          <p:cNvSpPr txBox="1"/>
          <p:nvPr>
            <p:ph type="ctrTitle"/>
          </p:nvPr>
        </p:nvSpPr>
        <p:spPr>
          <a:xfrm>
            <a:off x="1896300" y="1379375"/>
            <a:ext cx="5351400" cy="13701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T</a:t>
            </a:r>
            <a:r>
              <a:rPr lang="en"/>
              <a:t>raining for DoD Managers</a:t>
            </a:r>
            <a:endParaRPr/>
          </a:p>
        </p:txBody>
      </p:sp>
      <p:grpSp>
        <p:nvGrpSpPr>
          <p:cNvPr id="982" name="Google Shape;982;p53"/>
          <p:cNvGrpSpPr/>
          <p:nvPr/>
        </p:nvGrpSpPr>
        <p:grpSpPr>
          <a:xfrm flipH="1">
            <a:off x="1783208" y="704857"/>
            <a:ext cx="864824" cy="693028"/>
            <a:chOff x="10049025" y="922900"/>
            <a:chExt cx="537625" cy="430800"/>
          </a:xfrm>
        </p:grpSpPr>
        <p:sp>
          <p:nvSpPr>
            <p:cNvPr id="983" name="Google Shape;983;p53"/>
            <p:cNvSpPr/>
            <p:nvPr/>
          </p:nvSpPr>
          <p:spPr>
            <a:xfrm>
              <a:off x="10056525" y="930425"/>
              <a:ext cx="521975" cy="331475"/>
            </a:xfrm>
            <a:custGeom>
              <a:rect b="b" l="l" r="r" t="t"/>
              <a:pathLst>
                <a:path extrusionOk="0" h="13259" w="20879">
                  <a:moveTo>
                    <a:pt x="14412" y="0"/>
                  </a:moveTo>
                  <a:lnTo>
                    <a:pt x="1" y="226"/>
                  </a:lnTo>
                  <a:cubicBezTo>
                    <a:pt x="1254" y="2506"/>
                    <a:pt x="2407" y="4812"/>
                    <a:pt x="3334" y="7218"/>
                  </a:cubicBezTo>
                  <a:lnTo>
                    <a:pt x="12532" y="13258"/>
                  </a:lnTo>
                  <a:lnTo>
                    <a:pt x="20878" y="12757"/>
                  </a:lnTo>
                  <a:lnTo>
                    <a:pt x="1441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4" name="Google Shape;984;p53"/>
            <p:cNvSpPr/>
            <p:nvPr/>
          </p:nvSpPr>
          <p:spPr>
            <a:xfrm>
              <a:off x="10049025" y="922900"/>
              <a:ext cx="537625" cy="347150"/>
            </a:xfrm>
            <a:custGeom>
              <a:rect b="b" l="l" r="r" t="t"/>
              <a:pathLst>
                <a:path extrusionOk="0" h="13886" w="21505">
                  <a:moveTo>
                    <a:pt x="14574" y="527"/>
                  </a:moveTo>
                  <a:cubicBezTo>
                    <a:pt x="16433" y="4242"/>
                    <a:pt x="18292" y="7862"/>
                    <a:pt x="20151" y="11579"/>
                  </a:cubicBezTo>
                  <a:cubicBezTo>
                    <a:pt x="20376" y="11973"/>
                    <a:pt x="20614" y="12366"/>
                    <a:pt x="20804" y="12760"/>
                  </a:cubicBezTo>
                  <a:lnTo>
                    <a:pt x="20804" y="12760"/>
                  </a:lnTo>
                  <a:cubicBezTo>
                    <a:pt x="18222" y="12953"/>
                    <a:pt x="15639" y="13167"/>
                    <a:pt x="13033" y="13359"/>
                  </a:cubicBezTo>
                  <a:lnTo>
                    <a:pt x="12933" y="13359"/>
                  </a:lnTo>
                  <a:cubicBezTo>
                    <a:pt x="12832" y="13359"/>
                    <a:pt x="12732" y="13259"/>
                    <a:pt x="12732" y="13259"/>
                  </a:cubicBezTo>
                  <a:cubicBezTo>
                    <a:pt x="12206" y="12933"/>
                    <a:pt x="11780" y="12632"/>
                    <a:pt x="11379" y="12306"/>
                  </a:cubicBezTo>
                  <a:cubicBezTo>
                    <a:pt x="9800" y="11379"/>
                    <a:pt x="8346" y="10326"/>
                    <a:pt x="6892" y="9399"/>
                  </a:cubicBezTo>
                  <a:cubicBezTo>
                    <a:pt x="5891" y="8707"/>
                    <a:pt x="4889" y="8106"/>
                    <a:pt x="3909" y="7402"/>
                  </a:cubicBezTo>
                  <a:lnTo>
                    <a:pt x="3909" y="7402"/>
                  </a:lnTo>
                  <a:cubicBezTo>
                    <a:pt x="2933" y="5179"/>
                    <a:pt x="1872" y="2958"/>
                    <a:pt x="726" y="817"/>
                  </a:cubicBezTo>
                  <a:lnTo>
                    <a:pt x="726" y="817"/>
                  </a:lnTo>
                  <a:cubicBezTo>
                    <a:pt x="4768" y="720"/>
                    <a:pt x="8788" y="623"/>
                    <a:pt x="12832" y="527"/>
                  </a:cubicBezTo>
                  <a:close/>
                  <a:moveTo>
                    <a:pt x="14712" y="0"/>
                  </a:moveTo>
                  <a:cubicBezTo>
                    <a:pt x="10527" y="101"/>
                    <a:pt x="6366" y="201"/>
                    <a:pt x="2181" y="301"/>
                  </a:cubicBezTo>
                  <a:lnTo>
                    <a:pt x="301" y="301"/>
                  </a:lnTo>
                  <a:cubicBezTo>
                    <a:pt x="100" y="301"/>
                    <a:pt x="0" y="527"/>
                    <a:pt x="100" y="727"/>
                  </a:cubicBezTo>
                  <a:cubicBezTo>
                    <a:pt x="1343" y="2890"/>
                    <a:pt x="2364" y="5176"/>
                    <a:pt x="3408" y="7560"/>
                  </a:cubicBezTo>
                  <a:lnTo>
                    <a:pt x="3408" y="7560"/>
                  </a:lnTo>
                  <a:cubicBezTo>
                    <a:pt x="3411" y="7606"/>
                    <a:pt x="3428" y="7647"/>
                    <a:pt x="3462" y="7679"/>
                  </a:cubicBezTo>
                  <a:lnTo>
                    <a:pt x="3462" y="7679"/>
                  </a:lnTo>
                  <a:cubicBezTo>
                    <a:pt x="3505" y="7746"/>
                    <a:pt x="3576" y="7784"/>
                    <a:pt x="3651" y="7796"/>
                  </a:cubicBezTo>
                  <a:lnTo>
                    <a:pt x="3651" y="7796"/>
                  </a:lnTo>
                  <a:cubicBezTo>
                    <a:pt x="6015" y="9352"/>
                    <a:pt x="8285" y="10978"/>
                    <a:pt x="10652" y="12532"/>
                  </a:cubicBezTo>
                  <a:cubicBezTo>
                    <a:pt x="11153" y="12832"/>
                    <a:pt x="11679" y="13259"/>
                    <a:pt x="12206" y="13559"/>
                  </a:cubicBezTo>
                  <a:cubicBezTo>
                    <a:pt x="12406" y="13685"/>
                    <a:pt x="12632" y="13885"/>
                    <a:pt x="12832" y="13885"/>
                  </a:cubicBezTo>
                  <a:cubicBezTo>
                    <a:pt x="13258" y="13885"/>
                    <a:pt x="13785" y="13785"/>
                    <a:pt x="14286" y="13785"/>
                  </a:cubicBezTo>
                  <a:cubicBezTo>
                    <a:pt x="15138" y="13685"/>
                    <a:pt x="16065" y="13685"/>
                    <a:pt x="16918" y="13559"/>
                  </a:cubicBezTo>
                  <a:cubicBezTo>
                    <a:pt x="18371" y="13459"/>
                    <a:pt x="19725" y="13359"/>
                    <a:pt x="21178" y="13259"/>
                  </a:cubicBezTo>
                  <a:cubicBezTo>
                    <a:pt x="21404" y="13259"/>
                    <a:pt x="21504" y="13058"/>
                    <a:pt x="21404" y="12933"/>
                  </a:cubicBezTo>
                  <a:lnTo>
                    <a:pt x="15765" y="1654"/>
                  </a:lnTo>
                  <a:cubicBezTo>
                    <a:pt x="15439" y="1153"/>
                    <a:pt x="15138" y="627"/>
                    <a:pt x="14912" y="101"/>
                  </a:cubicBezTo>
                  <a:cubicBezTo>
                    <a:pt x="14812" y="101"/>
                    <a:pt x="14812" y="0"/>
                    <a:pt x="14712"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5" name="Google Shape;985;p53"/>
            <p:cNvSpPr/>
            <p:nvPr/>
          </p:nvSpPr>
          <p:spPr>
            <a:xfrm>
              <a:off x="10351650" y="961750"/>
              <a:ext cx="44500" cy="75825"/>
            </a:xfrm>
            <a:custGeom>
              <a:rect b="b" l="l" r="r" t="t"/>
              <a:pathLst>
                <a:path extrusionOk="0" h="3033" w="1780">
                  <a:moveTo>
                    <a:pt x="1780" y="0"/>
                  </a:moveTo>
                  <a:lnTo>
                    <a:pt x="1780" y="0"/>
                  </a:lnTo>
                  <a:cubicBezTo>
                    <a:pt x="1153" y="953"/>
                    <a:pt x="527" y="1980"/>
                    <a:pt x="0" y="3033"/>
                  </a:cubicBezTo>
                  <a:lnTo>
                    <a:pt x="1780" y="0"/>
                  </a:lnTo>
                  <a:close/>
                </a:path>
              </a:pathLst>
            </a:custGeom>
            <a:solidFill>
              <a:srgbClr val="F467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6" name="Google Shape;986;p53"/>
            <p:cNvSpPr/>
            <p:nvPr/>
          </p:nvSpPr>
          <p:spPr>
            <a:xfrm>
              <a:off x="10344450" y="955525"/>
              <a:ext cx="60000" cy="88025"/>
            </a:xfrm>
            <a:custGeom>
              <a:rect b="b" l="l" r="r" t="t"/>
              <a:pathLst>
                <a:path extrusionOk="0" h="3521" w="2400">
                  <a:moveTo>
                    <a:pt x="2109" y="0"/>
                  </a:moveTo>
                  <a:cubicBezTo>
                    <a:pt x="2021" y="0"/>
                    <a:pt x="1921" y="44"/>
                    <a:pt x="1842" y="149"/>
                  </a:cubicBezTo>
                  <a:cubicBezTo>
                    <a:pt x="1216" y="1101"/>
                    <a:pt x="589" y="2129"/>
                    <a:pt x="88" y="3182"/>
                  </a:cubicBezTo>
                  <a:cubicBezTo>
                    <a:pt x="1" y="3321"/>
                    <a:pt x="180" y="3520"/>
                    <a:pt x="331" y="3520"/>
                  </a:cubicBezTo>
                  <a:cubicBezTo>
                    <a:pt x="397" y="3520"/>
                    <a:pt x="458" y="3482"/>
                    <a:pt x="489" y="3382"/>
                  </a:cubicBezTo>
                  <a:cubicBezTo>
                    <a:pt x="1116" y="2354"/>
                    <a:pt x="1642" y="1302"/>
                    <a:pt x="2268" y="349"/>
                  </a:cubicBezTo>
                  <a:cubicBezTo>
                    <a:pt x="2399" y="154"/>
                    <a:pt x="2274" y="0"/>
                    <a:pt x="2109"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7" name="Google Shape;987;p53"/>
            <p:cNvSpPr/>
            <p:nvPr/>
          </p:nvSpPr>
          <p:spPr>
            <a:xfrm>
              <a:off x="10098525" y="969875"/>
              <a:ext cx="31350" cy="33875"/>
            </a:xfrm>
            <a:custGeom>
              <a:rect b="b" l="l" r="r" t="t"/>
              <a:pathLst>
                <a:path extrusionOk="0" h="1355" w="1254">
                  <a:moveTo>
                    <a:pt x="0" y="1"/>
                  </a:moveTo>
                  <a:lnTo>
                    <a:pt x="0" y="1"/>
                  </a:lnTo>
                  <a:cubicBezTo>
                    <a:pt x="401" y="527"/>
                    <a:pt x="827" y="928"/>
                    <a:pt x="1253" y="1354"/>
                  </a:cubicBezTo>
                  <a:lnTo>
                    <a:pt x="0" y="1"/>
                  </a:lnTo>
                  <a:close/>
                </a:path>
              </a:pathLst>
            </a:custGeom>
            <a:solidFill>
              <a:srgbClr val="F467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8" name="Google Shape;988;p53"/>
            <p:cNvSpPr/>
            <p:nvPr/>
          </p:nvSpPr>
          <p:spPr>
            <a:xfrm>
              <a:off x="10090375" y="965025"/>
              <a:ext cx="44500" cy="45625"/>
            </a:xfrm>
            <a:custGeom>
              <a:rect b="b" l="l" r="r" t="t"/>
              <a:pathLst>
                <a:path extrusionOk="0" h="1825" w="1780">
                  <a:moveTo>
                    <a:pt x="323" y="1"/>
                  </a:moveTo>
                  <a:cubicBezTo>
                    <a:pt x="245" y="1"/>
                    <a:pt x="163" y="32"/>
                    <a:pt x="101" y="95"/>
                  </a:cubicBezTo>
                  <a:cubicBezTo>
                    <a:pt x="0" y="195"/>
                    <a:pt x="0" y="295"/>
                    <a:pt x="101" y="396"/>
                  </a:cubicBezTo>
                  <a:cubicBezTo>
                    <a:pt x="527" y="822"/>
                    <a:pt x="953" y="1348"/>
                    <a:pt x="1354" y="1749"/>
                  </a:cubicBezTo>
                  <a:cubicBezTo>
                    <a:pt x="1416" y="1799"/>
                    <a:pt x="1498" y="1824"/>
                    <a:pt x="1576" y="1824"/>
                  </a:cubicBezTo>
                  <a:cubicBezTo>
                    <a:pt x="1654" y="1824"/>
                    <a:pt x="1730" y="1799"/>
                    <a:pt x="1780" y="1749"/>
                  </a:cubicBezTo>
                  <a:lnTo>
                    <a:pt x="1780" y="1348"/>
                  </a:lnTo>
                  <a:lnTo>
                    <a:pt x="527" y="95"/>
                  </a:lnTo>
                  <a:cubicBezTo>
                    <a:pt x="476" y="32"/>
                    <a:pt x="401" y="1"/>
                    <a:pt x="323"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9" name="Google Shape;989;p53"/>
            <p:cNvSpPr/>
            <p:nvPr/>
          </p:nvSpPr>
          <p:spPr>
            <a:xfrm>
              <a:off x="10479475" y="1207350"/>
              <a:ext cx="57675" cy="15700"/>
            </a:xfrm>
            <a:custGeom>
              <a:rect b="b" l="l" r="r" t="t"/>
              <a:pathLst>
                <a:path extrusionOk="0" h="628" w="2307">
                  <a:moveTo>
                    <a:pt x="0" y="1"/>
                  </a:moveTo>
                  <a:lnTo>
                    <a:pt x="2306" y="627"/>
                  </a:lnTo>
                  <a:cubicBezTo>
                    <a:pt x="1579" y="427"/>
                    <a:pt x="827" y="201"/>
                    <a:pt x="0" y="1"/>
                  </a:cubicBezTo>
                  <a:close/>
                </a:path>
              </a:pathLst>
            </a:custGeom>
            <a:solidFill>
              <a:srgbClr val="F467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0" name="Google Shape;990;p53"/>
            <p:cNvSpPr/>
            <p:nvPr/>
          </p:nvSpPr>
          <p:spPr>
            <a:xfrm>
              <a:off x="10474450" y="1201025"/>
              <a:ext cx="67700" cy="28075"/>
            </a:xfrm>
            <a:custGeom>
              <a:rect b="b" l="l" r="r" t="t"/>
              <a:pathLst>
                <a:path extrusionOk="0" h="1123" w="2708">
                  <a:moveTo>
                    <a:pt x="193" y="1"/>
                  </a:moveTo>
                  <a:cubicBezTo>
                    <a:pt x="99" y="1"/>
                    <a:pt x="1" y="83"/>
                    <a:pt x="1" y="154"/>
                  </a:cubicBezTo>
                  <a:cubicBezTo>
                    <a:pt x="1" y="354"/>
                    <a:pt x="1" y="454"/>
                    <a:pt x="201" y="555"/>
                  </a:cubicBezTo>
                  <a:cubicBezTo>
                    <a:pt x="928" y="680"/>
                    <a:pt x="1655" y="880"/>
                    <a:pt x="2407" y="1081"/>
                  </a:cubicBezTo>
                  <a:cubicBezTo>
                    <a:pt x="2436" y="1110"/>
                    <a:pt x="2474" y="1122"/>
                    <a:pt x="2513" y="1122"/>
                  </a:cubicBezTo>
                  <a:cubicBezTo>
                    <a:pt x="2607" y="1122"/>
                    <a:pt x="2708" y="1052"/>
                    <a:pt x="2708" y="981"/>
                  </a:cubicBezTo>
                  <a:cubicBezTo>
                    <a:pt x="2708" y="780"/>
                    <a:pt x="2708" y="680"/>
                    <a:pt x="2507" y="555"/>
                  </a:cubicBezTo>
                  <a:cubicBezTo>
                    <a:pt x="1780" y="354"/>
                    <a:pt x="1028" y="154"/>
                    <a:pt x="302" y="53"/>
                  </a:cubicBezTo>
                  <a:cubicBezTo>
                    <a:pt x="272" y="16"/>
                    <a:pt x="233" y="1"/>
                    <a:pt x="193"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1" name="Google Shape;991;p53"/>
            <p:cNvSpPr/>
            <p:nvPr/>
          </p:nvSpPr>
          <p:spPr>
            <a:xfrm>
              <a:off x="10074700" y="1008725"/>
              <a:ext cx="384125" cy="339625"/>
            </a:xfrm>
            <a:custGeom>
              <a:rect b="b" l="l" r="r" t="t"/>
              <a:pathLst>
                <a:path extrusionOk="0" h="13585" w="15365">
                  <a:moveTo>
                    <a:pt x="3359" y="1"/>
                  </a:moveTo>
                  <a:cubicBezTo>
                    <a:pt x="1981" y="2206"/>
                    <a:pt x="853" y="4487"/>
                    <a:pt x="1" y="6793"/>
                  </a:cubicBezTo>
                  <a:cubicBezTo>
                    <a:pt x="1" y="6793"/>
                    <a:pt x="1154" y="8998"/>
                    <a:pt x="4286" y="11079"/>
                  </a:cubicBezTo>
                  <a:cubicBezTo>
                    <a:pt x="7319" y="13159"/>
                    <a:pt x="10026" y="13585"/>
                    <a:pt x="10026" y="13585"/>
                  </a:cubicBezTo>
                  <a:cubicBezTo>
                    <a:pt x="12006" y="11906"/>
                    <a:pt x="14111" y="9725"/>
                    <a:pt x="15364" y="7520"/>
                  </a:cubicBezTo>
                  <a:cubicBezTo>
                    <a:pt x="15364" y="7520"/>
                    <a:pt x="13585" y="3986"/>
                    <a:pt x="10251" y="1981"/>
                  </a:cubicBezTo>
                  <a:cubicBezTo>
                    <a:pt x="6893" y="101"/>
                    <a:pt x="3359" y="1"/>
                    <a:pt x="335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2" name="Google Shape;992;p53"/>
            <p:cNvSpPr/>
            <p:nvPr/>
          </p:nvSpPr>
          <p:spPr>
            <a:xfrm>
              <a:off x="10067175" y="1002600"/>
              <a:ext cx="399150" cy="351100"/>
            </a:xfrm>
            <a:custGeom>
              <a:rect b="b" l="l" r="r" t="t"/>
              <a:pathLst>
                <a:path extrusionOk="0" h="14044" w="15966">
                  <a:moveTo>
                    <a:pt x="3795" y="575"/>
                  </a:moveTo>
                  <a:cubicBezTo>
                    <a:pt x="8594" y="722"/>
                    <a:pt x="13202" y="3473"/>
                    <a:pt x="15385" y="7757"/>
                  </a:cubicBezTo>
                  <a:lnTo>
                    <a:pt x="15385" y="7757"/>
                  </a:lnTo>
                  <a:cubicBezTo>
                    <a:pt x="14070" y="9966"/>
                    <a:pt x="12272" y="11875"/>
                    <a:pt x="10281" y="13504"/>
                  </a:cubicBezTo>
                  <a:lnTo>
                    <a:pt x="10227" y="13504"/>
                  </a:lnTo>
                  <a:cubicBezTo>
                    <a:pt x="10126" y="13504"/>
                    <a:pt x="10026" y="13404"/>
                    <a:pt x="9801" y="13404"/>
                  </a:cubicBezTo>
                  <a:cubicBezTo>
                    <a:pt x="9400" y="13304"/>
                    <a:pt x="8973" y="13203"/>
                    <a:pt x="8447" y="13003"/>
                  </a:cubicBezTo>
                  <a:cubicBezTo>
                    <a:pt x="6993" y="12477"/>
                    <a:pt x="5540" y="11750"/>
                    <a:pt x="4161" y="10697"/>
                  </a:cubicBezTo>
                  <a:cubicBezTo>
                    <a:pt x="3034" y="9870"/>
                    <a:pt x="1981" y="8918"/>
                    <a:pt x="1154" y="7865"/>
                  </a:cubicBezTo>
                  <a:cubicBezTo>
                    <a:pt x="928" y="7564"/>
                    <a:pt x="728" y="7364"/>
                    <a:pt x="628" y="7038"/>
                  </a:cubicBezTo>
                  <a:cubicBezTo>
                    <a:pt x="543" y="7038"/>
                    <a:pt x="530" y="6967"/>
                    <a:pt x="528" y="6944"/>
                  </a:cubicBezTo>
                  <a:lnTo>
                    <a:pt x="528" y="6944"/>
                  </a:lnTo>
                  <a:cubicBezTo>
                    <a:pt x="528" y="6950"/>
                    <a:pt x="530" y="6953"/>
                    <a:pt x="533" y="6953"/>
                  </a:cubicBezTo>
                  <a:cubicBezTo>
                    <a:pt x="567" y="6953"/>
                    <a:pt x="728" y="6612"/>
                    <a:pt x="728" y="6612"/>
                  </a:cubicBezTo>
                  <a:cubicBezTo>
                    <a:pt x="828" y="6311"/>
                    <a:pt x="928" y="5985"/>
                    <a:pt x="1029" y="5785"/>
                  </a:cubicBezTo>
                  <a:cubicBezTo>
                    <a:pt x="1863" y="3944"/>
                    <a:pt x="2769" y="2200"/>
                    <a:pt x="3795" y="575"/>
                  </a:cubicBezTo>
                  <a:close/>
                  <a:moveTo>
                    <a:pt x="3780" y="1"/>
                  </a:moveTo>
                  <a:cubicBezTo>
                    <a:pt x="3694" y="1"/>
                    <a:pt x="3610" y="12"/>
                    <a:pt x="3535" y="45"/>
                  </a:cubicBezTo>
                  <a:cubicBezTo>
                    <a:pt x="3234" y="146"/>
                    <a:pt x="3134" y="672"/>
                    <a:pt x="2908" y="872"/>
                  </a:cubicBezTo>
                  <a:cubicBezTo>
                    <a:pt x="2708" y="1399"/>
                    <a:pt x="2407" y="1825"/>
                    <a:pt x="2181" y="2351"/>
                  </a:cubicBezTo>
                  <a:cubicBezTo>
                    <a:pt x="1655" y="3278"/>
                    <a:pt x="1154" y="4331"/>
                    <a:pt x="728" y="5359"/>
                  </a:cubicBezTo>
                  <a:cubicBezTo>
                    <a:pt x="527" y="5785"/>
                    <a:pt x="302" y="6211"/>
                    <a:pt x="201" y="6612"/>
                  </a:cubicBezTo>
                  <a:cubicBezTo>
                    <a:pt x="101" y="6837"/>
                    <a:pt x="1" y="7038"/>
                    <a:pt x="101" y="7238"/>
                  </a:cubicBezTo>
                  <a:cubicBezTo>
                    <a:pt x="201" y="7464"/>
                    <a:pt x="402" y="7765"/>
                    <a:pt x="628" y="7990"/>
                  </a:cubicBezTo>
                  <a:cubicBezTo>
                    <a:pt x="1029" y="8492"/>
                    <a:pt x="1455" y="9018"/>
                    <a:pt x="1881" y="9444"/>
                  </a:cubicBezTo>
                  <a:cubicBezTo>
                    <a:pt x="3435" y="10998"/>
                    <a:pt x="5314" y="12251"/>
                    <a:pt x="7294" y="13103"/>
                  </a:cubicBezTo>
                  <a:cubicBezTo>
                    <a:pt x="8247" y="13504"/>
                    <a:pt x="9299" y="13930"/>
                    <a:pt x="10327" y="14030"/>
                  </a:cubicBezTo>
                  <a:cubicBezTo>
                    <a:pt x="10356" y="14039"/>
                    <a:pt x="10383" y="14044"/>
                    <a:pt x="10407" y="14044"/>
                  </a:cubicBezTo>
                  <a:cubicBezTo>
                    <a:pt x="10491" y="14044"/>
                    <a:pt x="10542" y="13993"/>
                    <a:pt x="10562" y="13922"/>
                  </a:cubicBezTo>
                  <a:lnTo>
                    <a:pt x="10562" y="13922"/>
                  </a:lnTo>
                  <a:cubicBezTo>
                    <a:pt x="12112" y="12671"/>
                    <a:pt x="13562" y="11220"/>
                    <a:pt x="14713" y="9644"/>
                  </a:cubicBezTo>
                  <a:cubicBezTo>
                    <a:pt x="15039" y="9243"/>
                    <a:pt x="15339" y="8817"/>
                    <a:pt x="15565" y="8391"/>
                  </a:cubicBezTo>
                  <a:cubicBezTo>
                    <a:pt x="15765" y="8191"/>
                    <a:pt x="15966" y="7865"/>
                    <a:pt x="15866" y="7664"/>
                  </a:cubicBezTo>
                  <a:cubicBezTo>
                    <a:pt x="15866" y="7464"/>
                    <a:pt x="15665" y="7238"/>
                    <a:pt x="15565" y="7038"/>
                  </a:cubicBezTo>
                  <a:cubicBezTo>
                    <a:pt x="13986" y="4431"/>
                    <a:pt x="11680" y="2351"/>
                    <a:pt x="8873" y="1198"/>
                  </a:cubicBezTo>
                  <a:cubicBezTo>
                    <a:pt x="7420" y="572"/>
                    <a:pt x="5841" y="246"/>
                    <a:pt x="4287" y="45"/>
                  </a:cubicBezTo>
                  <a:cubicBezTo>
                    <a:pt x="4136" y="45"/>
                    <a:pt x="3953" y="1"/>
                    <a:pt x="378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3" name="Google Shape;993;p53"/>
            <p:cNvSpPr/>
            <p:nvPr/>
          </p:nvSpPr>
          <p:spPr>
            <a:xfrm>
              <a:off x="10111675" y="1019375"/>
              <a:ext cx="94000" cy="198650"/>
            </a:xfrm>
            <a:custGeom>
              <a:rect b="b" l="l" r="r" t="t"/>
              <a:pathLst>
                <a:path extrusionOk="0" h="7946" w="3760">
                  <a:moveTo>
                    <a:pt x="3760" y="1"/>
                  </a:moveTo>
                  <a:lnTo>
                    <a:pt x="3760" y="1"/>
                  </a:lnTo>
                  <a:cubicBezTo>
                    <a:pt x="2507" y="2607"/>
                    <a:pt x="1128" y="5214"/>
                    <a:pt x="0" y="7946"/>
                  </a:cubicBezTo>
                  <a:lnTo>
                    <a:pt x="3760" y="1"/>
                  </a:lnTo>
                  <a:close/>
                </a:path>
              </a:pathLst>
            </a:custGeom>
            <a:solidFill>
              <a:srgbClr val="F467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4" name="Google Shape;994;p53"/>
            <p:cNvSpPr/>
            <p:nvPr/>
          </p:nvSpPr>
          <p:spPr>
            <a:xfrm>
              <a:off x="10101750" y="1013500"/>
              <a:ext cx="113225" cy="210150"/>
            </a:xfrm>
            <a:custGeom>
              <a:rect b="b" l="l" r="r" t="t"/>
              <a:pathLst>
                <a:path extrusionOk="0" h="8406" w="4529">
                  <a:moveTo>
                    <a:pt x="4160" y="0"/>
                  </a:moveTo>
                  <a:cubicBezTo>
                    <a:pt x="4080" y="0"/>
                    <a:pt x="3998" y="40"/>
                    <a:pt x="3931" y="136"/>
                  </a:cubicBezTo>
                  <a:cubicBezTo>
                    <a:pt x="2678" y="2742"/>
                    <a:pt x="1325" y="5349"/>
                    <a:pt x="72" y="7955"/>
                  </a:cubicBezTo>
                  <a:cubicBezTo>
                    <a:pt x="0" y="8186"/>
                    <a:pt x="194" y="8405"/>
                    <a:pt x="385" y="8405"/>
                  </a:cubicBezTo>
                  <a:cubicBezTo>
                    <a:pt x="462" y="8405"/>
                    <a:pt x="540" y="8368"/>
                    <a:pt x="598" y="8281"/>
                  </a:cubicBezTo>
                  <a:cubicBezTo>
                    <a:pt x="1851" y="5675"/>
                    <a:pt x="3104" y="3043"/>
                    <a:pt x="4458" y="436"/>
                  </a:cubicBezTo>
                  <a:cubicBezTo>
                    <a:pt x="4528" y="225"/>
                    <a:pt x="4350" y="0"/>
                    <a:pt x="416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5" name="Google Shape;995;p53"/>
            <p:cNvSpPr/>
            <p:nvPr/>
          </p:nvSpPr>
          <p:spPr>
            <a:xfrm>
              <a:off x="10139875" y="1035050"/>
              <a:ext cx="120325" cy="219325"/>
            </a:xfrm>
            <a:custGeom>
              <a:rect b="b" l="l" r="r" t="t"/>
              <a:pathLst>
                <a:path extrusionOk="0" h="8773" w="4813">
                  <a:moveTo>
                    <a:pt x="4812" y="1"/>
                  </a:moveTo>
                  <a:lnTo>
                    <a:pt x="1692" y="5688"/>
                  </a:lnTo>
                  <a:lnTo>
                    <a:pt x="1692" y="5688"/>
                  </a:lnTo>
                  <a:cubicBezTo>
                    <a:pt x="2744" y="3794"/>
                    <a:pt x="3805" y="1902"/>
                    <a:pt x="4812" y="1"/>
                  </a:cubicBezTo>
                  <a:close/>
                  <a:moveTo>
                    <a:pt x="1692" y="5688"/>
                  </a:moveTo>
                  <a:cubicBezTo>
                    <a:pt x="1122" y="6714"/>
                    <a:pt x="555" y="7742"/>
                    <a:pt x="0" y="8773"/>
                  </a:cubicBezTo>
                  <a:lnTo>
                    <a:pt x="1692" y="5688"/>
                  </a:lnTo>
                  <a:close/>
                </a:path>
              </a:pathLst>
            </a:custGeom>
            <a:solidFill>
              <a:srgbClr val="F467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6" name="Google Shape;996;p53"/>
            <p:cNvSpPr/>
            <p:nvPr/>
          </p:nvSpPr>
          <p:spPr>
            <a:xfrm>
              <a:off x="10131375" y="1029075"/>
              <a:ext cx="137750" cy="231275"/>
            </a:xfrm>
            <a:custGeom>
              <a:rect b="b" l="l" r="r" t="t"/>
              <a:pathLst>
                <a:path extrusionOk="0" h="9251" w="5510">
                  <a:moveTo>
                    <a:pt x="5130" y="1"/>
                  </a:moveTo>
                  <a:cubicBezTo>
                    <a:pt x="5053" y="1"/>
                    <a:pt x="4982" y="40"/>
                    <a:pt x="4952" y="139"/>
                  </a:cubicBezTo>
                  <a:cubicBezTo>
                    <a:pt x="3273" y="3047"/>
                    <a:pt x="1719" y="5979"/>
                    <a:pt x="140" y="8911"/>
                  </a:cubicBezTo>
                  <a:cubicBezTo>
                    <a:pt x="1" y="9050"/>
                    <a:pt x="212" y="9250"/>
                    <a:pt x="387" y="9250"/>
                  </a:cubicBezTo>
                  <a:cubicBezTo>
                    <a:pt x="465" y="9250"/>
                    <a:pt x="535" y="9211"/>
                    <a:pt x="566" y="9112"/>
                  </a:cubicBezTo>
                  <a:cubicBezTo>
                    <a:pt x="2120" y="6179"/>
                    <a:pt x="3799" y="3272"/>
                    <a:pt x="5353" y="340"/>
                  </a:cubicBezTo>
                  <a:cubicBezTo>
                    <a:pt x="5509" y="201"/>
                    <a:pt x="5304" y="1"/>
                    <a:pt x="513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7" name="Google Shape;997;p53"/>
            <p:cNvSpPr/>
            <p:nvPr/>
          </p:nvSpPr>
          <p:spPr>
            <a:xfrm>
              <a:off x="10176825" y="1053225"/>
              <a:ext cx="132875" cy="224325"/>
            </a:xfrm>
            <a:custGeom>
              <a:rect b="b" l="l" r="r" t="t"/>
              <a:pathLst>
                <a:path extrusionOk="0" h="8973" w="5315">
                  <a:moveTo>
                    <a:pt x="5314" y="0"/>
                  </a:moveTo>
                  <a:lnTo>
                    <a:pt x="5314" y="0"/>
                  </a:lnTo>
                  <a:cubicBezTo>
                    <a:pt x="3334" y="2933"/>
                    <a:pt x="1555" y="5965"/>
                    <a:pt x="1" y="8973"/>
                  </a:cubicBezTo>
                  <a:lnTo>
                    <a:pt x="5314" y="0"/>
                  </a:lnTo>
                  <a:close/>
                </a:path>
              </a:pathLst>
            </a:custGeom>
            <a:solidFill>
              <a:srgbClr val="F467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8" name="Google Shape;998;p53"/>
            <p:cNvSpPr/>
            <p:nvPr/>
          </p:nvSpPr>
          <p:spPr>
            <a:xfrm>
              <a:off x="10166900" y="1045925"/>
              <a:ext cx="152025" cy="240375"/>
            </a:xfrm>
            <a:custGeom>
              <a:rect b="b" l="l" r="r" t="t"/>
              <a:pathLst>
                <a:path extrusionOk="0" h="9615" w="6081">
                  <a:moveTo>
                    <a:pt x="5672" y="0"/>
                  </a:moveTo>
                  <a:cubicBezTo>
                    <a:pt x="5602" y="0"/>
                    <a:pt x="5539" y="28"/>
                    <a:pt x="5511" y="92"/>
                  </a:cubicBezTo>
                  <a:cubicBezTo>
                    <a:pt x="3531" y="3124"/>
                    <a:pt x="1751" y="6032"/>
                    <a:pt x="72" y="9165"/>
                  </a:cubicBezTo>
                  <a:cubicBezTo>
                    <a:pt x="1" y="9396"/>
                    <a:pt x="195" y="9614"/>
                    <a:pt x="385" y="9614"/>
                  </a:cubicBezTo>
                  <a:cubicBezTo>
                    <a:pt x="463" y="9614"/>
                    <a:pt x="540" y="9578"/>
                    <a:pt x="598" y="9490"/>
                  </a:cubicBezTo>
                  <a:cubicBezTo>
                    <a:pt x="2177" y="6358"/>
                    <a:pt x="3932" y="3325"/>
                    <a:pt x="5937" y="393"/>
                  </a:cubicBezTo>
                  <a:cubicBezTo>
                    <a:pt x="6080" y="177"/>
                    <a:pt x="5851" y="0"/>
                    <a:pt x="5672"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9" name="Google Shape;999;p53"/>
            <p:cNvSpPr/>
            <p:nvPr/>
          </p:nvSpPr>
          <p:spPr>
            <a:xfrm>
              <a:off x="10208175" y="1082050"/>
              <a:ext cx="138475" cy="216800"/>
            </a:xfrm>
            <a:custGeom>
              <a:rect b="b" l="l" r="r" t="t"/>
              <a:pathLst>
                <a:path extrusionOk="0" h="8672" w="5539">
                  <a:moveTo>
                    <a:pt x="5539" y="0"/>
                  </a:moveTo>
                  <a:lnTo>
                    <a:pt x="0" y="8672"/>
                  </a:lnTo>
                  <a:cubicBezTo>
                    <a:pt x="1980" y="5840"/>
                    <a:pt x="3760" y="2933"/>
                    <a:pt x="5539" y="0"/>
                  </a:cubicBezTo>
                  <a:close/>
                </a:path>
              </a:pathLst>
            </a:custGeom>
            <a:solidFill>
              <a:srgbClr val="F467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0" name="Google Shape;1000;p53"/>
            <p:cNvSpPr/>
            <p:nvPr/>
          </p:nvSpPr>
          <p:spPr>
            <a:xfrm>
              <a:off x="10199025" y="1074750"/>
              <a:ext cx="154450" cy="229800"/>
            </a:xfrm>
            <a:custGeom>
              <a:rect b="b" l="l" r="r" t="t"/>
              <a:pathLst>
                <a:path extrusionOk="0" h="9192" w="6178">
                  <a:moveTo>
                    <a:pt x="5787" y="0"/>
                  </a:moveTo>
                  <a:cubicBezTo>
                    <a:pt x="5711" y="0"/>
                    <a:pt x="5636" y="28"/>
                    <a:pt x="5579" y="92"/>
                  </a:cubicBezTo>
                  <a:cubicBezTo>
                    <a:pt x="3900" y="3099"/>
                    <a:pt x="2020" y="5931"/>
                    <a:pt x="141" y="8864"/>
                  </a:cubicBezTo>
                  <a:cubicBezTo>
                    <a:pt x="1" y="9003"/>
                    <a:pt x="214" y="9191"/>
                    <a:pt x="390" y="9191"/>
                  </a:cubicBezTo>
                  <a:cubicBezTo>
                    <a:pt x="466" y="9191"/>
                    <a:pt x="536" y="9156"/>
                    <a:pt x="567" y="9064"/>
                  </a:cubicBezTo>
                  <a:cubicBezTo>
                    <a:pt x="2547" y="6232"/>
                    <a:pt x="4326" y="3325"/>
                    <a:pt x="6105" y="392"/>
                  </a:cubicBezTo>
                  <a:cubicBezTo>
                    <a:pt x="6177" y="177"/>
                    <a:pt x="5979" y="0"/>
                    <a:pt x="5787"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1" name="Google Shape;1001;p53"/>
            <p:cNvSpPr/>
            <p:nvPr/>
          </p:nvSpPr>
          <p:spPr>
            <a:xfrm>
              <a:off x="10249525" y="1105225"/>
              <a:ext cx="130975" cy="211800"/>
            </a:xfrm>
            <a:custGeom>
              <a:rect b="b" l="l" r="r" t="t"/>
              <a:pathLst>
                <a:path extrusionOk="0" h="8472" w="5239">
                  <a:moveTo>
                    <a:pt x="5238" y="1"/>
                  </a:moveTo>
                  <a:lnTo>
                    <a:pt x="1466" y="6101"/>
                  </a:lnTo>
                  <a:lnTo>
                    <a:pt x="1466" y="6101"/>
                  </a:lnTo>
                  <a:cubicBezTo>
                    <a:pt x="2796" y="4100"/>
                    <a:pt x="4064" y="2088"/>
                    <a:pt x="5238" y="1"/>
                  </a:cubicBezTo>
                  <a:close/>
                  <a:moveTo>
                    <a:pt x="1466" y="6101"/>
                  </a:moveTo>
                  <a:cubicBezTo>
                    <a:pt x="1263" y="6407"/>
                    <a:pt x="1058" y="6713"/>
                    <a:pt x="852" y="7018"/>
                  </a:cubicBezTo>
                  <a:cubicBezTo>
                    <a:pt x="527" y="7519"/>
                    <a:pt x="226" y="7945"/>
                    <a:pt x="0" y="8472"/>
                  </a:cubicBezTo>
                  <a:lnTo>
                    <a:pt x="1466" y="6101"/>
                  </a:lnTo>
                  <a:close/>
                </a:path>
              </a:pathLst>
            </a:custGeom>
            <a:solidFill>
              <a:srgbClr val="F467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2" name="Google Shape;1002;p53"/>
            <p:cNvSpPr/>
            <p:nvPr/>
          </p:nvSpPr>
          <p:spPr>
            <a:xfrm>
              <a:off x="10241025" y="1099025"/>
              <a:ext cx="147775" cy="223975"/>
            </a:xfrm>
            <a:custGeom>
              <a:rect b="b" l="l" r="r" t="t"/>
              <a:pathLst>
                <a:path extrusionOk="0" h="8959" w="5911">
                  <a:moveTo>
                    <a:pt x="5617" y="1"/>
                  </a:moveTo>
                  <a:cubicBezTo>
                    <a:pt x="5529" y="1"/>
                    <a:pt x="5430" y="45"/>
                    <a:pt x="5353" y="148"/>
                  </a:cubicBezTo>
                  <a:cubicBezTo>
                    <a:pt x="4526" y="1627"/>
                    <a:pt x="3699" y="2980"/>
                    <a:pt x="2746" y="4434"/>
                  </a:cubicBezTo>
                  <a:cubicBezTo>
                    <a:pt x="2345" y="5161"/>
                    <a:pt x="1919" y="5787"/>
                    <a:pt x="1393" y="6514"/>
                  </a:cubicBezTo>
                  <a:cubicBezTo>
                    <a:pt x="967" y="7141"/>
                    <a:pt x="466" y="7893"/>
                    <a:pt x="140" y="8620"/>
                  </a:cubicBezTo>
                  <a:cubicBezTo>
                    <a:pt x="1" y="8759"/>
                    <a:pt x="151" y="8958"/>
                    <a:pt x="332" y="8958"/>
                  </a:cubicBezTo>
                  <a:cubicBezTo>
                    <a:pt x="411" y="8958"/>
                    <a:pt x="497" y="8920"/>
                    <a:pt x="566" y="8820"/>
                  </a:cubicBezTo>
                  <a:cubicBezTo>
                    <a:pt x="967" y="8093"/>
                    <a:pt x="1393" y="7467"/>
                    <a:pt x="1919" y="6740"/>
                  </a:cubicBezTo>
                  <a:cubicBezTo>
                    <a:pt x="2345" y="6113"/>
                    <a:pt x="2746" y="5386"/>
                    <a:pt x="3273" y="4760"/>
                  </a:cubicBezTo>
                  <a:cubicBezTo>
                    <a:pt x="4100" y="3281"/>
                    <a:pt x="4952" y="1828"/>
                    <a:pt x="5779" y="374"/>
                  </a:cubicBezTo>
                  <a:cubicBezTo>
                    <a:pt x="5910" y="160"/>
                    <a:pt x="5783" y="1"/>
                    <a:pt x="5617"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3" name="Google Shape;1003;p53"/>
            <p:cNvSpPr/>
            <p:nvPr/>
          </p:nvSpPr>
          <p:spPr>
            <a:xfrm>
              <a:off x="10289000" y="1142200"/>
              <a:ext cx="125325" cy="190500"/>
            </a:xfrm>
            <a:custGeom>
              <a:rect b="b" l="l" r="r" t="t"/>
              <a:pathLst>
                <a:path extrusionOk="0" h="7620" w="5013">
                  <a:moveTo>
                    <a:pt x="5013" y="0"/>
                  </a:moveTo>
                  <a:lnTo>
                    <a:pt x="0" y="7619"/>
                  </a:lnTo>
                  <a:cubicBezTo>
                    <a:pt x="1780" y="5113"/>
                    <a:pt x="3434" y="2607"/>
                    <a:pt x="5013" y="0"/>
                  </a:cubicBezTo>
                  <a:close/>
                </a:path>
              </a:pathLst>
            </a:custGeom>
            <a:solidFill>
              <a:srgbClr val="F467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4" name="Google Shape;1004;p53"/>
            <p:cNvSpPr/>
            <p:nvPr/>
          </p:nvSpPr>
          <p:spPr>
            <a:xfrm>
              <a:off x="10279925" y="1135550"/>
              <a:ext cx="143025" cy="201675"/>
            </a:xfrm>
            <a:custGeom>
              <a:rect b="b" l="l" r="r" t="t"/>
              <a:pathLst>
                <a:path extrusionOk="0" h="8067" w="5721">
                  <a:moveTo>
                    <a:pt x="5437" y="0"/>
                  </a:moveTo>
                  <a:cubicBezTo>
                    <a:pt x="5348" y="0"/>
                    <a:pt x="5247" y="49"/>
                    <a:pt x="5175" y="166"/>
                  </a:cubicBezTo>
                  <a:cubicBezTo>
                    <a:pt x="3596" y="2773"/>
                    <a:pt x="1917" y="5279"/>
                    <a:pt x="163" y="7685"/>
                  </a:cubicBezTo>
                  <a:cubicBezTo>
                    <a:pt x="0" y="7902"/>
                    <a:pt x="176" y="8066"/>
                    <a:pt x="362" y="8066"/>
                  </a:cubicBezTo>
                  <a:cubicBezTo>
                    <a:pt x="434" y="8066"/>
                    <a:pt x="508" y="8042"/>
                    <a:pt x="564" y="7986"/>
                  </a:cubicBezTo>
                  <a:cubicBezTo>
                    <a:pt x="2343" y="5580"/>
                    <a:pt x="4022" y="2973"/>
                    <a:pt x="5576" y="367"/>
                  </a:cubicBezTo>
                  <a:cubicBezTo>
                    <a:pt x="5721" y="157"/>
                    <a:pt x="5597" y="0"/>
                    <a:pt x="5437"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5" name="Google Shape;1005;p53"/>
            <p:cNvSpPr/>
            <p:nvPr/>
          </p:nvSpPr>
          <p:spPr>
            <a:xfrm>
              <a:off x="10377975" y="1199200"/>
              <a:ext cx="49525" cy="68325"/>
            </a:xfrm>
            <a:custGeom>
              <a:rect b="b" l="l" r="r" t="t"/>
              <a:pathLst>
                <a:path extrusionOk="0" h="2733" w="1981">
                  <a:moveTo>
                    <a:pt x="1980" y="1"/>
                  </a:moveTo>
                  <a:lnTo>
                    <a:pt x="0" y="2733"/>
                  </a:lnTo>
                  <a:cubicBezTo>
                    <a:pt x="627" y="1881"/>
                    <a:pt x="1353" y="953"/>
                    <a:pt x="1980" y="1"/>
                  </a:cubicBezTo>
                  <a:close/>
                </a:path>
              </a:pathLst>
            </a:custGeom>
            <a:solidFill>
              <a:srgbClr val="F467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6" name="Google Shape;1006;p53"/>
            <p:cNvSpPr/>
            <p:nvPr/>
          </p:nvSpPr>
          <p:spPr>
            <a:xfrm>
              <a:off x="10369825" y="1193550"/>
              <a:ext cx="66175" cy="80875"/>
            </a:xfrm>
            <a:custGeom>
              <a:rect b="b" l="l" r="r" t="t"/>
              <a:pathLst>
                <a:path extrusionOk="0" h="3235" w="2647">
                  <a:moveTo>
                    <a:pt x="2311" y="0"/>
                  </a:moveTo>
                  <a:cubicBezTo>
                    <a:pt x="2232" y="0"/>
                    <a:pt x="2148" y="36"/>
                    <a:pt x="2080" y="127"/>
                  </a:cubicBezTo>
                  <a:cubicBezTo>
                    <a:pt x="1454" y="1079"/>
                    <a:pt x="827" y="1906"/>
                    <a:pt x="101" y="2859"/>
                  </a:cubicBezTo>
                  <a:cubicBezTo>
                    <a:pt x="0" y="2959"/>
                    <a:pt x="0" y="3059"/>
                    <a:pt x="101" y="3159"/>
                  </a:cubicBezTo>
                  <a:cubicBezTo>
                    <a:pt x="151" y="3209"/>
                    <a:pt x="232" y="3235"/>
                    <a:pt x="301" y="3235"/>
                  </a:cubicBezTo>
                  <a:cubicBezTo>
                    <a:pt x="370" y="3235"/>
                    <a:pt x="426" y="3209"/>
                    <a:pt x="426" y="3159"/>
                  </a:cubicBezTo>
                  <a:cubicBezTo>
                    <a:pt x="1153" y="2332"/>
                    <a:pt x="1880" y="1280"/>
                    <a:pt x="2507" y="352"/>
                  </a:cubicBezTo>
                  <a:cubicBezTo>
                    <a:pt x="2647" y="195"/>
                    <a:pt x="2493" y="0"/>
                    <a:pt x="2311"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7" name="Google Shape;1007;p53"/>
            <p:cNvSpPr/>
            <p:nvPr/>
          </p:nvSpPr>
          <p:spPr>
            <a:xfrm>
              <a:off x="10202525" y="1050725"/>
              <a:ext cx="13175" cy="28825"/>
            </a:xfrm>
            <a:custGeom>
              <a:rect b="b" l="l" r="r" t="t"/>
              <a:pathLst>
                <a:path extrusionOk="0" h="1153" w="527">
                  <a:moveTo>
                    <a:pt x="527" y="0"/>
                  </a:moveTo>
                  <a:lnTo>
                    <a:pt x="527" y="0"/>
                  </a:lnTo>
                  <a:cubicBezTo>
                    <a:pt x="494" y="69"/>
                    <a:pt x="465" y="135"/>
                    <a:pt x="436" y="198"/>
                  </a:cubicBezTo>
                  <a:lnTo>
                    <a:pt x="436" y="198"/>
                  </a:lnTo>
                  <a:lnTo>
                    <a:pt x="527" y="0"/>
                  </a:lnTo>
                  <a:close/>
                  <a:moveTo>
                    <a:pt x="436" y="198"/>
                  </a:moveTo>
                  <a:lnTo>
                    <a:pt x="1" y="1153"/>
                  </a:lnTo>
                  <a:cubicBezTo>
                    <a:pt x="190" y="796"/>
                    <a:pt x="291" y="527"/>
                    <a:pt x="436" y="198"/>
                  </a:cubicBezTo>
                  <a:close/>
                </a:path>
              </a:pathLst>
            </a:custGeom>
            <a:solidFill>
              <a:srgbClr val="F467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8" name="Google Shape;1008;p53"/>
            <p:cNvSpPr/>
            <p:nvPr/>
          </p:nvSpPr>
          <p:spPr>
            <a:xfrm>
              <a:off x="10195000" y="1045700"/>
              <a:ext cx="28850" cy="38875"/>
            </a:xfrm>
            <a:custGeom>
              <a:rect b="b" l="l" r="r" t="t"/>
              <a:pathLst>
                <a:path extrusionOk="0" h="1555" w="1154">
                  <a:moveTo>
                    <a:pt x="928" y="1"/>
                  </a:moveTo>
                  <a:cubicBezTo>
                    <a:pt x="828" y="1"/>
                    <a:pt x="728" y="1"/>
                    <a:pt x="627" y="101"/>
                  </a:cubicBezTo>
                  <a:cubicBezTo>
                    <a:pt x="427" y="502"/>
                    <a:pt x="201" y="828"/>
                    <a:pt x="101" y="1128"/>
                  </a:cubicBezTo>
                  <a:cubicBezTo>
                    <a:pt x="1" y="1254"/>
                    <a:pt x="1" y="1454"/>
                    <a:pt x="101" y="1554"/>
                  </a:cubicBezTo>
                  <a:cubicBezTo>
                    <a:pt x="302" y="1554"/>
                    <a:pt x="427" y="1554"/>
                    <a:pt x="527" y="1454"/>
                  </a:cubicBezTo>
                  <a:cubicBezTo>
                    <a:pt x="728" y="1028"/>
                    <a:pt x="928" y="727"/>
                    <a:pt x="1053" y="402"/>
                  </a:cubicBezTo>
                  <a:cubicBezTo>
                    <a:pt x="1154" y="301"/>
                    <a:pt x="1154" y="101"/>
                    <a:pt x="92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9" name="Google Shape;1009;p53"/>
            <p:cNvSpPr/>
            <p:nvPr/>
          </p:nvSpPr>
          <p:spPr>
            <a:xfrm>
              <a:off x="10098525" y="1136550"/>
              <a:ext cx="20700" cy="39500"/>
            </a:xfrm>
            <a:custGeom>
              <a:rect b="b" l="l" r="r" t="t"/>
              <a:pathLst>
                <a:path extrusionOk="0" h="1580" w="828">
                  <a:moveTo>
                    <a:pt x="827" y="1"/>
                  </a:moveTo>
                  <a:lnTo>
                    <a:pt x="0" y="1580"/>
                  </a:lnTo>
                  <a:cubicBezTo>
                    <a:pt x="301" y="1053"/>
                    <a:pt x="627" y="527"/>
                    <a:pt x="827" y="1"/>
                  </a:cubicBezTo>
                  <a:close/>
                </a:path>
              </a:pathLst>
            </a:custGeom>
            <a:solidFill>
              <a:srgbClr val="F467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0" name="Google Shape;1010;p53"/>
            <p:cNvSpPr/>
            <p:nvPr/>
          </p:nvSpPr>
          <p:spPr>
            <a:xfrm>
              <a:off x="10090375" y="1129675"/>
              <a:ext cx="36975" cy="52425"/>
            </a:xfrm>
            <a:custGeom>
              <a:rect b="b" l="l" r="r" t="t"/>
              <a:pathLst>
                <a:path extrusionOk="0" h="2097" w="1479">
                  <a:moveTo>
                    <a:pt x="1116" y="0"/>
                  </a:moveTo>
                  <a:cubicBezTo>
                    <a:pt x="1053" y="0"/>
                    <a:pt x="1003" y="25"/>
                    <a:pt x="953" y="75"/>
                  </a:cubicBezTo>
                  <a:cubicBezTo>
                    <a:pt x="627" y="602"/>
                    <a:pt x="426" y="1228"/>
                    <a:pt x="101" y="1754"/>
                  </a:cubicBezTo>
                  <a:cubicBezTo>
                    <a:pt x="0" y="1855"/>
                    <a:pt x="101" y="1955"/>
                    <a:pt x="226" y="2055"/>
                  </a:cubicBezTo>
                  <a:cubicBezTo>
                    <a:pt x="255" y="2085"/>
                    <a:pt x="285" y="2097"/>
                    <a:pt x="314" y="2097"/>
                  </a:cubicBezTo>
                  <a:cubicBezTo>
                    <a:pt x="385" y="2097"/>
                    <a:pt x="456" y="2026"/>
                    <a:pt x="527" y="1955"/>
                  </a:cubicBezTo>
                  <a:cubicBezTo>
                    <a:pt x="852" y="1429"/>
                    <a:pt x="1153" y="902"/>
                    <a:pt x="1479" y="401"/>
                  </a:cubicBezTo>
                  <a:cubicBezTo>
                    <a:pt x="1479" y="276"/>
                    <a:pt x="1479" y="75"/>
                    <a:pt x="1354" y="75"/>
                  </a:cubicBezTo>
                  <a:cubicBezTo>
                    <a:pt x="1253" y="25"/>
                    <a:pt x="1178" y="0"/>
                    <a:pt x="111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1" name="Google Shape;1011;p53"/>
            <p:cNvSpPr/>
            <p:nvPr/>
          </p:nvSpPr>
          <p:spPr>
            <a:xfrm>
              <a:off x="10278350" y="1100225"/>
              <a:ext cx="28825" cy="55150"/>
            </a:xfrm>
            <a:custGeom>
              <a:rect b="b" l="l" r="r" t="t"/>
              <a:pathLst>
                <a:path extrusionOk="0" h="2206" w="1153">
                  <a:moveTo>
                    <a:pt x="1153" y="0"/>
                  </a:moveTo>
                  <a:lnTo>
                    <a:pt x="1153" y="0"/>
                  </a:lnTo>
                  <a:cubicBezTo>
                    <a:pt x="905" y="424"/>
                    <a:pt x="699" y="847"/>
                    <a:pt x="486" y="1276"/>
                  </a:cubicBezTo>
                  <a:lnTo>
                    <a:pt x="486" y="1276"/>
                  </a:lnTo>
                  <a:lnTo>
                    <a:pt x="1153" y="0"/>
                  </a:lnTo>
                  <a:close/>
                  <a:moveTo>
                    <a:pt x="486" y="1276"/>
                  </a:moveTo>
                  <a:lnTo>
                    <a:pt x="0" y="2206"/>
                  </a:lnTo>
                  <a:cubicBezTo>
                    <a:pt x="178" y="1892"/>
                    <a:pt x="334" y="1582"/>
                    <a:pt x="486" y="1276"/>
                  </a:cubicBezTo>
                  <a:close/>
                </a:path>
              </a:pathLst>
            </a:custGeom>
            <a:solidFill>
              <a:srgbClr val="F467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2" name="Google Shape;1012;p53"/>
            <p:cNvSpPr/>
            <p:nvPr/>
          </p:nvSpPr>
          <p:spPr>
            <a:xfrm>
              <a:off x="10269825" y="1093700"/>
              <a:ext cx="46050" cy="67350"/>
            </a:xfrm>
            <a:custGeom>
              <a:rect b="b" l="l" r="r" t="t"/>
              <a:pathLst>
                <a:path extrusionOk="0" h="2694" w="1842">
                  <a:moveTo>
                    <a:pt x="1503" y="1"/>
                  </a:moveTo>
                  <a:cubicBezTo>
                    <a:pt x="1415" y="1"/>
                    <a:pt x="1328" y="48"/>
                    <a:pt x="1294" y="161"/>
                  </a:cubicBezTo>
                  <a:cubicBezTo>
                    <a:pt x="867" y="888"/>
                    <a:pt x="441" y="1614"/>
                    <a:pt x="141" y="2341"/>
                  </a:cubicBezTo>
                  <a:cubicBezTo>
                    <a:pt x="0" y="2499"/>
                    <a:pt x="154" y="2693"/>
                    <a:pt x="337" y="2693"/>
                  </a:cubicBezTo>
                  <a:cubicBezTo>
                    <a:pt x="415" y="2693"/>
                    <a:pt x="499" y="2657"/>
                    <a:pt x="567" y="2567"/>
                  </a:cubicBezTo>
                  <a:cubicBezTo>
                    <a:pt x="968" y="1840"/>
                    <a:pt x="1294" y="1088"/>
                    <a:pt x="1695" y="361"/>
                  </a:cubicBezTo>
                  <a:cubicBezTo>
                    <a:pt x="1842" y="165"/>
                    <a:pt x="1669" y="1"/>
                    <a:pt x="1503"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3" name="Google Shape;1013;p53"/>
            <p:cNvSpPr/>
            <p:nvPr/>
          </p:nvSpPr>
          <p:spPr>
            <a:xfrm>
              <a:off x="10346625" y="1191700"/>
              <a:ext cx="7550" cy="15675"/>
            </a:xfrm>
            <a:custGeom>
              <a:rect b="b" l="l" r="r" t="t"/>
              <a:pathLst>
                <a:path extrusionOk="0" h="627" w="302">
                  <a:moveTo>
                    <a:pt x="302" y="0"/>
                  </a:moveTo>
                  <a:lnTo>
                    <a:pt x="302" y="0"/>
                  </a:lnTo>
                  <a:cubicBezTo>
                    <a:pt x="252" y="100"/>
                    <a:pt x="201" y="207"/>
                    <a:pt x="151" y="314"/>
                  </a:cubicBezTo>
                  <a:lnTo>
                    <a:pt x="302" y="0"/>
                  </a:lnTo>
                  <a:close/>
                  <a:moveTo>
                    <a:pt x="151" y="314"/>
                  </a:moveTo>
                  <a:lnTo>
                    <a:pt x="1" y="627"/>
                  </a:lnTo>
                  <a:cubicBezTo>
                    <a:pt x="51" y="527"/>
                    <a:pt x="101" y="420"/>
                    <a:pt x="151" y="314"/>
                  </a:cubicBezTo>
                  <a:close/>
                </a:path>
              </a:pathLst>
            </a:custGeom>
            <a:solidFill>
              <a:srgbClr val="F467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4" name="Google Shape;1014;p53"/>
            <p:cNvSpPr/>
            <p:nvPr/>
          </p:nvSpPr>
          <p:spPr>
            <a:xfrm>
              <a:off x="10338500" y="1184575"/>
              <a:ext cx="23825" cy="30325"/>
            </a:xfrm>
            <a:custGeom>
              <a:rect b="b" l="l" r="r" t="t"/>
              <a:pathLst>
                <a:path extrusionOk="0" h="1213" w="953">
                  <a:moveTo>
                    <a:pt x="617" y="1"/>
                  </a:moveTo>
                  <a:cubicBezTo>
                    <a:pt x="541" y="1"/>
                    <a:pt x="484" y="56"/>
                    <a:pt x="426" y="185"/>
                  </a:cubicBezTo>
                  <a:cubicBezTo>
                    <a:pt x="326" y="385"/>
                    <a:pt x="201" y="586"/>
                    <a:pt x="0" y="812"/>
                  </a:cubicBezTo>
                  <a:cubicBezTo>
                    <a:pt x="0" y="912"/>
                    <a:pt x="0" y="1112"/>
                    <a:pt x="100" y="1213"/>
                  </a:cubicBezTo>
                  <a:cubicBezTo>
                    <a:pt x="201" y="1213"/>
                    <a:pt x="426" y="1213"/>
                    <a:pt x="526" y="1112"/>
                  </a:cubicBezTo>
                  <a:cubicBezTo>
                    <a:pt x="627" y="812"/>
                    <a:pt x="727" y="586"/>
                    <a:pt x="827" y="385"/>
                  </a:cubicBezTo>
                  <a:cubicBezTo>
                    <a:pt x="953" y="285"/>
                    <a:pt x="953" y="85"/>
                    <a:pt x="827" y="85"/>
                  </a:cubicBezTo>
                  <a:cubicBezTo>
                    <a:pt x="742" y="31"/>
                    <a:pt x="674" y="1"/>
                    <a:pt x="617"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15" name="Google Shape;1015;p53"/>
          <p:cNvGrpSpPr/>
          <p:nvPr/>
        </p:nvGrpSpPr>
        <p:grpSpPr>
          <a:xfrm rot="1628208">
            <a:off x="6677278" y="3040846"/>
            <a:ext cx="587736" cy="781797"/>
            <a:chOff x="3600400" y="2783875"/>
            <a:chExt cx="402275" cy="535100"/>
          </a:xfrm>
        </p:grpSpPr>
        <p:sp>
          <p:nvSpPr>
            <p:cNvPr id="1016" name="Google Shape;1016;p53"/>
            <p:cNvSpPr/>
            <p:nvPr/>
          </p:nvSpPr>
          <p:spPr>
            <a:xfrm>
              <a:off x="3631725" y="3070825"/>
              <a:ext cx="195525" cy="237500"/>
            </a:xfrm>
            <a:custGeom>
              <a:rect b="b" l="l" r="r" t="t"/>
              <a:pathLst>
                <a:path extrusionOk="0" h="9500" w="7821">
                  <a:moveTo>
                    <a:pt x="3033" y="1"/>
                  </a:moveTo>
                  <a:lnTo>
                    <a:pt x="1" y="7620"/>
                  </a:lnTo>
                  <a:lnTo>
                    <a:pt x="2808" y="7520"/>
                  </a:lnTo>
                  <a:lnTo>
                    <a:pt x="4687" y="9500"/>
                  </a:lnTo>
                  <a:lnTo>
                    <a:pt x="7820" y="1881"/>
                  </a:lnTo>
                  <a:lnTo>
                    <a:pt x="3033"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7" name="Google Shape;1017;p53"/>
            <p:cNvSpPr/>
            <p:nvPr/>
          </p:nvSpPr>
          <p:spPr>
            <a:xfrm>
              <a:off x="3623575" y="3062700"/>
              <a:ext cx="211825" cy="256275"/>
            </a:xfrm>
            <a:custGeom>
              <a:rect b="b" l="l" r="r" t="t"/>
              <a:pathLst>
                <a:path extrusionOk="0" h="10251" w="8473">
                  <a:moveTo>
                    <a:pt x="3459" y="627"/>
                  </a:moveTo>
                  <a:lnTo>
                    <a:pt x="7845" y="2306"/>
                  </a:lnTo>
                  <a:lnTo>
                    <a:pt x="5009" y="9483"/>
                  </a:lnTo>
                  <a:lnTo>
                    <a:pt x="3259" y="7644"/>
                  </a:lnTo>
                  <a:lnTo>
                    <a:pt x="627" y="7744"/>
                  </a:lnTo>
                  <a:lnTo>
                    <a:pt x="3459" y="627"/>
                  </a:lnTo>
                  <a:close/>
                  <a:moveTo>
                    <a:pt x="3259" y="0"/>
                  </a:moveTo>
                  <a:lnTo>
                    <a:pt x="1" y="8145"/>
                  </a:lnTo>
                  <a:lnTo>
                    <a:pt x="1" y="8145"/>
                  </a:lnTo>
                  <a:lnTo>
                    <a:pt x="3033" y="8045"/>
                  </a:lnTo>
                  <a:lnTo>
                    <a:pt x="5139" y="10251"/>
                  </a:lnTo>
                  <a:lnTo>
                    <a:pt x="5239" y="9925"/>
                  </a:lnTo>
                  <a:lnTo>
                    <a:pt x="8472" y="2105"/>
                  </a:lnTo>
                  <a:lnTo>
                    <a:pt x="3259" y="0"/>
                  </a:ln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8" name="Google Shape;1018;p53"/>
            <p:cNvSpPr/>
            <p:nvPr/>
          </p:nvSpPr>
          <p:spPr>
            <a:xfrm>
              <a:off x="3775225" y="3070825"/>
              <a:ext cx="196125" cy="237500"/>
            </a:xfrm>
            <a:custGeom>
              <a:rect b="b" l="l" r="r" t="t"/>
              <a:pathLst>
                <a:path extrusionOk="0" h="9500" w="7845">
                  <a:moveTo>
                    <a:pt x="4812" y="1"/>
                  </a:moveTo>
                  <a:lnTo>
                    <a:pt x="0" y="1881"/>
                  </a:lnTo>
                  <a:lnTo>
                    <a:pt x="3033" y="9500"/>
                  </a:lnTo>
                  <a:lnTo>
                    <a:pt x="5013" y="7520"/>
                  </a:lnTo>
                  <a:lnTo>
                    <a:pt x="7845" y="7620"/>
                  </a:lnTo>
                  <a:lnTo>
                    <a:pt x="7845" y="7620"/>
                  </a:lnTo>
                  <a:lnTo>
                    <a:pt x="4812"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9" name="Google Shape;1019;p53"/>
            <p:cNvSpPr/>
            <p:nvPr/>
          </p:nvSpPr>
          <p:spPr>
            <a:xfrm>
              <a:off x="3767700" y="3062700"/>
              <a:ext cx="211175" cy="256275"/>
            </a:xfrm>
            <a:custGeom>
              <a:rect b="b" l="l" r="r" t="t"/>
              <a:pathLst>
                <a:path extrusionOk="0" h="10251" w="8447">
                  <a:moveTo>
                    <a:pt x="5013" y="627"/>
                  </a:moveTo>
                  <a:lnTo>
                    <a:pt x="7820" y="7744"/>
                  </a:lnTo>
                  <a:lnTo>
                    <a:pt x="5213" y="7644"/>
                  </a:lnTo>
                  <a:lnTo>
                    <a:pt x="3421" y="9436"/>
                  </a:lnTo>
                  <a:lnTo>
                    <a:pt x="3421" y="9436"/>
                  </a:lnTo>
                  <a:lnTo>
                    <a:pt x="627" y="2306"/>
                  </a:lnTo>
                  <a:lnTo>
                    <a:pt x="5013" y="627"/>
                  </a:lnTo>
                  <a:close/>
                  <a:moveTo>
                    <a:pt x="5213" y="0"/>
                  </a:moveTo>
                  <a:lnTo>
                    <a:pt x="0" y="2105"/>
                  </a:lnTo>
                  <a:lnTo>
                    <a:pt x="3233" y="10251"/>
                  </a:lnTo>
                  <a:lnTo>
                    <a:pt x="3434" y="10025"/>
                  </a:lnTo>
                  <a:lnTo>
                    <a:pt x="5314" y="8045"/>
                  </a:lnTo>
                  <a:lnTo>
                    <a:pt x="8446" y="8145"/>
                  </a:lnTo>
                  <a:lnTo>
                    <a:pt x="5213" y="0"/>
                  </a:ln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0" name="Google Shape;1020;p53"/>
            <p:cNvSpPr/>
            <p:nvPr/>
          </p:nvSpPr>
          <p:spPr>
            <a:xfrm>
              <a:off x="3605425" y="2788875"/>
              <a:ext cx="391625" cy="396650"/>
            </a:xfrm>
            <a:custGeom>
              <a:rect b="b" l="l" r="r" t="t"/>
              <a:pathLst>
                <a:path extrusionOk="0" h="15866" w="15665">
                  <a:moveTo>
                    <a:pt x="7845" y="1"/>
                  </a:moveTo>
                  <a:lnTo>
                    <a:pt x="6491" y="527"/>
                  </a:lnTo>
                  <a:lnTo>
                    <a:pt x="5113" y="527"/>
                  </a:lnTo>
                  <a:lnTo>
                    <a:pt x="4085" y="1454"/>
                  </a:lnTo>
                  <a:lnTo>
                    <a:pt x="2732" y="1880"/>
                  </a:lnTo>
                  <a:lnTo>
                    <a:pt x="2105" y="3133"/>
                  </a:lnTo>
                  <a:lnTo>
                    <a:pt x="952" y="3961"/>
                  </a:lnTo>
                  <a:lnTo>
                    <a:pt x="727" y="5314"/>
                  </a:lnTo>
                  <a:lnTo>
                    <a:pt x="0" y="6567"/>
                  </a:lnTo>
                  <a:lnTo>
                    <a:pt x="326" y="7946"/>
                  </a:lnTo>
                  <a:lnTo>
                    <a:pt x="0" y="9299"/>
                  </a:lnTo>
                  <a:lnTo>
                    <a:pt x="727" y="10552"/>
                  </a:lnTo>
                  <a:lnTo>
                    <a:pt x="952" y="11905"/>
                  </a:lnTo>
                  <a:lnTo>
                    <a:pt x="2105" y="12833"/>
                  </a:lnTo>
                  <a:lnTo>
                    <a:pt x="2732" y="14086"/>
                  </a:lnTo>
                  <a:lnTo>
                    <a:pt x="4085" y="14512"/>
                  </a:lnTo>
                  <a:lnTo>
                    <a:pt x="5113" y="15464"/>
                  </a:lnTo>
                  <a:lnTo>
                    <a:pt x="6491" y="15339"/>
                  </a:lnTo>
                  <a:lnTo>
                    <a:pt x="7845" y="15865"/>
                  </a:lnTo>
                  <a:lnTo>
                    <a:pt x="9198" y="15339"/>
                  </a:lnTo>
                  <a:lnTo>
                    <a:pt x="10551" y="15464"/>
                  </a:lnTo>
                  <a:lnTo>
                    <a:pt x="11604" y="14512"/>
                  </a:lnTo>
                  <a:lnTo>
                    <a:pt x="12957" y="14086"/>
                  </a:lnTo>
                  <a:lnTo>
                    <a:pt x="13584" y="12833"/>
                  </a:lnTo>
                  <a:lnTo>
                    <a:pt x="14737" y="11905"/>
                  </a:lnTo>
                  <a:lnTo>
                    <a:pt x="14937" y="10552"/>
                  </a:lnTo>
                  <a:lnTo>
                    <a:pt x="15664" y="9299"/>
                  </a:lnTo>
                  <a:lnTo>
                    <a:pt x="15363" y="7946"/>
                  </a:lnTo>
                  <a:lnTo>
                    <a:pt x="15664" y="6567"/>
                  </a:lnTo>
                  <a:lnTo>
                    <a:pt x="14937" y="5314"/>
                  </a:lnTo>
                  <a:lnTo>
                    <a:pt x="14737" y="3961"/>
                  </a:lnTo>
                  <a:lnTo>
                    <a:pt x="13584" y="3133"/>
                  </a:lnTo>
                  <a:lnTo>
                    <a:pt x="12957" y="1880"/>
                  </a:lnTo>
                  <a:lnTo>
                    <a:pt x="11604" y="1454"/>
                  </a:lnTo>
                  <a:lnTo>
                    <a:pt x="10551" y="527"/>
                  </a:lnTo>
                  <a:lnTo>
                    <a:pt x="9198" y="527"/>
                  </a:lnTo>
                  <a:lnTo>
                    <a:pt x="7845"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1" name="Google Shape;1021;p53"/>
            <p:cNvSpPr/>
            <p:nvPr/>
          </p:nvSpPr>
          <p:spPr>
            <a:xfrm>
              <a:off x="3600400" y="2783875"/>
              <a:ext cx="402275" cy="409800"/>
            </a:xfrm>
            <a:custGeom>
              <a:rect b="b" l="l" r="r" t="t"/>
              <a:pathLst>
                <a:path extrusionOk="0" h="16392" w="16091">
                  <a:moveTo>
                    <a:pt x="8046" y="401"/>
                  </a:moveTo>
                  <a:lnTo>
                    <a:pt x="9299" y="927"/>
                  </a:lnTo>
                  <a:lnTo>
                    <a:pt x="10652" y="927"/>
                  </a:lnTo>
                  <a:lnTo>
                    <a:pt x="11705" y="1755"/>
                  </a:lnTo>
                  <a:lnTo>
                    <a:pt x="13058" y="2181"/>
                  </a:lnTo>
                  <a:lnTo>
                    <a:pt x="13685" y="3434"/>
                  </a:lnTo>
                  <a:lnTo>
                    <a:pt x="14712" y="4261"/>
                  </a:lnTo>
                  <a:lnTo>
                    <a:pt x="14938" y="5639"/>
                  </a:lnTo>
                  <a:lnTo>
                    <a:pt x="15665" y="6767"/>
                  </a:lnTo>
                  <a:lnTo>
                    <a:pt x="15339" y="8146"/>
                  </a:lnTo>
                  <a:lnTo>
                    <a:pt x="15339" y="8246"/>
                  </a:lnTo>
                  <a:lnTo>
                    <a:pt x="15665" y="9499"/>
                  </a:lnTo>
                  <a:lnTo>
                    <a:pt x="14938" y="10652"/>
                  </a:lnTo>
                  <a:lnTo>
                    <a:pt x="14712" y="12005"/>
                  </a:lnTo>
                  <a:lnTo>
                    <a:pt x="13685" y="12832"/>
                  </a:lnTo>
                  <a:lnTo>
                    <a:pt x="13058" y="14085"/>
                  </a:lnTo>
                  <a:lnTo>
                    <a:pt x="11705" y="14511"/>
                  </a:lnTo>
                  <a:lnTo>
                    <a:pt x="10652" y="15439"/>
                  </a:lnTo>
                  <a:lnTo>
                    <a:pt x="9299" y="15339"/>
                  </a:lnTo>
                  <a:lnTo>
                    <a:pt x="8046" y="15865"/>
                  </a:lnTo>
                  <a:lnTo>
                    <a:pt x="6793" y="15339"/>
                  </a:lnTo>
                  <a:lnTo>
                    <a:pt x="5439" y="15439"/>
                  </a:lnTo>
                  <a:lnTo>
                    <a:pt x="4386" y="14511"/>
                  </a:lnTo>
                  <a:lnTo>
                    <a:pt x="3033" y="14085"/>
                  </a:lnTo>
                  <a:lnTo>
                    <a:pt x="2407" y="12832"/>
                  </a:lnTo>
                  <a:lnTo>
                    <a:pt x="1354" y="12005"/>
                  </a:lnTo>
                  <a:lnTo>
                    <a:pt x="1153" y="10652"/>
                  </a:lnTo>
                  <a:lnTo>
                    <a:pt x="427" y="9499"/>
                  </a:lnTo>
                  <a:lnTo>
                    <a:pt x="727" y="8146"/>
                  </a:lnTo>
                  <a:lnTo>
                    <a:pt x="427" y="6767"/>
                  </a:lnTo>
                  <a:lnTo>
                    <a:pt x="1153" y="5639"/>
                  </a:lnTo>
                  <a:lnTo>
                    <a:pt x="1354" y="4261"/>
                  </a:lnTo>
                  <a:lnTo>
                    <a:pt x="2407" y="3434"/>
                  </a:lnTo>
                  <a:lnTo>
                    <a:pt x="3033" y="2181"/>
                  </a:lnTo>
                  <a:lnTo>
                    <a:pt x="4386" y="1755"/>
                  </a:lnTo>
                  <a:lnTo>
                    <a:pt x="5439" y="927"/>
                  </a:lnTo>
                  <a:lnTo>
                    <a:pt x="6793" y="927"/>
                  </a:lnTo>
                  <a:lnTo>
                    <a:pt x="8046" y="401"/>
                  </a:lnTo>
                  <a:close/>
                  <a:moveTo>
                    <a:pt x="8046" y="0"/>
                  </a:moveTo>
                  <a:lnTo>
                    <a:pt x="6692" y="501"/>
                  </a:lnTo>
                  <a:lnTo>
                    <a:pt x="5214" y="501"/>
                  </a:lnTo>
                  <a:lnTo>
                    <a:pt x="4186" y="1454"/>
                  </a:lnTo>
                  <a:lnTo>
                    <a:pt x="2808" y="1880"/>
                  </a:lnTo>
                  <a:lnTo>
                    <a:pt x="2081" y="3133"/>
                  </a:lnTo>
                  <a:lnTo>
                    <a:pt x="928" y="4060"/>
                  </a:lnTo>
                  <a:lnTo>
                    <a:pt x="727" y="5514"/>
                  </a:lnTo>
                  <a:lnTo>
                    <a:pt x="1" y="6767"/>
                  </a:lnTo>
                  <a:lnTo>
                    <a:pt x="301" y="8146"/>
                  </a:lnTo>
                  <a:lnTo>
                    <a:pt x="1" y="9599"/>
                  </a:lnTo>
                  <a:lnTo>
                    <a:pt x="727" y="10852"/>
                  </a:lnTo>
                  <a:lnTo>
                    <a:pt x="928" y="12206"/>
                  </a:lnTo>
                  <a:lnTo>
                    <a:pt x="2081" y="13158"/>
                  </a:lnTo>
                  <a:lnTo>
                    <a:pt x="2808" y="14411"/>
                  </a:lnTo>
                  <a:lnTo>
                    <a:pt x="4186" y="14912"/>
                  </a:lnTo>
                  <a:lnTo>
                    <a:pt x="5214" y="15865"/>
                  </a:lnTo>
                  <a:lnTo>
                    <a:pt x="6692" y="15765"/>
                  </a:lnTo>
                  <a:lnTo>
                    <a:pt x="8046" y="16391"/>
                  </a:lnTo>
                  <a:lnTo>
                    <a:pt x="9399" y="15765"/>
                  </a:lnTo>
                  <a:lnTo>
                    <a:pt x="10853" y="15865"/>
                  </a:lnTo>
                  <a:lnTo>
                    <a:pt x="11905" y="14912"/>
                  </a:lnTo>
                  <a:lnTo>
                    <a:pt x="13259" y="14411"/>
                  </a:lnTo>
                  <a:lnTo>
                    <a:pt x="13986" y="13158"/>
                  </a:lnTo>
                  <a:lnTo>
                    <a:pt x="15138" y="12206"/>
                  </a:lnTo>
                  <a:lnTo>
                    <a:pt x="15339" y="10852"/>
                  </a:lnTo>
                  <a:lnTo>
                    <a:pt x="16091" y="9599"/>
                  </a:lnTo>
                  <a:lnTo>
                    <a:pt x="15776" y="8195"/>
                  </a:lnTo>
                  <a:lnTo>
                    <a:pt x="16091" y="6767"/>
                  </a:lnTo>
                  <a:lnTo>
                    <a:pt x="15339" y="5514"/>
                  </a:lnTo>
                  <a:lnTo>
                    <a:pt x="15138" y="4060"/>
                  </a:lnTo>
                  <a:lnTo>
                    <a:pt x="13986" y="3133"/>
                  </a:lnTo>
                  <a:lnTo>
                    <a:pt x="13259" y="1880"/>
                  </a:lnTo>
                  <a:lnTo>
                    <a:pt x="11905" y="1454"/>
                  </a:lnTo>
                  <a:lnTo>
                    <a:pt x="10853" y="501"/>
                  </a:lnTo>
                  <a:lnTo>
                    <a:pt x="9399" y="501"/>
                  </a:lnTo>
                  <a:lnTo>
                    <a:pt x="8046" y="0"/>
                  </a:ln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2" name="Google Shape;1022;p53"/>
            <p:cNvSpPr/>
            <p:nvPr/>
          </p:nvSpPr>
          <p:spPr>
            <a:xfrm>
              <a:off x="3663050" y="2851525"/>
              <a:ext cx="276975" cy="273850"/>
            </a:xfrm>
            <a:custGeom>
              <a:rect b="b" l="l" r="r" t="t"/>
              <a:pathLst>
                <a:path extrusionOk="0" h="10954" w="11079">
                  <a:moveTo>
                    <a:pt x="5540" y="302"/>
                  </a:moveTo>
                  <a:cubicBezTo>
                    <a:pt x="6993" y="302"/>
                    <a:pt x="8246" y="828"/>
                    <a:pt x="9199" y="1780"/>
                  </a:cubicBezTo>
                  <a:cubicBezTo>
                    <a:pt x="10126" y="2708"/>
                    <a:pt x="10753" y="4061"/>
                    <a:pt x="10753" y="5440"/>
                  </a:cubicBezTo>
                  <a:cubicBezTo>
                    <a:pt x="10753" y="6893"/>
                    <a:pt x="10126" y="8146"/>
                    <a:pt x="9199" y="9074"/>
                  </a:cubicBezTo>
                  <a:cubicBezTo>
                    <a:pt x="8246" y="10026"/>
                    <a:pt x="6993" y="10653"/>
                    <a:pt x="5540" y="10653"/>
                  </a:cubicBezTo>
                  <a:cubicBezTo>
                    <a:pt x="4061" y="10653"/>
                    <a:pt x="2808" y="10026"/>
                    <a:pt x="1880" y="9074"/>
                  </a:cubicBezTo>
                  <a:cubicBezTo>
                    <a:pt x="928" y="8146"/>
                    <a:pt x="302" y="6893"/>
                    <a:pt x="302" y="5440"/>
                  </a:cubicBezTo>
                  <a:cubicBezTo>
                    <a:pt x="302" y="4061"/>
                    <a:pt x="928" y="2708"/>
                    <a:pt x="1880" y="1780"/>
                  </a:cubicBezTo>
                  <a:cubicBezTo>
                    <a:pt x="2808" y="828"/>
                    <a:pt x="4061" y="302"/>
                    <a:pt x="5540" y="302"/>
                  </a:cubicBezTo>
                  <a:close/>
                  <a:moveTo>
                    <a:pt x="5540" y="1"/>
                  </a:moveTo>
                  <a:cubicBezTo>
                    <a:pt x="2507" y="1"/>
                    <a:pt x="1" y="2407"/>
                    <a:pt x="1" y="5440"/>
                  </a:cubicBezTo>
                  <a:cubicBezTo>
                    <a:pt x="1" y="8447"/>
                    <a:pt x="2507" y="10953"/>
                    <a:pt x="5540" y="10953"/>
                  </a:cubicBezTo>
                  <a:cubicBezTo>
                    <a:pt x="8572" y="10953"/>
                    <a:pt x="11079" y="8447"/>
                    <a:pt x="11079" y="5440"/>
                  </a:cubicBezTo>
                  <a:cubicBezTo>
                    <a:pt x="11079" y="2407"/>
                    <a:pt x="8572" y="1"/>
                    <a:pt x="5540" y="1"/>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23" name="Google Shape;1023;p53"/>
          <p:cNvSpPr txBox="1"/>
          <p:nvPr/>
        </p:nvSpPr>
        <p:spPr>
          <a:xfrm>
            <a:off x="1716878" y="3695025"/>
            <a:ext cx="12495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200">
                <a:latin typeface="Didact Gothic"/>
                <a:ea typeface="Didact Gothic"/>
                <a:cs typeface="Didact Gothic"/>
                <a:sym typeface="Didact Gothic"/>
              </a:rPr>
              <a:t>Tobi Bakare</a:t>
            </a:r>
            <a:endParaRPr b="1" sz="1200">
              <a:latin typeface="Didact Gothic"/>
              <a:ea typeface="Didact Gothic"/>
              <a:cs typeface="Didact Gothic"/>
              <a:sym typeface="Didact Gothic"/>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23" presetSubtype="16">
                                  <p:stCondLst>
                                    <p:cond delay="0"/>
                                  </p:stCondLst>
                                  <p:childTnLst>
                                    <p:set>
                                      <p:cBhvr>
                                        <p:cTn dur="1" fill="hold">
                                          <p:stCondLst>
                                            <p:cond delay="0"/>
                                          </p:stCondLst>
                                        </p:cTn>
                                        <p:tgtEl>
                                          <p:spTgt spid="981"/>
                                        </p:tgtEl>
                                        <p:attrNameLst>
                                          <p:attrName>style.visibility</p:attrName>
                                        </p:attrNameLst>
                                      </p:cBhvr>
                                      <p:to>
                                        <p:strVal val="visible"/>
                                      </p:to>
                                    </p:set>
                                    <p:anim calcmode="lin" valueType="num">
                                      <p:cBhvr additive="base">
                                        <p:cTn dur="1000"/>
                                        <p:tgtEl>
                                          <p:spTgt spid="981"/>
                                        </p:tgtEl>
                                        <p:attrNameLst>
                                          <p:attrName>ppt_w</p:attrName>
                                        </p:attrNameLst>
                                      </p:cBhvr>
                                      <p:tavLst>
                                        <p:tav fmla="" tm="0">
                                          <p:val>
                                            <p:strVal val="0"/>
                                          </p:val>
                                        </p:tav>
                                        <p:tav fmla="" tm="100000">
                                          <p:val>
                                            <p:strVal val="#ppt_w"/>
                                          </p:val>
                                        </p:tav>
                                      </p:tavLst>
                                    </p:anim>
                                    <p:anim calcmode="lin" valueType="num">
                                      <p:cBhvr additive="base">
                                        <p:cTn dur="1000"/>
                                        <p:tgtEl>
                                          <p:spTgt spid="981"/>
                                        </p:tgtEl>
                                        <p:attrNameLst>
                                          <p:attrName>ppt_h</p:attrName>
                                        </p:attrNameLst>
                                      </p:cBhvr>
                                      <p:tavLst>
                                        <p:tav fmla="" tm="0">
                                          <p:val>
                                            <p:strVal val="0"/>
                                          </p:val>
                                        </p:tav>
                                        <p:tav fmla="" tm="100000">
                                          <p:val>
                                            <p:strVal val="#ppt_h"/>
                                          </p:val>
                                        </p:tav>
                                      </p:tavLst>
                                    </p:anim>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982"/>
                                        </p:tgtEl>
                                        <p:attrNameLst>
                                          <p:attrName>style.visibility</p:attrName>
                                        </p:attrNameLst>
                                      </p:cBhvr>
                                      <p:to>
                                        <p:strVal val="visible"/>
                                      </p:to>
                                    </p:set>
                                    <p:animEffect filter="fade" transition="in">
                                      <p:cBhvr>
                                        <p:cTn dur="1000"/>
                                        <p:tgtEl>
                                          <p:spTgt spid="982"/>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015"/>
                                        </p:tgtEl>
                                        <p:attrNameLst>
                                          <p:attrName>style.visibility</p:attrName>
                                        </p:attrNameLst>
                                      </p:cBhvr>
                                      <p:to>
                                        <p:strVal val="visible"/>
                                      </p:to>
                                    </p:set>
                                    <p:animEffect filter="fade" transition="in">
                                      <p:cBhvr>
                                        <p:cTn dur="1000"/>
                                        <p:tgtEl>
                                          <p:spTgt spid="101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7" name="Shape 1027"/>
        <p:cNvGrpSpPr/>
        <p:nvPr/>
      </p:nvGrpSpPr>
      <p:grpSpPr>
        <a:xfrm>
          <a:off x="0" y="0"/>
          <a:ext cx="0" cy="0"/>
          <a:chOff x="0" y="0"/>
          <a:chExt cx="0" cy="0"/>
        </a:xfrm>
      </p:grpSpPr>
      <p:sp>
        <p:nvSpPr>
          <p:cNvPr id="1028" name="Google Shape;1028;p54"/>
          <p:cNvSpPr txBox="1"/>
          <p:nvPr>
            <p:ph type="ctrTitle"/>
          </p:nvPr>
        </p:nvSpPr>
        <p:spPr>
          <a:xfrm>
            <a:off x="1896300" y="339850"/>
            <a:ext cx="5130000" cy="624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Table of content</a:t>
            </a:r>
            <a:endParaRPr/>
          </a:p>
        </p:txBody>
      </p:sp>
      <p:sp>
        <p:nvSpPr>
          <p:cNvPr id="1029" name="Google Shape;1029;p54"/>
          <p:cNvSpPr txBox="1"/>
          <p:nvPr>
            <p:ph idx="1" type="subTitle"/>
          </p:nvPr>
        </p:nvSpPr>
        <p:spPr>
          <a:xfrm>
            <a:off x="1820100" y="747225"/>
            <a:ext cx="5997900" cy="3269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Introduction……………………………………………………....3</a:t>
            </a:r>
            <a:endParaRPr sz="1400"/>
          </a:p>
          <a:p>
            <a:pPr indent="0" lvl="0" marL="0" rtl="0" algn="l">
              <a:spcBef>
                <a:spcPts val="0"/>
              </a:spcBef>
              <a:spcAft>
                <a:spcPts val="0"/>
              </a:spcAft>
              <a:buNone/>
            </a:pPr>
            <a:r>
              <a:rPr lang="en" sz="1400"/>
              <a:t>Risk assessment</a:t>
            </a:r>
            <a:r>
              <a:rPr lang="en" sz="1400"/>
              <a:t>……………………….…..……………………..4</a:t>
            </a:r>
            <a:endParaRPr sz="1400"/>
          </a:p>
          <a:p>
            <a:pPr indent="0" lvl="0" marL="0" rtl="0" algn="l">
              <a:spcBef>
                <a:spcPts val="0"/>
              </a:spcBef>
              <a:spcAft>
                <a:spcPts val="0"/>
              </a:spcAft>
              <a:buNone/>
            </a:pPr>
            <a:r>
              <a:rPr lang="en" sz="1400"/>
              <a:t>Risk Mitigation Strategies………….</a:t>
            </a:r>
            <a:r>
              <a:rPr lang="en" sz="1400"/>
              <a:t>……</a:t>
            </a:r>
            <a:r>
              <a:rPr lang="en" sz="1400"/>
              <a:t>...</a:t>
            </a:r>
            <a:r>
              <a:rPr lang="en" sz="1400"/>
              <a:t>.............................5</a:t>
            </a:r>
            <a:endParaRPr sz="1400"/>
          </a:p>
          <a:p>
            <a:pPr indent="0" lvl="0" marL="0" rtl="0" algn="l">
              <a:spcBef>
                <a:spcPts val="0"/>
              </a:spcBef>
              <a:spcAft>
                <a:spcPts val="0"/>
              </a:spcAft>
              <a:buNone/>
            </a:pPr>
            <a:r>
              <a:rPr lang="en" sz="1400">
                <a:solidFill>
                  <a:srgbClr val="333333"/>
                </a:solidFill>
              </a:rPr>
              <a:t>Information Security Blueprint</a:t>
            </a:r>
            <a:r>
              <a:rPr lang="en" sz="1400"/>
              <a:t>………………………………</a:t>
            </a:r>
            <a:r>
              <a:rPr lang="en" sz="1400"/>
              <a:t>...6</a:t>
            </a:r>
            <a:endParaRPr sz="1400"/>
          </a:p>
          <a:p>
            <a:pPr indent="0" lvl="0" marL="0" rtl="0" algn="l">
              <a:spcBef>
                <a:spcPts val="0"/>
              </a:spcBef>
              <a:spcAft>
                <a:spcPts val="0"/>
              </a:spcAft>
              <a:buNone/>
            </a:pPr>
            <a:r>
              <a:rPr lang="en" sz="1400"/>
              <a:t>Important role of access control</a:t>
            </a:r>
            <a:r>
              <a:rPr lang="en" sz="1400"/>
              <a:t>………….………………….7</a:t>
            </a:r>
            <a:endParaRPr sz="1400"/>
          </a:p>
          <a:p>
            <a:pPr indent="0" lvl="0" marL="0" rtl="0" algn="l">
              <a:spcBef>
                <a:spcPts val="0"/>
              </a:spcBef>
              <a:spcAft>
                <a:spcPts val="0"/>
              </a:spcAft>
              <a:buNone/>
            </a:pPr>
            <a:r>
              <a:rPr lang="en" sz="1400"/>
              <a:t>The basic principles of cryptography……..</a:t>
            </a:r>
            <a:r>
              <a:rPr lang="en" sz="1400"/>
              <a:t>……………….</a:t>
            </a:r>
            <a:r>
              <a:rPr lang="en" sz="1400"/>
              <a:t>..8</a:t>
            </a:r>
            <a:endParaRPr sz="1400"/>
          </a:p>
          <a:p>
            <a:pPr indent="0" lvl="0" marL="0" rtl="0" algn="l">
              <a:spcBef>
                <a:spcPts val="0"/>
              </a:spcBef>
              <a:spcAft>
                <a:spcPts val="0"/>
              </a:spcAft>
              <a:buNone/>
            </a:pPr>
            <a:r>
              <a:rPr lang="en" sz="1500"/>
              <a:t>Symmetric, Asymmetric &amp; Hashing algorithms</a:t>
            </a:r>
            <a:r>
              <a:rPr lang="en" sz="1400"/>
              <a:t>………...9</a:t>
            </a:r>
            <a:endParaRPr sz="1400"/>
          </a:p>
          <a:p>
            <a:pPr indent="0" lvl="0" marL="0" rtl="0" algn="l">
              <a:spcBef>
                <a:spcPts val="0"/>
              </a:spcBef>
              <a:spcAft>
                <a:spcPts val="0"/>
              </a:spcAft>
              <a:buNone/>
            </a:pPr>
            <a:r>
              <a:rPr lang="en" sz="1400"/>
              <a:t>Firewall technology…………………..………………………..10</a:t>
            </a:r>
            <a:endParaRPr sz="1400"/>
          </a:p>
          <a:p>
            <a:pPr indent="0" lvl="0" marL="0" rtl="0" algn="l">
              <a:spcBef>
                <a:spcPts val="0"/>
              </a:spcBef>
              <a:spcAft>
                <a:spcPts val="0"/>
              </a:spcAft>
              <a:buNone/>
            </a:pPr>
            <a:r>
              <a:rPr lang="en" sz="1400"/>
              <a:t>Intrusion detection and prevention Systems….……….….11</a:t>
            </a:r>
            <a:endParaRPr sz="1400"/>
          </a:p>
          <a:p>
            <a:pPr indent="0" lvl="0" marL="0" rtl="0" algn="l">
              <a:spcBef>
                <a:spcPts val="0"/>
              </a:spcBef>
              <a:spcAft>
                <a:spcPts val="0"/>
              </a:spcAft>
              <a:buNone/>
            </a:pPr>
            <a:r>
              <a:rPr lang="en" sz="1400"/>
              <a:t>Scanning and analysis tools……………………….…………12</a:t>
            </a:r>
            <a:endParaRPr sz="1400"/>
          </a:p>
          <a:p>
            <a:pPr indent="0" lvl="0" marL="0" rtl="0" algn="l">
              <a:spcBef>
                <a:spcPts val="0"/>
              </a:spcBef>
              <a:spcAft>
                <a:spcPts val="0"/>
              </a:spcAft>
              <a:buNone/>
            </a:pPr>
            <a:r>
              <a:rPr lang="en" sz="1400"/>
              <a:t>Cryptosystems attacks…..………………………………...…..13</a:t>
            </a:r>
            <a:endParaRPr sz="1400"/>
          </a:p>
          <a:p>
            <a:pPr indent="0" lvl="0" marL="0" rtl="0" algn="l">
              <a:spcBef>
                <a:spcPts val="0"/>
              </a:spcBef>
              <a:spcAft>
                <a:spcPts val="0"/>
              </a:spcAft>
              <a:buNone/>
            </a:pPr>
            <a:r>
              <a:rPr lang="en" sz="1400"/>
              <a:t>key physical security considerations…...….………………..14</a:t>
            </a:r>
            <a:endParaRPr sz="1400"/>
          </a:p>
          <a:p>
            <a:pPr indent="0" lvl="0" marL="0" rtl="0" algn="l">
              <a:spcBef>
                <a:spcPts val="0"/>
              </a:spcBef>
              <a:spcAft>
                <a:spcPts val="0"/>
              </a:spcAft>
              <a:buNone/>
            </a:pPr>
            <a:r>
              <a:rPr lang="en" sz="1400"/>
              <a:t>Technical strategies and models…………………………….15</a:t>
            </a:r>
            <a:endParaRPr sz="1400"/>
          </a:p>
          <a:p>
            <a:pPr indent="0" lvl="0" marL="0" rtl="0" algn="l">
              <a:spcBef>
                <a:spcPts val="0"/>
              </a:spcBef>
              <a:spcAft>
                <a:spcPts val="0"/>
              </a:spcAft>
              <a:buNone/>
            </a:pPr>
            <a:r>
              <a:rPr lang="en" sz="1400"/>
              <a:t>Conclusion………………………………………………………..16</a:t>
            </a:r>
            <a:endParaRPr sz="1400"/>
          </a:p>
          <a:p>
            <a:pPr indent="0" lvl="0" marL="0" rtl="0" algn="l">
              <a:spcBef>
                <a:spcPts val="0"/>
              </a:spcBef>
              <a:spcAft>
                <a:spcPts val="0"/>
              </a:spcAft>
              <a:buNone/>
            </a:pPr>
            <a:r>
              <a:rPr lang="en" sz="1400"/>
              <a:t>References……………………………………………………….17</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t/>
            </a:r>
            <a:endParaRPr sz="14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3" name="Shape 1033"/>
        <p:cNvGrpSpPr/>
        <p:nvPr/>
      </p:nvGrpSpPr>
      <p:grpSpPr>
        <a:xfrm>
          <a:off x="0" y="0"/>
          <a:ext cx="0" cy="0"/>
          <a:chOff x="0" y="0"/>
          <a:chExt cx="0" cy="0"/>
        </a:xfrm>
      </p:grpSpPr>
      <p:sp>
        <p:nvSpPr>
          <p:cNvPr id="1034" name="Google Shape;1034;p55"/>
          <p:cNvSpPr txBox="1"/>
          <p:nvPr>
            <p:ph idx="6" type="title"/>
          </p:nvPr>
        </p:nvSpPr>
        <p:spPr>
          <a:xfrm>
            <a:off x="722375" y="530750"/>
            <a:ext cx="76992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INTRODUCTION</a:t>
            </a:r>
            <a:endParaRPr/>
          </a:p>
        </p:txBody>
      </p:sp>
      <p:sp>
        <p:nvSpPr>
          <p:cNvPr id="1035" name="Google Shape;1035;p55"/>
          <p:cNvSpPr txBox="1"/>
          <p:nvPr>
            <p:ph idx="1" type="subTitle"/>
          </p:nvPr>
        </p:nvSpPr>
        <p:spPr>
          <a:xfrm>
            <a:off x="1127488" y="2172345"/>
            <a:ext cx="2367600" cy="5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t/>
            </a:r>
            <a:endParaRPr b="1"/>
          </a:p>
          <a:p>
            <a:pPr indent="0" lvl="0" marL="0" rtl="0" algn="ctr">
              <a:spcBef>
                <a:spcPts val="0"/>
              </a:spcBef>
              <a:spcAft>
                <a:spcPts val="0"/>
              </a:spcAft>
              <a:buNone/>
            </a:pPr>
            <a:r>
              <a:rPr lang="en"/>
              <a:t>In line with the new federal inservice training requirement for the DoD managers as part of a federal information security management team mandate</a:t>
            </a:r>
            <a:endParaRPr/>
          </a:p>
        </p:txBody>
      </p:sp>
      <p:sp>
        <p:nvSpPr>
          <p:cNvPr id="1036" name="Google Shape;1036;p55"/>
          <p:cNvSpPr txBox="1"/>
          <p:nvPr>
            <p:ph idx="2" type="subTitle"/>
          </p:nvPr>
        </p:nvSpPr>
        <p:spPr>
          <a:xfrm>
            <a:off x="4725100" y="3053700"/>
            <a:ext cx="3015300" cy="5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We have prepared these </a:t>
            </a:r>
            <a:r>
              <a:rPr lang="en"/>
              <a:t>slides  that will help supervisors within the Homeland Security Department and their teams understand some of the fundamental cybersecurity concepts to help harden and secure their infrastructure.</a:t>
            </a:r>
            <a:endParaRPr/>
          </a:p>
        </p:txBody>
      </p:sp>
      <p:sp>
        <p:nvSpPr>
          <p:cNvPr id="1037" name="Google Shape;1037;p55"/>
          <p:cNvSpPr txBox="1"/>
          <p:nvPr>
            <p:ph type="title"/>
          </p:nvPr>
        </p:nvSpPr>
        <p:spPr>
          <a:xfrm rot="-899681">
            <a:off x="663076" y="1425094"/>
            <a:ext cx="735131" cy="387944"/>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01</a:t>
            </a:r>
            <a:endParaRPr/>
          </a:p>
        </p:txBody>
      </p:sp>
      <p:sp>
        <p:nvSpPr>
          <p:cNvPr id="1038" name="Google Shape;1038;p55">
            <a:hlinkClick action="ppaction://hlinkshowjump?jump=previousslide"/>
          </p:cNvPr>
          <p:cNvSpPr/>
          <p:nvPr/>
        </p:nvSpPr>
        <p:spPr>
          <a:xfrm>
            <a:off x="139872" y="2378398"/>
            <a:ext cx="430800" cy="386700"/>
          </a:xfrm>
          <a:prstGeom prst="leftArrow">
            <a:avLst>
              <a:gd fmla="val 50000" name="adj1"/>
              <a:gd fmla="val 50000" name="adj2"/>
            </a:avLst>
          </a:prstGeom>
          <a:solidFill>
            <a:schemeClr val="accent2"/>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9" name="Google Shape;1039;p55">
            <a:hlinkClick action="ppaction://hlinkshowjump?jump=nextslide"/>
          </p:cNvPr>
          <p:cNvSpPr/>
          <p:nvPr/>
        </p:nvSpPr>
        <p:spPr>
          <a:xfrm flipH="1">
            <a:off x="8601644" y="2378398"/>
            <a:ext cx="430800" cy="386700"/>
          </a:xfrm>
          <a:prstGeom prst="leftArrow">
            <a:avLst>
              <a:gd fmla="val 50000" name="adj1"/>
              <a:gd fmla="val 50000" name="adj2"/>
            </a:avLst>
          </a:prstGeom>
          <a:solidFill>
            <a:schemeClr val="accent2"/>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0" name="Google Shape;1040;p55"/>
          <p:cNvSpPr txBox="1"/>
          <p:nvPr>
            <p:ph type="title"/>
          </p:nvPr>
        </p:nvSpPr>
        <p:spPr>
          <a:xfrm rot="-899681">
            <a:off x="4317376" y="1998444"/>
            <a:ext cx="735131" cy="387944"/>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02</a:t>
            </a:r>
            <a:endParaRPr/>
          </a:p>
        </p:txBody>
      </p:sp>
    </p:spTree>
  </p:cSld>
  <p:clrMapOvr>
    <a:masterClrMapping/>
  </p:clrMapOvr>
  <mc:AlternateContent>
    <mc:Choice Requires="p14">
      <p:transition spd="slow" p14:dur="1000">
        <p:fade/>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4" name="Shape 1044"/>
        <p:cNvGrpSpPr/>
        <p:nvPr/>
      </p:nvGrpSpPr>
      <p:grpSpPr>
        <a:xfrm>
          <a:off x="0" y="0"/>
          <a:ext cx="0" cy="0"/>
          <a:chOff x="0" y="0"/>
          <a:chExt cx="0" cy="0"/>
        </a:xfrm>
      </p:grpSpPr>
      <p:sp>
        <p:nvSpPr>
          <p:cNvPr id="1045" name="Google Shape;1045;p56"/>
          <p:cNvSpPr txBox="1"/>
          <p:nvPr>
            <p:ph type="title"/>
          </p:nvPr>
        </p:nvSpPr>
        <p:spPr>
          <a:xfrm>
            <a:off x="722375" y="530750"/>
            <a:ext cx="76992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R</a:t>
            </a:r>
            <a:r>
              <a:rPr lang="en"/>
              <a:t>isk assessment</a:t>
            </a:r>
            <a:endParaRPr/>
          </a:p>
        </p:txBody>
      </p:sp>
      <p:sp>
        <p:nvSpPr>
          <p:cNvPr id="1046" name="Google Shape;1046;p56"/>
          <p:cNvSpPr txBox="1"/>
          <p:nvPr>
            <p:ph idx="4" type="subTitle"/>
          </p:nvPr>
        </p:nvSpPr>
        <p:spPr>
          <a:xfrm>
            <a:off x="1026175" y="1241525"/>
            <a:ext cx="7126200" cy="3180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rPr>
              <a:t>Good documentation is a prerequisite in the successful implementation of risk assessment and management , as it acts both as a delivery and message mechanism. Documentation must deliver a consistent message, speak a common language and have clear objectives allied to the maintenance of the organization's objectives, capable of being constantly reviewed and evaluated:</a:t>
            </a:r>
            <a:endParaRPr sz="1200">
              <a:solidFill>
                <a:schemeClr val="dk1"/>
              </a:solidFill>
            </a:endParaRPr>
          </a:p>
          <a:p>
            <a:pPr indent="-304800" lvl="0" marL="457200" rtl="0" algn="l">
              <a:lnSpc>
                <a:spcPct val="115000"/>
              </a:lnSpc>
              <a:spcBef>
                <a:spcPts val="2100"/>
              </a:spcBef>
              <a:spcAft>
                <a:spcPts val="0"/>
              </a:spcAft>
              <a:buClr>
                <a:schemeClr val="dk1"/>
              </a:buClr>
              <a:buSzPts val="1200"/>
              <a:buFont typeface="Didact Gothic"/>
              <a:buChar char="●"/>
            </a:pPr>
            <a:r>
              <a:rPr lang="en" sz="1200">
                <a:solidFill>
                  <a:schemeClr val="dk1"/>
                </a:solidFill>
              </a:rPr>
              <a:t>How risk management is integrated within the organization</a:t>
            </a:r>
            <a:endParaRPr sz="1200">
              <a:solidFill>
                <a:schemeClr val="dk1"/>
              </a:solidFill>
            </a:endParaRPr>
          </a:p>
          <a:p>
            <a:pPr indent="-304800" lvl="0" marL="457200" rtl="0" algn="l">
              <a:lnSpc>
                <a:spcPct val="115000"/>
              </a:lnSpc>
              <a:spcBef>
                <a:spcPts val="0"/>
              </a:spcBef>
              <a:spcAft>
                <a:spcPts val="0"/>
              </a:spcAft>
              <a:buClr>
                <a:schemeClr val="dk1"/>
              </a:buClr>
              <a:buSzPts val="1200"/>
              <a:buFont typeface="Didact Gothic"/>
              <a:buChar char="●"/>
            </a:pPr>
            <a:r>
              <a:rPr lang="en" sz="1200">
                <a:solidFill>
                  <a:schemeClr val="dk1"/>
                </a:solidFill>
              </a:rPr>
              <a:t>Understanding the organizations appetite and attitude for risk</a:t>
            </a:r>
            <a:endParaRPr sz="1200">
              <a:solidFill>
                <a:schemeClr val="dk1"/>
              </a:solidFill>
            </a:endParaRPr>
          </a:p>
          <a:p>
            <a:pPr indent="-304800" lvl="0" marL="457200" rtl="0" algn="l">
              <a:lnSpc>
                <a:spcPct val="115000"/>
              </a:lnSpc>
              <a:spcBef>
                <a:spcPts val="0"/>
              </a:spcBef>
              <a:spcAft>
                <a:spcPts val="0"/>
              </a:spcAft>
              <a:buClr>
                <a:schemeClr val="dk1"/>
              </a:buClr>
              <a:buSzPts val="1200"/>
              <a:buFont typeface="Didact Gothic"/>
              <a:buChar char="●"/>
            </a:pPr>
            <a:r>
              <a:rPr lang="en" sz="1200">
                <a:solidFill>
                  <a:schemeClr val="dk1"/>
                </a:solidFill>
              </a:rPr>
              <a:t>The principles in governing risk</a:t>
            </a:r>
            <a:endParaRPr sz="1200">
              <a:solidFill>
                <a:schemeClr val="dk1"/>
              </a:solidFill>
            </a:endParaRPr>
          </a:p>
          <a:p>
            <a:pPr indent="-304800" lvl="0" marL="457200" rtl="0" algn="l">
              <a:lnSpc>
                <a:spcPct val="115000"/>
              </a:lnSpc>
              <a:spcBef>
                <a:spcPts val="0"/>
              </a:spcBef>
              <a:spcAft>
                <a:spcPts val="0"/>
              </a:spcAft>
              <a:buClr>
                <a:schemeClr val="dk1"/>
              </a:buClr>
              <a:buSzPts val="1200"/>
              <a:buFont typeface="Didact Gothic"/>
              <a:buChar char="●"/>
            </a:pPr>
            <a:r>
              <a:rPr lang="en" sz="1200">
                <a:solidFill>
                  <a:schemeClr val="dk1"/>
                </a:solidFill>
              </a:rPr>
              <a:t>Risk and its impact on organization roles and responsibilities</a:t>
            </a:r>
            <a:endParaRPr sz="1200">
              <a:solidFill>
                <a:schemeClr val="dk1"/>
              </a:solidFill>
            </a:endParaRPr>
          </a:p>
          <a:p>
            <a:pPr indent="-304800" lvl="0" marL="457200" rtl="0" algn="l">
              <a:lnSpc>
                <a:spcPct val="115000"/>
              </a:lnSpc>
              <a:spcBef>
                <a:spcPts val="0"/>
              </a:spcBef>
              <a:spcAft>
                <a:spcPts val="0"/>
              </a:spcAft>
              <a:buClr>
                <a:schemeClr val="dk1"/>
              </a:buClr>
              <a:buSzPts val="1200"/>
              <a:buFont typeface="Didact Gothic"/>
              <a:buChar char="●"/>
            </a:pPr>
            <a:r>
              <a:rPr lang="en" sz="1200">
                <a:solidFill>
                  <a:schemeClr val="dk1"/>
                </a:solidFill>
              </a:rPr>
              <a:t>The Control environment</a:t>
            </a:r>
            <a:endParaRPr sz="1200">
              <a:solidFill>
                <a:schemeClr val="dk1"/>
              </a:solidFill>
            </a:endParaRPr>
          </a:p>
          <a:p>
            <a:pPr indent="0" lvl="0" marL="0" rtl="0" algn="l">
              <a:spcBef>
                <a:spcPts val="0"/>
              </a:spcBef>
              <a:spcAft>
                <a:spcPts val="0"/>
              </a:spcAft>
              <a:buClr>
                <a:schemeClr val="dk1"/>
              </a:buClr>
              <a:buSzPts val="1100"/>
              <a:buFont typeface="Arial"/>
              <a:buNone/>
            </a:pPr>
            <a:r>
              <a:t/>
            </a:r>
            <a:endParaRPr sz="1200">
              <a:solidFill>
                <a:schemeClr val="dk1"/>
              </a:solidFill>
            </a:endParaRPr>
          </a:p>
          <a:p>
            <a:pPr indent="0" lvl="0" marL="0" rtl="0" algn="l">
              <a:spcBef>
                <a:spcPts val="0"/>
              </a:spcBef>
              <a:spcAft>
                <a:spcPts val="0"/>
              </a:spcAft>
              <a:buClr>
                <a:schemeClr val="dk1"/>
              </a:buClr>
              <a:buSzPts val="1100"/>
              <a:buFont typeface="Arial"/>
              <a:buNone/>
            </a:pPr>
            <a:r>
              <a:rPr lang="en" sz="1200">
                <a:solidFill>
                  <a:schemeClr val="dk1"/>
                </a:solidFill>
              </a:rPr>
              <a:t>The nature and number of documents will depend largely on the size of the organization. Some documents may have a utilitarian purpose and incorporate many of the components listed below.</a:t>
            </a:r>
            <a:endParaRPr sz="1200">
              <a:solidFill>
                <a:schemeClr val="dk1"/>
              </a:solidFill>
            </a:endParaRPr>
          </a:p>
          <a:p>
            <a:pPr indent="0" lvl="0" marL="0" rtl="0" algn="ctr">
              <a:spcBef>
                <a:spcPts val="0"/>
              </a:spcBef>
              <a:spcAft>
                <a:spcPts val="0"/>
              </a:spcAft>
              <a:buClr>
                <a:schemeClr val="dk1"/>
              </a:buClr>
              <a:buSzPts val="1100"/>
              <a:buFont typeface="Arial"/>
              <a:buNone/>
            </a:pPr>
            <a:r>
              <a:t/>
            </a:r>
            <a:endParaRPr sz="1200">
              <a:solidFill>
                <a:schemeClr val="dk1"/>
              </a:solidFill>
            </a:endParaRPr>
          </a:p>
        </p:txBody>
      </p:sp>
      <p:grpSp>
        <p:nvGrpSpPr>
          <p:cNvPr id="1047" name="Google Shape;1047;p56"/>
          <p:cNvGrpSpPr/>
          <p:nvPr/>
        </p:nvGrpSpPr>
        <p:grpSpPr>
          <a:xfrm flipH="1" rot="-10569284">
            <a:off x="270909" y="566304"/>
            <a:ext cx="1134582" cy="2214637"/>
            <a:chOff x="409722" y="228600"/>
            <a:chExt cx="1385931" cy="2705253"/>
          </a:xfrm>
        </p:grpSpPr>
        <p:grpSp>
          <p:nvGrpSpPr>
            <p:cNvPr id="1048" name="Google Shape;1048;p56"/>
            <p:cNvGrpSpPr/>
            <p:nvPr/>
          </p:nvGrpSpPr>
          <p:grpSpPr>
            <a:xfrm flipH="1" rot="-617154">
              <a:off x="575967" y="402323"/>
              <a:ext cx="1053440" cy="2450002"/>
              <a:chOff x="3817855" y="1437512"/>
              <a:chExt cx="541146" cy="1128254"/>
            </a:xfrm>
          </p:grpSpPr>
          <p:sp>
            <p:nvSpPr>
              <p:cNvPr id="1049" name="Google Shape;1049;p56"/>
              <p:cNvSpPr/>
              <p:nvPr/>
            </p:nvSpPr>
            <p:spPr>
              <a:xfrm>
                <a:off x="3817855" y="1437512"/>
                <a:ext cx="541146" cy="1128254"/>
              </a:xfrm>
              <a:custGeom>
                <a:rect b="b" l="l" r="r" t="t"/>
                <a:pathLst>
                  <a:path extrusionOk="0" h="59625" w="28598">
                    <a:moveTo>
                      <a:pt x="101" y="0"/>
                    </a:moveTo>
                    <a:lnTo>
                      <a:pt x="1" y="426"/>
                    </a:lnTo>
                    <a:cubicBezTo>
                      <a:pt x="16066" y="3359"/>
                      <a:pt x="28197" y="17344"/>
                      <a:pt x="28197" y="34161"/>
                    </a:cubicBezTo>
                    <a:lnTo>
                      <a:pt x="28197" y="34462"/>
                    </a:lnTo>
                    <a:cubicBezTo>
                      <a:pt x="28096" y="44286"/>
                      <a:pt x="23911" y="53058"/>
                      <a:pt x="17219" y="59324"/>
                    </a:cubicBezTo>
                    <a:lnTo>
                      <a:pt x="17545" y="59625"/>
                    </a:lnTo>
                    <a:cubicBezTo>
                      <a:pt x="24212" y="53359"/>
                      <a:pt x="28497" y="44386"/>
                      <a:pt x="28598" y="34462"/>
                    </a:cubicBezTo>
                    <a:lnTo>
                      <a:pt x="28598" y="34161"/>
                    </a:lnTo>
                    <a:cubicBezTo>
                      <a:pt x="28598" y="17143"/>
                      <a:pt x="16292" y="2933"/>
                      <a:pt x="10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0" name="Google Shape;1050;p56"/>
              <p:cNvSpPr/>
              <p:nvPr/>
            </p:nvSpPr>
            <p:spPr>
              <a:xfrm>
                <a:off x="3985754" y="1615346"/>
                <a:ext cx="39378" cy="29898"/>
              </a:xfrm>
              <a:custGeom>
                <a:rect b="b" l="l" r="r" t="t"/>
                <a:pathLst>
                  <a:path extrusionOk="0" h="1580" w="2081">
                    <a:moveTo>
                      <a:pt x="1053" y="1"/>
                    </a:moveTo>
                    <a:cubicBezTo>
                      <a:pt x="0" y="1"/>
                      <a:pt x="0" y="1580"/>
                      <a:pt x="1053" y="1580"/>
                    </a:cubicBezTo>
                    <a:cubicBezTo>
                      <a:pt x="2080" y="1580"/>
                      <a:pt x="2080" y="1"/>
                      <a:pt x="105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51" name="Google Shape;1051;p56"/>
            <p:cNvSpPr/>
            <p:nvPr/>
          </p:nvSpPr>
          <p:spPr>
            <a:xfrm>
              <a:off x="1419225" y="228600"/>
              <a:ext cx="142800" cy="1428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52" name="Google Shape;1052;p56"/>
          <p:cNvGrpSpPr/>
          <p:nvPr/>
        </p:nvGrpSpPr>
        <p:grpSpPr>
          <a:xfrm rot="10569284">
            <a:off x="7814709" y="2566454"/>
            <a:ext cx="1134582" cy="2214637"/>
            <a:chOff x="409722" y="228600"/>
            <a:chExt cx="1385931" cy="2705253"/>
          </a:xfrm>
        </p:grpSpPr>
        <p:grpSp>
          <p:nvGrpSpPr>
            <p:cNvPr id="1053" name="Google Shape;1053;p56"/>
            <p:cNvGrpSpPr/>
            <p:nvPr/>
          </p:nvGrpSpPr>
          <p:grpSpPr>
            <a:xfrm flipH="1" rot="-617154">
              <a:off x="575967" y="402323"/>
              <a:ext cx="1053440" cy="2450002"/>
              <a:chOff x="3817855" y="1437512"/>
              <a:chExt cx="541146" cy="1128254"/>
            </a:xfrm>
          </p:grpSpPr>
          <p:sp>
            <p:nvSpPr>
              <p:cNvPr id="1054" name="Google Shape;1054;p56"/>
              <p:cNvSpPr/>
              <p:nvPr/>
            </p:nvSpPr>
            <p:spPr>
              <a:xfrm>
                <a:off x="3817855" y="1437512"/>
                <a:ext cx="541146" cy="1128254"/>
              </a:xfrm>
              <a:custGeom>
                <a:rect b="b" l="l" r="r" t="t"/>
                <a:pathLst>
                  <a:path extrusionOk="0" h="59625" w="28598">
                    <a:moveTo>
                      <a:pt x="101" y="0"/>
                    </a:moveTo>
                    <a:lnTo>
                      <a:pt x="1" y="426"/>
                    </a:lnTo>
                    <a:cubicBezTo>
                      <a:pt x="16066" y="3359"/>
                      <a:pt x="28197" y="17344"/>
                      <a:pt x="28197" y="34161"/>
                    </a:cubicBezTo>
                    <a:lnTo>
                      <a:pt x="28197" y="34462"/>
                    </a:lnTo>
                    <a:cubicBezTo>
                      <a:pt x="28096" y="44286"/>
                      <a:pt x="23911" y="53058"/>
                      <a:pt x="17219" y="59324"/>
                    </a:cubicBezTo>
                    <a:lnTo>
                      <a:pt x="17545" y="59625"/>
                    </a:lnTo>
                    <a:cubicBezTo>
                      <a:pt x="24212" y="53359"/>
                      <a:pt x="28497" y="44386"/>
                      <a:pt x="28598" y="34462"/>
                    </a:cubicBezTo>
                    <a:lnTo>
                      <a:pt x="28598" y="34161"/>
                    </a:lnTo>
                    <a:cubicBezTo>
                      <a:pt x="28598" y="17143"/>
                      <a:pt x="16292" y="2933"/>
                      <a:pt x="10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5" name="Google Shape;1055;p56"/>
              <p:cNvSpPr/>
              <p:nvPr/>
            </p:nvSpPr>
            <p:spPr>
              <a:xfrm>
                <a:off x="3985754" y="1615346"/>
                <a:ext cx="39378" cy="29898"/>
              </a:xfrm>
              <a:custGeom>
                <a:rect b="b" l="l" r="r" t="t"/>
                <a:pathLst>
                  <a:path extrusionOk="0" h="1580" w="2081">
                    <a:moveTo>
                      <a:pt x="1053" y="1"/>
                    </a:moveTo>
                    <a:cubicBezTo>
                      <a:pt x="0" y="1"/>
                      <a:pt x="0" y="1580"/>
                      <a:pt x="1053" y="1580"/>
                    </a:cubicBezTo>
                    <a:cubicBezTo>
                      <a:pt x="2080" y="1580"/>
                      <a:pt x="2080" y="1"/>
                      <a:pt x="105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56" name="Google Shape;1056;p56"/>
            <p:cNvSpPr/>
            <p:nvPr/>
          </p:nvSpPr>
          <p:spPr>
            <a:xfrm>
              <a:off x="1419225" y="228600"/>
              <a:ext cx="142800" cy="1428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57" name="Google Shape;1057;p56">
            <a:hlinkClick action="ppaction://hlinkshowjump?jump=previousslide"/>
          </p:cNvPr>
          <p:cNvSpPr/>
          <p:nvPr/>
        </p:nvSpPr>
        <p:spPr>
          <a:xfrm>
            <a:off x="139872" y="2378398"/>
            <a:ext cx="430800" cy="386700"/>
          </a:xfrm>
          <a:prstGeom prst="leftArrow">
            <a:avLst>
              <a:gd fmla="val 50000" name="adj1"/>
              <a:gd fmla="val 50000" name="adj2"/>
            </a:avLst>
          </a:prstGeom>
          <a:solidFill>
            <a:schemeClr val="accent2"/>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8" name="Google Shape;1058;p56">
            <a:hlinkClick action="ppaction://hlinkshowjump?jump=nextslide"/>
          </p:cNvPr>
          <p:cNvSpPr/>
          <p:nvPr/>
        </p:nvSpPr>
        <p:spPr>
          <a:xfrm flipH="1">
            <a:off x="8601644" y="2378398"/>
            <a:ext cx="430800" cy="386700"/>
          </a:xfrm>
          <a:prstGeom prst="leftArrow">
            <a:avLst>
              <a:gd fmla="val 50000" name="adj1"/>
              <a:gd fmla="val 50000" name="adj2"/>
            </a:avLst>
          </a:prstGeom>
          <a:solidFill>
            <a:schemeClr val="accent2"/>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2"/>
        </a:solidFill>
      </p:bgPr>
    </p:bg>
    <p:spTree>
      <p:nvGrpSpPr>
        <p:cNvPr id="1062" name="Shape 1062"/>
        <p:cNvGrpSpPr/>
        <p:nvPr/>
      </p:nvGrpSpPr>
      <p:grpSpPr>
        <a:xfrm>
          <a:off x="0" y="0"/>
          <a:ext cx="0" cy="0"/>
          <a:chOff x="0" y="0"/>
          <a:chExt cx="0" cy="0"/>
        </a:xfrm>
      </p:grpSpPr>
      <p:sp>
        <p:nvSpPr>
          <p:cNvPr id="1063" name="Google Shape;1063;p57"/>
          <p:cNvSpPr txBox="1"/>
          <p:nvPr>
            <p:ph idx="1" type="subTitle"/>
          </p:nvPr>
        </p:nvSpPr>
        <p:spPr>
          <a:xfrm>
            <a:off x="1717150" y="554100"/>
            <a:ext cx="5391900" cy="561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Aldrich"/>
                <a:ea typeface="Aldrich"/>
                <a:cs typeface="Aldrich"/>
                <a:sym typeface="Aldrich"/>
              </a:rPr>
              <a:t>Risk Mitigation Strategies</a:t>
            </a:r>
            <a:endParaRPr>
              <a:latin typeface="Aldrich"/>
              <a:ea typeface="Aldrich"/>
              <a:cs typeface="Aldrich"/>
              <a:sym typeface="Aldrich"/>
            </a:endParaRPr>
          </a:p>
          <a:p>
            <a:pPr indent="0" lvl="0" marL="0" rtl="0" algn="ctr">
              <a:spcBef>
                <a:spcPts val="0"/>
              </a:spcBef>
              <a:spcAft>
                <a:spcPts val="0"/>
              </a:spcAft>
              <a:buNone/>
            </a:pPr>
            <a:r>
              <a:t/>
            </a:r>
            <a:endParaRPr/>
          </a:p>
        </p:txBody>
      </p:sp>
      <p:sp>
        <p:nvSpPr>
          <p:cNvPr id="1064" name="Google Shape;1064;p57"/>
          <p:cNvSpPr/>
          <p:nvPr/>
        </p:nvSpPr>
        <p:spPr>
          <a:xfrm>
            <a:off x="3573100" y="758901"/>
            <a:ext cx="1832405" cy="244805"/>
          </a:xfrm>
          <a:custGeom>
            <a:rect b="b" l="l" r="r" t="t"/>
            <a:pathLst>
              <a:path extrusionOk="0" h="7463" w="55866">
                <a:moveTo>
                  <a:pt x="16082" y="0"/>
                </a:moveTo>
                <a:cubicBezTo>
                  <a:pt x="15991" y="0"/>
                  <a:pt x="15916" y="25"/>
                  <a:pt x="15866" y="75"/>
                </a:cubicBezTo>
                <a:lnTo>
                  <a:pt x="8247" y="6542"/>
                </a:lnTo>
                <a:lnTo>
                  <a:pt x="728" y="75"/>
                </a:lnTo>
                <a:cubicBezTo>
                  <a:pt x="634" y="34"/>
                  <a:pt x="528" y="10"/>
                  <a:pt x="428" y="10"/>
                </a:cubicBezTo>
                <a:cubicBezTo>
                  <a:pt x="287" y="10"/>
                  <a:pt x="160" y="58"/>
                  <a:pt x="101" y="176"/>
                </a:cubicBezTo>
                <a:cubicBezTo>
                  <a:pt x="1" y="276"/>
                  <a:pt x="1" y="602"/>
                  <a:pt x="101" y="702"/>
                </a:cubicBezTo>
                <a:lnTo>
                  <a:pt x="8021" y="7369"/>
                </a:lnTo>
                <a:cubicBezTo>
                  <a:pt x="8084" y="7431"/>
                  <a:pt x="8165" y="7463"/>
                  <a:pt x="8256" y="7463"/>
                </a:cubicBezTo>
                <a:cubicBezTo>
                  <a:pt x="8347" y="7463"/>
                  <a:pt x="8447" y="7431"/>
                  <a:pt x="8547" y="7369"/>
                </a:cubicBezTo>
                <a:lnTo>
                  <a:pt x="16066" y="1003"/>
                </a:lnTo>
                <a:lnTo>
                  <a:pt x="23685" y="7369"/>
                </a:lnTo>
                <a:cubicBezTo>
                  <a:pt x="23748" y="7431"/>
                  <a:pt x="23854" y="7463"/>
                  <a:pt x="23958" y="7463"/>
                </a:cubicBezTo>
                <a:cubicBezTo>
                  <a:pt x="24061" y="7463"/>
                  <a:pt x="24161" y="7431"/>
                  <a:pt x="24212" y="7369"/>
                </a:cubicBezTo>
                <a:lnTo>
                  <a:pt x="31831" y="1003"/>
                </a:lnTo>
                <a:lnTo>
                  <a:pt x="39349" y="7369"/>
                </a:lnTo>
                <a:cubicBezTo>
                  <a:pt x="39462" y="7431"/>
                  <a:pt x="39569" y="7463"/>
                  <a:pt x="39672" y="7463"/>
                </a:cubicBezTo>
                <a:cubicBezTo>
                  <a:pt x="39776" y="7463"/>
                  <a:pt x="39876" y="7431"/>
                  <a:pt x="39976" y="7369"/>
                </a:cubicBezTo>
                <a:lnTo>
                  <a:pt x="47495" y="1003"/>
                </a:lnTo>
                <a:lnTo>
                  <a:pt x="55139" y="7369"/>
                </a:lnTo>
                <a:cubicBezTo>
                  <a:pt x="55225" y="7422"/>
                  <a:pt x="55310" y="7453"/>
                  <a:pt x="55388" y="7453"/>
                </a:cubicBezTo>
                <a:cubicBezTo>
                  <a:pt x="55493" y="7453"/>
                  <a:pt x="55583" y="7398"/>
                  <a:pt x="55640" y="7268"/>
                </a:cubicBezTo>
                <a:cubicBezTo>
                  <a:pt x="55866" y="7168"/>
                  <a:pt x="55866" y="6867"/>
                  <a:pt x="55640" y="6742"/>
                </a:cubicBezTo>
                <a:lnTo>
                  <a:pt x="47821" y="75"/>
                </a:lnTo>
                <a:cubicBezTo>
                  <a:pt x="47720" y="25"/>
                  <a:pt x="47614" y="0"/>
                  <a:pt x="47520" y="0"/>
                </a:cubicBezTo>
                <a:cubicBezTo>
                  <a:pt x="47426" y="0"/>
                  <a:pt x="47345" y="25"/>
                  <a:pt x="47294" y="75"/>
                </a:cubicBezTo>
                <a:lnTo>
                  <a:pt x="39675" y="6542"/>
                </a:lnTo>
                <a:lnTo>
                  <a:pt x="32056" y="75"/>
                </a:lnTo>
                <a:cubicBezTo>
                  <a:pt x="32006" y="25"/>
                  <a:pt x="31925" y="0"/>
                  <a:pt x="31831" y="0"/>
                </a:cubicBezTo>
                <a:cubicBezTo>
                  <a:pt x="31737" y="0"/>
                  <a:pt x="31630" y="25"/>
                  <a:pt x="31530" y="75"/>
                </a:cubicBezTo>
                <a:lnTo>
                  <a:pt x="24011" y="6542"/>
                </a:lnTo>
                <a:lnTo>
                  <a:pt x="16392" y="75"/>
                </a:lnTo>
                <a:cubicBezTo>
                  <a:pt x="16279" y="25"/>
                  <a:pt x="16173" y="0"/>
                  <a:pt x="1608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65" name="Google Shape;1065;p57"/>
          <p:cNvGrpSpPr/>
          <p:nvPr/>
        </p:nvGrpSpPr>
        <p:grpSpPr>
          <a:xfrm flipH="1" rot="132037">
            <a:off x="7230700" y="1775107"/>
            <a:ext cx="1385983" cy="2705355"/>
            <a:chOff x="409722" y="228600"/>
            <a:chExt cx="1385931" cy="2705253"/>
          </a:xfrm>
        </p:grpSpPr>
        <p:grpSp>
          <p:nvGrpSpPr>
            <p:cNvPr id="1066" name="Google Shape;1066;p57"/>
            <p:cNvGrpSpPr/>
            <p:nvPr/>
          </p:nvGrpSpPr>
          <p:grpSpPr>
            <a:xfrm flipH="1" rot="-617154">
              <a:off x="575967" y="402323"/>
              <a:ext cx="1053440" cy="2450002"/>
              <a:chOff x="3817855" y="1437512"/>
              <a:chExt cx="541146" cy="1128254"/>
            </a:xfrm>
          </p:grpSpPr>
          <p:sp>
            <p:nvSpPr>
              <p:cNvPr id="1067" name="Google Shape;1067;p57"/>
              <p:cNvSpPr/>
              <p:nvPr/>
            </p:nvSpPr>
            <p:spPr>
              <a:xfrm>
                <a:off x="3817855" y="1437512"/>
                <a:ext cx="541146" cy="1128254"/>
              </a:xfrm>
              <a:custGeom>
                <a:rect b="b" l="l" r="r" t="t"/>
                <a:pathLst>
                  <a:path extrusionOk="0" h="59625" w="28598">
                    <a:moveTo>
                      <a:pt x="101" y="0"/>
                    </a:moveTo>
                    <a:lnTo>
                      <a:pt x="1" y="426"/>
                    </a:lnTo>
                    <a:cubicBezTo>
                      <a:pt x="16066" y="3359"/>
                      <a:pt x="28197" y="17344"/>
                      <a:pt x="28197" y="34161"/>
                    </a:cubicBezTo>
                    <a:lnTo>
                      <a:pt x="28197" y="34462"/>
                    </a:lnTo>
                    <a:cubicBezTo>
                      <a:pt x="28096" y="44286"/>
                      <a:pt x="23911" y="53058"/>
                      <a:pt x="17219" y="59324"/>
                    </a:cubicBezTo>
                    <a:lnTo>
                      <a:pt x="17545" y="59625"/>
                    </a:lnTo>
                    <a:cubicBezTo>
                      <a:pt x="24212" y="53359"/>
                      <a:pt x="28497" y="44386"/>
                      <a:pt x="28598" y="34462"/>
                    </a:cubicBezTo>
                    <a:lnTo>
                      <a:pt x="28598" y="34161"/>
                    </a:lnTo>
                    <a:cubicBezTo>
                      <a:pt x="28598" y="17143"/>
                      <a:pt x="16292" y="2933"/>
                      <a:pt x="10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8" name="Google Shape;1068;p57"/>
              <p:cNvSpPr/>
              <p:nvPr/>
            </p:nvSpPr>
            <p:spPr>
              <a:xfrm>
                <a:off x="3985754" y="1615346"/>
                <a:ext cx="39378" cy="29898"/>
              </a:xfrm>
              <a:custGeom>
                <a:rect b="b" l="l" r="r" t="t"/>
                <a:pathLst>
                  <a:path extrusionOk="0" h="1580" w="2081">
                    <a:moveTo>
                      <a:pt x="1053" y="1"/>
                    </a:moveTo>
                    <a:cubicBezTo>
                      <a:pt x="0" y="1"/>
                      <a:pt x="0" y="1580"/>
                      <a:pt x="1053" y="1580"/>
                    </a:cubicBezTo>
                    <a:cubicBezTo>
                      <a:pt x="2080" y="1580"/>
                      <a:pt x="2080" y="1"/>
                      <a:pt x="105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69" name="Google Shape;1069;p57"/>
            <p:cNvSpPr/>
            <p:nvPr/>
          </p:nvSpPr>
          <p:spPr>
            <a:xfrm>
              <a:off x="1419225" y="228600"/>
              <a:ext cx="142800" cy="1428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70" name="Google Shape;1070;p57"/>
          <p:cNvGrpSpPr/>
          <p:nvPr/>
        </p:nvGrpSpPr>
        <p:grpSpPr>
          <a:xfrm flipH="1" rot="-10576483">
            <a:off x="648540" y="540893"/>
            <a:ext cx="1154008" cy="2180544"/>
            <a:chOff x="409722" y="228600"/>
            <a:chExt cx="1385931" cy="2705253"/>
          </a:xfrm>
        </p:grpSpPr>
        <p:grpSp>
          <p:nvGrpSpPr>
            <p:cNvPr id="1071" name="Google Shape;1071;p57"/>
            <p:cNvGrpSpPr/>
            <p:nvPr/>
          </p:nvGrpSpPr>
          <p:grpSpPr>
            <a:xfrm flipH="1" rot="-617154">
              <a:off x="575967" y="402323"/>
              <a:ext cx="1053440" cy="2450002"/>
              <a:chOff x="3817855" y="1437512"/>
              <a:chExt cx="541146" cy="1128254"/>
            </a:xfrm>
          </p:grpSpPr>
          <p:sp>
            <p:nvSpPr>
              <p:cNvPr id="1072" name="Google Shape;1072;p57"/>
              <p:cNvSpPr/>
              <p:nvPr/>
            </p:nvSpPr>
            <p:spPr>
              <a:xfrm>
                <a:off x="3817855" y="1437512"/>
                <a:ext cx="541146" cy="1128254"/>
              </a:xfrm>
              <a:custGeom>
                <a:rect b="b" l="l" r="r" t="t"/>
                <a:pathLst>
                  <a:path extrusionOk="0" h="59625" w="28598">
                    <a:moveTo>
                      <a:pt x="101" y="0"/>
                    </a:moveTo>
                    <a:lnTo>
                      <a:pt x="1" y="426"/>
                    </a:lnTo>
                    <a:cubicBezTo>
                      <a:pt x="16066" y="3359"/>
                      <a:pt x="28197" y="17344"/>
                      <a:pt x="28197" y="34161"/>
                    </a:cubicBezTo>
                    <a:lnTo>
                      <a:pt x="28197" y="34462"/>
                    </a:lnTo>
                    <a:cubicBezTo>
                      <a:pt x="28096" y="44286"/>
                      <a:pt x="23911" y="53058"/>
                      <a:pt x="17219" y="59324"/>
                    </a:cubicBezTo>
                    <a:lnTo>
                      <a:pt x="17545" y="59625"/>
                    </a:lnTo>
                    <a:cubicBezTo>
                      <a:pt x="24212" y="53359"/>
                      <a:pt x="28497" y="44386"/>
                      <a:pt x="28598" y="34462"/>
                    </a:cubicBezTo>
                    <a:lnTo>
                      <a:pt x="28598" y="34161"/>
                    </a:lnTo>
                    <a:cubicBezTo>
                      <a:pt x="28598" y="17143"/>
                      <a:pt x="16292" y="2933"/>
                      <a:pt x="10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3" name="Google Shape;1073;p57"/>
              <p:cNvSpPr/>
              <p:nvPr/>
            </p:nvSpPr>
            <p:spPr>
              <a:xfrm>
                <a:off x="3985754" y="1615346"/>
                <a:ext cx="39378" cy="29898"/>
              </a:xfrm>
              <a:custGeom>
                <a:rect b="b" l="l" r="r" t="t"/>
                <a:pathLst>
                  <a:path extrusionOk="0" h="1580" w="2081">
                    <a:moveTo>
                      <a:pt x="1053" y="1"/>
                    </a:moveTo>
                    <a:cubicBezTo>
                      <a:pt x="0" y="1"/>
                      <a:pt x="0" y="1580"/>
                      <a:pt x="1053" y="1580"/>
                    </a:cubicBezTo>
                    <a:cubicBezTo>
                      <a:pt x="2080" y="1580"/>
                      <a:pt x="2080" y="1"/>
                      <a:pt x="105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74" name="Google Shape;1074;p57"/>
            <p:cNvSpPr/>
            <p:nvPr/>
          </p:nvSpPr>
          <p:spPr>
            <a:xfrm>
              <a:off x="1419225" y="228600"/>
              <a:ext cx="142800" cy="1428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75" name="Google Shape;1075;p57">
            <a:hlinkClick action="ppaction://hlinkshowjump?jump=previousslide"/>
          </p:cNvPr>
          <p:cNvSpPr/>
          <p:nvPr/>
        </p:nvSpPr>
        <p:spPr>
          <a:xfrm>
            <a:off x="139872" y="2378398"/>
            <a:ext cx="430800" cy="386700"/>
          </a:xfrm>
          <a:prstGeom prst="leftArrow">
            <a:avLst>
              <a:gd fmla="val 50000" name="adj1"/>
              <a:gd fmla="val 50000" name="adj2"/>
            </a:avLst>
          </a:prstGeom>
          <a:solidFill>
            <a:schemeClr val="accent3"/>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6" name="Google Shape;1076;p57">
            <a:hlinkClick action="ppaction://hlinkshowjump?jump=nextslide"/>
          </p:cNvPr>
          <p:cNvSpPr/>
          <p:nvPr/>
        </p:nvSpPr>
        <p:spPr>
          <a:xfrm flipH="1">
            <a:off x="8601644" y="2378398"/>
            <a:ext cx="430800" cy="386700"/>
          </a:xfrm>
          <a:prstGeom prst="leftArrow">
            <a:avLst>
              <a:gd fmla="val 50000" name="adj1"/>
              <a:gd fmla="val 50000" name="adj2"/>
            </a:avLst>
          </a:prstGeom>
          <a:solidFill>
            <a:schemeClr val="accent3"/>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7" name="Google Shape;1077;p57"/>
          <p:cNvSpPr txBox="1"/>
          <p:nvPr/>
        </p:nvSpPr>
        <p:spPr>
          <a:xfrm>
            <a:off x="847925" y="920825"/>
            <a:ext cx="7228800" cy="3602700"/>
          </a:xfrm>
          <a:prstGeom prst="rect">
            <a:avLst/>
          </a:prstGeom>
          <a:noFill/>
          <a:ln>
            <a:noFill/>
          </a:ln>
        </p:spPr>
        <p:txBody>
          <a:bodyPr anchorCtr="0" anchor="t" bIns="91425" lIns="91425" spcFirstLastPara="1" rIns="91425" wrap="square" tIns="91425">
            <a:spAutoFit/>
          </a:bodyPr>
          <a:lstStyle/>
          <a:p>
            <a:pPr indent="457200" lvl="0" marL="0" rtl="0" algn="l">
              <a:spcBef>
                <a:spcPts val="0"/>
              </a:spcBef>
              <a:spcAft>
                <a:spcPts val="0"/>
              </a:spcAft>
              <a:buNone/>
            </a:pPr>
            <a:r>
              <a:rPr lang="en" sz="1350">
                <a:solidFill>
                  <a:srgbClr val="212529"/>
                </a:solidFill>
                <a:highlight>
                  <a:srgbClr val="D5E6FC"/>
                </a:highlight>
                <a:latin typeface="Didact Gothic"/>
                <a:ea typeface="Didact Gothic"/>
                <a:cs typeface="Didact Gothic"/>
                <a:sym typeface="Didact Gothic"/>
              </a:rPr>
              <a:t>There are four common risk mitigation strategies. These typically include avoidance, reduction, transference, and acceptance:</a:t>
            </a:r>
            <a:endParaRPr sz="1350">
              <a:solidFill>
                <a:srgbClr val="212529"/>
              </a:solidFill>
              <a:highlight>
                <a:srgbClr val="D5E6FC"/>
              </a:highlight>
              <a:latin typeface="Didact Gothic"/>
              <a:ea typeface="Didact Gothic"/>
              <a:cs typeface="Didact Gothic"/>
              <a:sym typeface="Didact Gothic"/>
            </a:endParaRPr>
          </a:p>
          <a:p>
            <a:pPr indent="457200" lvl="0" marL="0" rtl="0" algn="l">
              <a:lnSpc>
                <a:spcPct val="115000"/>
              </a:lnSpc>
              <a:spcBef>
                <a:spcPts val="0"/>
              </a:spcBef>
              <a:spcAft>
                <a:spcPts val="0"/>
              </a:spcAft>
              <a:buNone/>
            </a:pPr>
            <a:r>
              <a:t/>
            </a:r>
            <a:endParaRPr sz="1350">
              <a:solidFill>
                <a:srgbClr val="212529"/>
              </a:solidFill>
              <a:highlight>
                <a:srgbClr val="D5E6FC"/>
              </a:highlight>
              <a:latin typeface="Didact Gothic"/>
              <a:ea typeface="Didact Gothic"/>
              <a:cs typeface="Didact Gothic"/>
              <a:sym typeface="Didact Gothic"/>
            </a:endParaRPr>
          </a:p>
          <a:p>
            <a:pPr indent="-314325" lvl="0" marL="457200" rtl="0" algn="l">
              <a:lnSpc>
                <a:spcPct val="115000"/>
              </a:lnSpc>
              <a:spcBef>
                <a:spcPts val="0"/>
              </a:spcBef>
              <a:spcAft>
                <a:spcPts val="0"/>
              </a:spcAft>
              <a:buClr>
                <a:srgbClr val="212529"/>
              </a:buClr>
              <a:buSzPts val="1350"/>
              <a:buFont typeface="Didact Gothic"/>
              <a:buChar char="●"/>
            </a:pPr>
            <a:r>
              <a:rPr b="1" lang="en" sz="1250">
                <a:solidFill>
                  <a:srgbClr val="212529"/>
                </a:solidFill>
                <a:highlight>
                  <a:srgbClr val="D5E6FC"/>
                </a:highlight>
                <a:latin typeface="Didact Gothic"/>
                <a:ea typeface="Didact Gothic"/>
                <a:cs typeface="Didact Gothic"/>
                <a:sym typeface="Didact Gothic"/>
              </a:rPr>
              <a:t>Avoidance of risk</a:t>
            </a:r>
            <a:r>
              <a:rPr lang="en" sz="1250">
                <a:solidFill>
                  <a:srgbClr val="212529"/>
                </a:solidFill>
                <a:highlight>
                  <a:srgbClr val="D5E6FC"/>
                </a:highlight>
                <a:latin typeface="Didact Gothic"/>
                <a:ea typeface="Didact Gothic"/>
                <a:cs typeface="Didact Gothic"/>
                <a:sym typeface="Didact Gothic"/>
              </a:rPr>
              <a:t>: </a:t>
            </a:r>
            <a:r>
              <a:rPr lang="en" sz="1200">
                <a:solidFill>
                  <a:srgbClr val="2D2D2D"/>
                </a:solidFill>
                <a:latin typeface="Didact Gothic"/>
                <a:ea typeface="Didact Gothic"/>
                <a:cs typeface="Didact Gothic"/>
                <a:sym typeface="Didact Gothic"/>
              </a:rPr>
              <a:t>The avoidance strategy presents the accepted and assumed risks and consequences of a project. It then presents opportunities for avoiding those accepted risks. For example, to mitigate risk of new product production, a project team may decide to implement product testing to avoid the risk of product failure before the final production is approved </a:t>
            </a:r>
            <a:r>
              <a:rPr i="1" lang="en" sz="1200">
                <a:solidFill>
                  <a:srgbClr val="2D2D2D"/>
                </a:solidFill>
                <a:latin typeface="Didact Gothic"/>
                <a:ea typeface="Didact Gothic"/>
                <a:cs typeface="Didact Gothic"/>
                <a:sym typeface="Didact Gothic"/>
              </a:rPr>
              <a:t>(Wojno, 01).</a:t>
            </a:r>
            <a:endParaRPr i="1" sz="1200">
              <a:solidFill>
                <a:srgbClr val="2D2D2D"/>
              </a:solidFill>
              <a:latin typeface="Didact Gothic"/>
              <a:ea typeface="Didact Gothic"/>
              <a:cs typeface="Didact Gothic"/>
              <a:sym typeface="Didact Gothic"/>
            </a:endParaRPr>
          </a:p>
          <a:p>
            <a:pPr indent="-304800" lvl="0" marL="457200" rtl="0" algn="l">
              <a:lnSpc>
                <a:spcPct val="115000"/>
              </a:lnSpc>
              <a:spcBef>
                <a:spcPts val="0"/>
              </a:spcBef>
              <a:spcAft>
                <a:spcPts val="0"/>
              </a:spcAft>
              <a:buClr>
                <a:srgbClr val="2D2D2D"/>
              </a:buClr>
              <a:buSzPts val="1200"/>
              <a:buFont typeface="Didact Gothic"/>
              <a:buChar char="●"/>
            </a:pPr>
            <a:r>
              <a:rPr b="1" lang="en" sz="1200">
                <a:solidFill>
                  <a:srgbClr val="2D2D2D"/>
                </a:solidFill>
                <a:latin typeface="Didact Gothic"/>
                <a:ea typeface="Didact Gothic"/>
                <a:cs typeface="Didact Gothic"/>
                <a:sym typeface="Didact Gothic"/>
              </a:rPr>
              <a:t>Transference of risk: </a:t>
            </a:r>
            <a:r>
              <a:rPr lang="en" sz="1200">
                <a:solidFill>
                  <a:srgbClr val="212529"/>
                </a:solidFill>
                <a:highlight>
                  <a:schemeClr val="accent4"/>
                </a:highlight>
                <a:latin typeface="Didact Gothic"/>
                <a:ea typeface="Didact Gothic"/>
                <a:cs typeface="Didact Gothic"/>
                <a:sym typeface="Didact Gothic"/>
              </a:rPr>
              <a:t>If a project is delayed awaiting a part or service from an external contractor for instance, the contractor might face penalties for any loss of revenue the business incurs. This is referred to as transference. </a:t>
            </a:r>
            <a:r>
              <a:rPr lang="en" sz="1200">
                <a:solidFill>
                  <a:schemeClr val="dk1"/>
                </a:solidFill>
                <a:highlight>
                  <a:schemeClr val="accent4"/>
                </a:highlight>
                <a:latin typeface="Didact Gothic"/>
                <a:ea typeface="Didact Gothic"/>
                <a:cs typeface="Didact Gothic"/>
                <a:sym typeface="Didact Gothic"/>
              </a:rPr>
              <a:t>Transferring risks involves passing the risk consequence to a third party.</a:t>
            </a:r>
            <a:endParaRPr b="1" sz="1200">
              <a:solidFill>
                <a:schemeClr val="dk1"/>
              </a:solidFill>
              <a:highlight>
                <a:schemeClr val="accent4"/>
              </a:highlight>
              <a:latin typeface="Didact Gothic"/>
              <a:ea typeface="Didact Gothic"/>
              <a:cs typeface="Didact Gothic"/>
              <a:sym typeface="Didact Gothic"/>
            </a:endParaRPr>
          </a:p>
          <a:p>
            <a:pPr indent="-304800" lvl="0" marL="457200" rtl="0" algn="l">
              <a:lnSpc>
                <a:spcPct val="115000"/>
              </a:lnSpc>
              <a:spcBef>
                <a:spcPts val="0"/>
              </a:spcBef>
              <a:spcAft>
                <a:spcPts val="0"/>
              </a:spcAft>
              <a:buClr>
                <a:srgbClr val="2D2D2D"/>
              </a:buClr>
              <a:buSzPts val="1200"/>
              <a:buFont typeface="Didact Gothic"/>
              <a:buChar char="●"/>
            </a:pPr>
            <a:r>
              <a:rPr b="1" lang="en" sz="1200">
                <a:solidFill>
                  <a:srgbClr val="323338"/>
                </a:solidFill>
                <a:highlight>
                  <a:schemeClr val="accent4"/>
                </a:highlight>
                <a:latin typeface="Didact Gothic"/>
                <a:ea typeface="Didact Gothic"/>
                <a:cs typeface="Didact Gothic"/>
                <a:sym typeface="Didact Gothic"/>
              </a:rPr>
              <a:t>Reduction: </a:t>
            </a:r>
            <a:r>
              <a:rPr lang="en" sz="1200">
                <a:solidFill>
                  <a:srgbClr val="212529"/>
                </a:solidFill>
                <a:highlight>
                  <a:schemeClr val="accent4"/>
                </a:highlight>
                <a:latin typeface="Didact Gothic"/>
                <a:ea typeface="Didact Gothic"/>
                <a:cs typeface="Didact Gothic"/>
                <a:sym typeface="Didact Gothic"/>
              </a:rPr>
              <a:t>With this mitigation approach, once you’ve completed your risk analysis, you would take steps to reduce the likelihood of a risk happening or the impact should it occur.</a:t>
            </a:r>
            <a:endParaRPr b="1" sz="1200">
              <a:solidFill>
                <a:srgbClr val="323338"/>
              </a:solidFill>
              <a:highlight>
                <a:schemeClr val="accent4"/>
              </a:highlight>
              <a:latin typeface="Didact Gothic"/>
              <a:ea typeface="Didact Gothic"/>
              <a:cs typeface="Didact Gothic"/>
              <a:sym typeface="Didact Gothic"/>
            </a:endParaRPr>
          </a:p>
          <a:p>
            <a:pPr indent="-304800" lvl="0" marL="457200" rtl="0" algn="l">
              <a:lnSpc>
                <a:spcPct val="115000"/>
              </a:lnSpc>
              <a:spcBef>
                <a:spcPts val="0"/>
              </a:spcBef>
              <a:spcAft>
                <a:spcPts val="0"/>
              </a:spcAft>
              <a:buClr>
                <a:srgbClr val="2D2D2D"/>
              </a:buClr>
              <a:buSzPts val="1200"/>
              <a:buFont typeface="Didact Gothic"/>
              <a:buChar char="●"/>
            </a:pPr>
            <a:r>
              <a:rPr b="1" lang="en" sz="1200">
                <a:solidFill>
                  <a:srgbClr val="2D2D2D"/>
                </a:solidFill>
                <a:highlight>
                  <a:schemeClr val="accent4"/>
                </a:highlight>
                <a:latin typeface="Didact Gothic"/>
                <a:ea typeface="Didact Gothic"/>
                <a:cs typeface="Didact Gothic"/>
                <a:sym typeface="Didact Gothic"/>
              </a:rPr>
              <a:t>Acceptance of risk: </a:t>
            </a:r>
            <a:r>
              <a:rPr lang="en" sz="1200">
                <a:solidFill>
                  <a:srgbClr val="212529"/>
                </a:solidFill>
                <a:highlight>
                  <a:schemeClr val="accent4"/>
                </a:highlight>
                <a:latin typeface="Didact Gothic"/>
                <a:ea typeface="Didact Gothic"/>
                <a:cs typeface="Didact Gothic"/>
                <a:sym typeface="Didact Gothic"/>
              </a:rPr>
              <a:t>this means accepting the risk as it stands. Sometimes the possibility of reward outweighs the risk, and it’s more beneficial in the long run to take the chance.</a:t>
            </a:r>
            <a:endParaRPr b="1" sz="1200">
              <a:solidFill>
                <a:srgbClr val="2D2D2D"/>
              </a:solidFill>
              <a:highlight>
                <a:schemeClr val="accent4"/>
              </a:highlight>
              <a:latin typeface="Didact Gothic"/>
              <a:ea typeface="Didact Gothic"/>
              <a:cs typeface="Didact Gothic"/>
              <a:sym typeface="Didact Gothic"/>
            </a:endParaRPr>
          </a:p>
          <a:p>
            <a:pPr indent="457200" lvl="0" marL="0" rtl="0" algn="l">
              <a:spcBef>
                <a:spcPts val="0"/>
              </a:spcBef>
              <a:spcAft>
                <a:spcPts val="0"/>
              </a:spcAft>
              <a:buNone/>
            </a:pPr>
            <a:r>
              <a:t/>
            </a:r>
            <a:endParaRPr sz="1300">
              <a:solidFill>
                <a:schemeClr val="dk1"/>
              </a:solidFill>
              <a:highlight>
                <a:srgbClr val="D5E6FC"/>
              </a:highlight>
              <a:latin typeface="Didact Gothic"/>
              <a:ea typeface="Didact Gothic"/>
              <a:cs typeface="Didact Gothic"/>
              <a:sym typeface="Didact Gothic"/>
            </a:endParaRPr>
          </a:p>
          <a:p>
            <a:pPr indent="0" lvl="0" marL="0" rtl="0" algn="l">
              <a:spcBef>
                <a:spcPts val="0"/>
              </a:spcBef>
              <a:spcAft>
                <a:spcPts val="0"/>
              </a:spcAft>
              <a:buNone/>
            </a:pPr>
            <a:r>
              <a:rPr lang="en" sz="1300">
                <a:solidFill>
                  <a:srgbClr val="333333"/>
                </a:solidFill>
                <a:highlight>
                  <a:srgbClr val="D5E6FC"/>
                </a:highlight>
                <a:latin typeface="Didact Gothic"/>
                <a:ea typeface="Didact Gothic"/>
                <a:cs typeface="Didact Gothic"/>
                <a:sym typeface="Didact Gothic"/>
              </a:rPr>
              <a:t>	</a:t>
            </a:r>
            <a:endParaRPr sz="1300">
              <a:solidFill>
                <a:srgbClr val="333333"/>
              </a:solidFill>
              <a:highlight>
                <a:srgbClr val="D5E6FC"/>
              </a:highlight>
              <a:latin typeface="Didact Gothic"/>
              <a:ea typeface="Didact Gothic"/>
              <a:cs typeface="Didact Gothic"/>
              <a:sym typeface="Didact Gothic"/>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2" presetSubtype="4">
                                  <p:stCondLst>
                                    <p:cond delay="0"/>
                                  </p:stCondLst>
                                  <p:childTnLst>
                                    <p:set>
                                      <p:cBhvr>
                                        <p:cTn dur="1" fill="hold">
                                          <p:stCondLst>
                                            <p:cond delay="0"/>
                                          </p:stCondLst>
                                        </p:cTn>
                                        <p:tgtEl>
                                          <p:spTgt spid="1064"/>
                                        </p:tgtEl>
                                        <p:attrNameLst>
                                          <p:attrName>style.visibility</p:attrName>
                                        </p:attrNameLst>
                                      </p:cBhvr>
                                      <p:to>
                                        <p:strVal val="visible"/>
                                      </p:to>
                                    </p:set>
                                    <p:anim calcmode="lin" valueType="num">
                                      <p:cBhvr additive="base">
                                        <p:cTn dur="1000"/>
                                        <p:tgtEl>
                                          <p:spTgt spid="1064"/>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1" name="Shape 1081"/>
        <p:cNvGrpSpPr/>
        <p:nvPr/>
      </p:nvGrpSpPr>
      <p:grpSpPr>
        <a:xfrm>
          <a:off x="0" y="0"/>
          <a:ext cx="0" cy="0"/>
          <a:chOff x="0" y="0"/>
          <a:chExt cx="0" cy="0"/>
        </a:xfrm>
      </p:grpSpPr>
      <p:sp>
        <p:nvSpPr>
          <p:cNvPr id="1082" name="Google Shape;1082;p58"/>
          <p:cNvSpPr txBox="1"/>
          <p:nvPr>
            <p:ph idx="1" type="subTitle"/>
          </p:nvPr>
        </p:nvSpPr>
        <p:spPr>
          <a:xfrm>
            <a:off x="2847550" y="372675"/>
            <a:ext cx="3803400" cy="807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333333"/>
              </a:solidFill>
              <a:latin typeface="Times New Roman"/>
              <a:ea typeface="Times New Roman"/>
              <a:cs typeface="Times New Roman"/>
              <a:sym typeface="Times New Roman"/>
            </a:endParaRPr>
          </a:p>
          <a:p>
            <a:pPr indent="0" lvl="0" marL="0" rtl="0" algn="ctr">
              <a:spcBef>
                <a:spcPts val="0"/>
              </a:spcBef>
              <a:spcAft>
                <a:spcPts val="0"/>
              </a:spcAft>
              <a:buNone/>
            </a:pPr>
            <a:r>
              <a:rPr b="1" lang="en">
                <a:solidFill>
                  <a:srgbClr val="333333"/>
                </a:solidFill>
                <a:latin typeface="Aldrich"/>
                <a:ea typeface="Aldrich"/>
                <a:cs typeface="Aldrich"/>
                <a:sym typeface="Aldrich"/>
              </a:rPr>
              <a:t>Information Security Blueprint</a:t>
            </a:r>
            <a:endParaRPr b="1">
              <a:solidFill>
                <a:srgbClr val="333333"/>
              </a:solidFill>
              <a:latin typeface="Aldrich"/>
              <a:ea typeface="Aldrich"/>
              <a:cs typeface="Aldrich"/>
              <a:sym typeface="Aldrich"/>
            </a:endParaRPr>
          </a:p>
        </p:txBody>
      </p:sp>
      <p:sp>
        <p:nvSpPr>
          <p:cNvPr id="1083" name="Google Shape;1083;p58"/>
          <p:cNvSpPr txBox="1"/>
          <p:nvPr/>
        </p:nvSpPr>
        <p:spPr>
          <a:xfrm>
            <a:off x="785450" y="986450"/>
            <a:ext cx="6271200" cy="39639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Clr>
                <a:schemeClr val="dk1"/>
              </a:buClr>
              <a:buSzPts val="1100"/>
              <a:buFont typeface="Arial"/>
              <a:buNone/>
            </a:pPr>
            <a:r>
              <a:rPr b="1" lang="en" sz="1300">
                <a:solidFill>
                  <a:srgbClr val="333333"/>
                </a:solidFill>
                <a:highlight>
                  <a:srgbClr val="D5E6FC"/>
                </a:highlight>
                <a:latin typeface="Times New Roman"/>
                <a:ea typeface="Times New Roman"/>
                <a:cs typeface="Times New Roman"/>
                <a:sym typeface="Times New Roman"/>
              </a:rPr>
              <a:t>I.S.B</a:t>
            </a:r>
            <a:r>
              <a:rPr lang="en" sz="1300">
                <a:solidFill>
                  <a:srgbClr val="333333"/>
                </a:solidFill>
                <a:highlight>
                  <a:srgbClr val="D5E6FC"/>
                </a:highlight>
                <a:latin typeface="Times New Roman"/>
                <a:ea typeface="Times New Roman"/>
                <a:cs typeface="Times New Roman"/>
                <a:sym typeface="Times New Roman"/>
              </a:rPr>
              <a:t>- </a:t>
            </a:r>
            <a:r>
              <a:rPr lang="en" sz="1200">
                <a:solidFill>
                  <a:srgbClr val="222222"/>
                </a:solidFill>
                <a:highlight>
                  <a:schemeClr val="accent4"/>
                </a:highlight>
                <a:latin typeface="Didact Gothic"/>
                <a:ea typeface="Didact Gothic"/>
                <a:cs typeface="Didact Gothic"/>
                <a:sym typeface="Didact Gothic"/>
              </a:rPr>
              <a:t>Information Security Blueprint is considered as a plan which mainly </a:t>
            </a:r>
            <a:r>
              <a:rPr lang="en" sz="1200">
                <a:solidFill>
                  <a:srgbClr val="222222"/>
                </a:solidFill>
                <a:highlight>
                  <a:schemeClr val="accent4"/>
                </a:highlight>
                <a:latin typeface="Didact Gothic"/>
                <a:ea typeface="Didact Gothic"/>
                <a:cs typeface="Didact Gothic"/>
                <a:sym typeface="Didact Gothic"/>
              </a:rPr>
              <a:t>focuses</a:t>
            </a:r>
            <a:r>
              <a:rPr lang="en" sz="1200">
                <a:solidFill>
                  <a:srgbClr val="222222"/>
                </a:solidFill>
                <a:highlight>
                  <a:schemeClr val="accent4"/>
                </a:highlight>
                <a:latin typeface="Didact Gothic"/>
                <a:ea typeface="Didact Gothic"/>
                <a:cs typeface="Didact Gothic"/>
                <a:sym typeface="Didact Gothic"/>
              </a:rPr>
              <a:t> on the overall organization's needs like requirements , strategies and opportunities.</a:t>
            </a:r>
            <a:endParaRPr sz="1300">
              <a:solidFill>
                <a:srgbClr val="333333"/>
              </a:solidFill>
              <a:highlight>
                <a:schemeClr val="accent4"/>
              </a:highlight>
              <a:latin typeface="Didact Gothic"/>
              <a:ea typeface="Didact Gothic"/>
              <a:cs typeface="Didact Gothic"/>
              <a:sym typeface="Didact Gothic"/>
            </a:endParaRPr>
          </a:p>
          <a:p>
            <a:pPr indent="0" lvl="0" marL="0" rtl="0" algn="just">
              <a:lnSpc>
                <a:spcPct val="100000"/>
              </a:lnSpc>
              <a:spcBef>
                <a:spcPts val="1200"/>
              </a:spcBef>
              <a:spcAft>
                <a:spcPts val="0"/>
              </a:spcAft>
              <a:buClr>
                <a:schemeClr val="dk1"/>
              </a:buClr>
              <a:buSzPts val="1100"/>
              <a:buFont typeface="Arial"/>
              <a:buNone/>
            </a:pPr>
            <a:r>
              <a:rPr lang="en" sz="1200">
                <a:solidFill>
                  <a:srgbClr val="222222"/>
                </a:solidFill>
                <a:highlight>
                  <a:schemeClr val="accent4"/>
                </a:highlight>
                <a:latin typeface="Didact Gothic"/>
                <a:ea typeface="Didact Gothic"/>
                <a:cs typeface="Didact Gothic"/>
                <a:sym typeface="Didact Gothic"/>
              </a:rPr>
              <a:t>Its Major Components are : </a:t>
            </a:r>
            <a:endParaRPr sz="1200">
              <a:solidFill>
                <a:srgbClr val="222222"/>
              </a:solidFill>
              <a:highlight>
                <a:schemeClr val="accent4"/>
              </a:highlight>
              <a:latin typeface="Didact Gothic"/>
              <a:ea typeface="Didact Gothic"/>
              <a:cs typeface="Didact Gothic"/>
              <a:sym typeface="Didact Gothic"/>
            </a:endParaRPr>
          </a:p>
          <a:p>
            <a:pPr indent="0" lvl="0" marL="0" rtl="0" algn="just">
              <a:lnSpc>
                <a:spcPct val="100000"/>
              </a:lnSpc>
              <a:spcBef>
                <a:spcPts val="1200"/>
              </a:spcBef>
              <a:spcAft>
                <a:spcPts val="0"/>
              </a:spcAft>
              <a:buClr>
                <a:schemeClr val="dk1"/>
              </a:buClr>
              <a:buSzPts val="1100"/>
              <a:buFont typeface="Arial"/>
              <a:buNone/>
            </a:pPr>
            <a:r>
              <a:rPr lang="en" sz="1200">
                <a:solidFill>
                  <a:srgbClr val="222222"/>
                </a:solidFill>
                <a:highlight>
                  <a:schemeClr val="accent4"/>
                </a:highlight>
                <a:latin typeface="Didact Gothic"/>
                <a:ea typeface="Didact Gothic"/>
                <a:cs typeface="Didact Gothic"/>
                <a:sym typeface="Didact Gothic"/>
              </a:rPr>
              <a:t>Integrity </a:t>
            </a:r>
            <a:endParaRPr sz="1200">
              <a:solidFill>
                <a:srgbClr val="222222"/>
              </a:solidFill>
              <a:highlight>
                <a:schemeClr val="accent4"/>
              </a:highlight>
              <a:latin typeface="Didact Gothic"/>
              <a:ea typeface="Didact Gothic"/>
              <a:cs typeface="Didact Gothic"/>
              <a:sym typeface="Didact Gothic"/>
            </a:endParaRPr>
          </a:p>
          <a:p>
            <a:pPr indent="0" lvl="0" marL="0" rtl="0" algn="just">
              <a:lnSpc>
                <a:spcPct val="100000"/>
              </a:lnSpc>
              <a:spcBef>
                <a:spcPts val="1200"/>
              </a:spcBef>
              <a:spcAft>
                <a:spcPts val="0"/>
              </a:spcAft>
              <a:buClr>
                <a:schemeClr val="dk1"/>
              </a:buClr>
              <a:buSzPts val="1100"/>
              <a:buFont typeface="Arial"/>
              <a:buNone/>
            </a:pPr>
            <a:r>
              <a:rPr lang="en" sz="1200">
                <a:solidFill>
                  <a:srgbClr val="222222"/>
                </a:solidFill>
                <a:highlight>
                  <a:schemeClr val="accent4"/>
                </a:highlight>
                <a:latin typeface="Didact Gothic"/>
                <a:ea typeface="Didact Gothic"/>
                <a:cs typeface="Didact Gothic"/>
                <a:sym typeface="Didact Gothic"/>
              </a:rPr>
              <a:t>Availability</a:t>
            </a:r>
            <a:endParaRPr sz="1200">
              <a:solidFill>
                <a:srgbClr val="222222"/>
              </a:solidFill>
              <a:highlight>
                <a:schemeClr val="accent4"/>
              </a:highlight>
              <a:latin typeface="Didact Gothic"/>
              <a:ea typeface="Didact Gothic"/>
              <a:cs typeface="Didact Gothic"/>
              <a:sym typeface="Didact Gothic"/>
            </a:endParaRPr>
          </a:p>
          <a:p>
            <a:pPr indent="0" lvl="0" marL="0" rtl="0" algn="just">
              <a:lnSpc>
                <a:spcPct val="100000"/>
              </a:lnSpc>
              <a:spcBef>
                <a:spcPts val="1200"/>
              </a:spcBef>
              <a:spcAft>
                <a:spcPts val="0"/>
              </a:spcAft>
              <a:buClr>
                <a:schemeClr val="dk1"/>
              </a:buClr>
              <a:buSzPts val="1100"/>
              <a:buFont typeface="Arial"/>
              <a:buNone/>
            </a:pPr>
            <a:r>
              <a:rPr lang="en" sz="1200">
                <a:solidFill>
                  <a:srgbClr val="222222"/>
                </a:solidFill>
                <a:highlight>
                  <a:schemeClr val="accent4"/>
                </a:highlight>
                <a:latin typeface="Didact Gothic"/>
                <a:ea typeface="Didact Gothic"/>
                <a:cs typeface="Didact Gothic"/>
                <a:sym typeface="Didact Gothic"/>
              </a:rPr>
              <a:t>Confidentiality</a:t>
            </a:r>
            <a:endParaRPr sz="1200">
              <a:solidFill>
                <a:srgbClr val="222222"/>
              </a:solidFill>
              <a:highlight>
                <a:schemeClr val="accent4"/>
              </a:highlight>
              <a:latin typeface="Didact Gothic"/>
              <a:ea typeface="Didact Gothic"/>
              <a:cs typeface="Didact Gothic"/>
              <a:sym typeface="Didact Gothic"/>
            </a:endParaRPr>
          </a:p>
          <a:p>
            <a:pPr indent="0" lvl="0" marL="0" rtl="0" algn="just">
              <a:lnSpc>
                <a:spcPct val="100000"/>
              </a:lnSpc>
              <a:spcBef>
                <a:spcPts val="1200"/>
              </a:spcBef>
              <a:spcAft>
                <a:spcPts val="0"/>
              </a:spcAft>
              <a:buClr>
                <a:schemeClr val="dk1"/>
              </a:buClr>
              <a:buSzPts val="1100"/>
              <a:buFont typeface="Arial"/>
              <a:buNone/>
            </a:pPr>
            <a:r>
              <a:rPr lang="en" sz="1200">
                <a:solidFill>
                  <a:srgbClr val="222222"/>
                </a:solidFill>
                <a:highlight>
                  <a:schemeClr val="accent4"/>
                </a:highlight>
                <a:latin typeface="Didact Gothic"/>
                <a:ea typeface="Didact Gothic"/>
                <a:cs typeface="Didact Gothic"/>
                <a:sym typeface="Didact Gothic"/>
              </a:rPr>
              <a:t>These Major Components supports an information security program by :</a:t>
            </a:r>
            <a:endParaRPr sz="1200">
              <a:solidFill>
                <a:srgbClr val="222222"/>
              </a:solidFill>
              <a:highlight>
                <a:schemeClr val="accent4"/>
              </a:highlight>
              <a:latin typeface="Didact Gothic"/>
              <a:ea typeface="Didact Gothic"/>
              <a:cs typeface="Didact Gothic"/>
              <a:sym typeface="Didact Gothic"/>
            </a:endParaRPr>
          </a:p>
          <a:p>
            <a:pPr indent="-304800" lvl="0" marL="457200" rtl="0" algn="just">
              <a:lnSpc>
                <a:spcPct val="100000"/>
              </a:lnSpc>
              <a:spcBef>
                <a:spcPts val="1200"/>
              </a:spcBef>
              <a:spcAft>
                <a:spcPts val="0"/>
              </a:spcAft>
              <a:buClr>
                <a:srgbClr val="222222"/>
              </a:buClr>
              <a:buSzPts val="1200"/>
              <a:buFont typeface="Didact Gothic"/>
              <a:buChar char="●"/>
            </a:pPr>
            <a:r>
              <a:rPr lang="en" sz="1200">
                <a:solidFill>
                  <a:srgbClr val="222222"/>
                </a:solidFill>
                <a:highlight>
                  <a:schemeClr val="accent4"/>
                </a:highlight>
                <a:latin typeface="Didact Gothic"/>
                <a:ea typeface="Didact Gothic"/>
                <a:cs typeface="Didact Gothic"/>
                <a:sym typeface="Didact Gothic"/>
              </a:rPr>
              <a:t> Checking the </a:t>
            </a:r>
            <a:r>
              <a:rPr lang="en" sz="1200">
                <a:solidFill>
                  <a:srgbClr val="222222"/>
                </a:solidFill>
                <a:highlight>
                  <a:schemeClr val="accent4"/>
                </a:highlight>
                <a:latin typeface="Didact Gothic"/>
                <a:ea typeface="Didact Gothic"/>
                <a:cs typeface="Didact Gothic"/>
                <a:sym typeface="Didact Gothic"/>
              </a:rPr>
              <a:t>consistency</a:t>
            </a:r>
            <a:r>
              <a:rPr lang="en" sz="1200">
                <a:solidFill>
                  <a:srgbClr val="222222"/>
                </a:solidFill>
                <a:highlight>
                  <a:schemeClr val="accent4"/>
                </a:highlight>
                <a:latin typeface="Didact Gothic"/>
                <a:ea typeface="Didact Gothic"/>
                <a:cs typeface="Didact Gothic"/>
                <a:sym typeface="Didact Gothic"/>
              </a:rPr>
              <a:t> and validity of the program data.</a:t>
            </a:r>
            <a:endParaRPr sz="1200">
              <a:solidFill>
                <a:srgbClr val="222222"/>
              </a:solidFill>
              <a:highlight>
                <a:schemeClr val="accent4"/>
              </a:highlight>
              <a:latin typeface="Didact Gothic"/>
              <a:ea typeface="Didact Gothic"/>
              <a:cs typeface="Didact Gothic"/>
              <a:sym typeface="Didact Gothic"/>
            </a:endParaRPr>
          </a:p>
          <a:p>
            <a:pPr indent="-304800" lvl="0" marL="457200" rtl="0" algn="just">
              <a:lnSpc>
                <a:spcPct val="100000"/>
              </a:lnSpc>
              <a:spcBef>
                <a:spcPts val="0"/>
              </a:spcBef>
              <a:spcAft>
                <a:spcPts val="0"/>
              </a:spcAft>
              <a:buClr>
                <a:srgbClr val="222222"/>
              </a:buClr>
              <a:buSzPts val="1200"/>
              <a:buFont typeface="Didact Gothic"/>
              <a:buChar char="●"/>
            </a:pPr>
            <a:r>
              <a:rPr lang="en" sz="1200">
                <a:solidFill>
                  <a:srgbClr val="222222"/>
                </a:solidFill>
                <a:highlight>
                  <a:schemeClr val="accent4"/>
                </a:highlight>
                <a:latin typeface="Didact Gothic"/>
                <a:ea typeface="Didact Gothic"/>
                <a:cs typeface="Didact Gothic"/>
                <a:sym typeface="Didact Gothic"/>
              </a:rPr>
              <a:t> Provides cryptographic securities like Encryption and Decryption.</a:t>
            </a:r>
            <a:endParaRPr sz="1200">
              <a:solidFill>
                <a:srgbClr val="222222"/>
              </a:solidFill>
              <a:highlight>
                <a:schemeClr val="accent4"/>
              </a:highlight>
              <a:latin typeface="Didact Gothic"/>
              <a:ea typeface="Didact Gothic"/>
              <a:cs typeface="Didact Gothic"/>
              <a:sym typeface="Didact Gothic"/>
            </a:endParaRPr>
          </a:p>
          <a:p>
            <a:pPr indent="-304800" lvl="0" marL="457200" rtl="0" algn="just">
              <a:lnSpc>
                <a:spcPct val="100000"/>
              </a:lnSpc>
              <a:spcBef>
                <a:spcPts val="0"/>
              </a:spcBef>
              <a:spcAft>
                <a:spcPts val="0"/>
              </a:spcAft>
              <a:buClr>
                <a:srgbClr val="222222"/>
              </a:buClr>
              <a:buSzPts val="1200"/>
              <a:buFont typeface="Didact Gothic"/>
              <a:buChar char="●"/>
            </a:pPr>
            <a:r>
              <a:rPr lang="en" sz="1200">
                <a:solidFill>
                  <a:srgbClr val="222222"/>
                </a:solidFill>
                <a:highlight>
                  <a:schemeClr val="accent4"/>
                </a:highlight>
                <a:latin typeface="Didact Gothic"/>
                <a:ea typeface="Didact Gothic"/>
                <a:cs typeface="Didact Gothic"/>
                <a:sym typeface="Didact Gothic"/>
              </a:rPr>
              <a:t>Monitors the constraints ( both Time and Budget ) appropriately.</a:t>
            </a:r>
            <a:endParaRPr sz="1200">
              <a:solidFill>
                <a:srgbClr val="222222"/>
              </a:solidFill>
              <a:highlight>
                <a:schemeClr val="accent4"/>
              </a:highlight>
              <a:latin typeface="Didact Gothic"/>
              <a:ea typeface="Didact Gothic"/>
              <a:cs typeface="Didact Gothic"/>
              <a:sym typeface="Didact Gothic"/>
            </a:endParaRPr>
          </a:p>
          <a:p>
            <a:pPr indent="-304800" lvl="0" marL="457200" rtl="0" algn="just">
              <a:lnSpc>
                <a:spcPct val="100000"/>
              </a:lnSpc>
              <a:spcBef>
                <a:spcPts val="0"/>
              </a:spcBef>
              <a:spcAft>
                <a:spcPts val="0"/>
              </a:spcAft>
              <a:buClr>
                <a:srgbClr val="222222"/>
              </a:buClr>
              <a:buSzPts val="1200"/>
              <a:buFont typeface="Didact Gothic"/>
              <a:buChar char="●"/>
            </a:pPr>
            <a:r>
              <a:rPr lang="en" sz="1200">
                <a:solidFill>
                  <a:srgbClr val="222222"/>
                </a:solidFill>
                <a:highlight>
                  <a:schemeClr val="accent4"/>
                </a:highlight>
                <a:latin typeface="Didact Gothic"/>
                <a:ea typeface="Didact Gothic"/>
                <a:cs typeface="Didact Gothic"/>
                <a:sym typeface="Didact Gothic"/>
              </a:rPr>
              <a:t>Improving the flexibility , scalability and correctness of the program.</a:t>
            </a:r>
            <a:endParaRPr sz="1200">
              <a:solidFill>
                <a:srgbClr val="222222"/>
              </a:solidFill>
              <a:highlight>
                <a:schemeClr val="accent4"/>
              </a:highlight>
              <a:latin typeface="Didact Gothic"/>
              <a:ea typeface="Didact Gothic"/>
              <a:cs typeface="Didact Gothic"/>
              <a:sym typeface="Didact Gothic"/>
            </a:endParaRPr>
          </a:p>
          <a:p>
            <a:pPr indent="0" lvl="0" marL="0" rtl="0" algn="l">
              <a:lnSpc>
                <a:spcPct val="120000"/>
              </a:lnSpc>
              <a:spcBef>
                <a:spcPts val="1200"/>
              </a:spcBef>
              <a:spcAft>
                <a:spcPts val="0"/>
              </a:spcAft>
              <a:buNone/>
            </a:pPr>
            <a:r>
              <a:t/>
            </a:r>
            <a:endParaRPr sz="1100">
              <a:solidFill>
                <a:srgbClr val="333333"/>
              </a:solidFill>
              <a:highlight>
                <a:srgbClr val="D5E6FC"/>
              </a:highlight>
              <a:latin typeface="Times New Roman"/>
              <a:ea typeface="Times New Roman"/>
              <a:cs typeface="Times New Roman"/>
              <a:sym typeface="Times New Roman"/>
            </a:endParaRPr>
          </a:p>
          <a:p>
            <a:pPr indent="0" lvl="0" marL="0" rtl="0" algn="l">
              <a:spcBef>
                <a:spcPts val="400"/>
              </a:spcBef>
              <a:spcAft>
                <a:spcPts val="0"/>
              </a:spcAft>
              <a:buNone/>
            </a:pPr>
            <a:r>
              <a:t/>
            </a:r>
            <a:endParaRPr sz="1300">
              <a:solidFill>
                <a:srgbClr val="333333"/>
              </a:solidFill>
              <a:highlight>
                <a:srgbClr val="D5E6FC"/>
              </a:highlight>
              <a:latin typeface="Times New Roman"/>
              <a:ea typeface="Times New Roman"/>
              <a:cs typeface="Times New Roman"/>
              <a:sym typeface="Times New Roman"/>
            </a:endParaRPr>
          </a:p>
          <a:p>
            <a:pPr indent="0" lvl="0" marL="0" rtl="0" algn="l">
              <a:spcBef>
                <a:spcPts val="0"/>
              </a:spcBef>
              <a:spcAft>
                <a:spcPts val="0"/>
              </a:spcAft>
              <a:buNone/>
            </a:pPr>
            <a:r>
              <a:t/>
            </a:r>
            <a:endParaRPr sz="1300">
              <a:solidFill>
                <a:srgbClr val="333333"/>
              </a:solidFill>
              <a:highlight>
                <a:srgbClr val="FFFFFF"/>
              </a:highlight>
              <a:latin typeface="Times New Roman"/>
              <a:ea typeface="Times New Roman"/>
              <a:cs typeface="Times New Roman"/>
              <a:sym typeface="Times New Roman"/>
            </a:endParaRPr>
          </a:p>
        </p:txBody>
      </p:sp>
      <p:cxnSp>
        <p:nvCxnSpPr>
          <p:cNvPr id="1084" name="Google Shape;1084;p58"/>
          <p:cNvCxnSpPr/>
          <p:nvPr/>
        </p:nvCxnSpPr>
        <p:spPr>
          <a:xfrm>
            <a:off x="6078600" y="1451950"/>
            <a:ext cx="12300" cy="29319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8" name="Shape 1088"/>
        <p:cNvGrpSpPr/>
        <p:nvPr/>
      </p:nvGrpSpPr>
      <p:grpSpPr>
        <a:xfrm>
          <a:off x="0" y="0"/>
          <a:ext cx="0" cy="0"/>
          <a:chOff x="0" y="0"/>
          <a:chExt cx="0" cy="0"/>
        </a:xfrm>
      </p:grpSpPr>
      <p:sp>
        <p:nvSpPr>
          <p:cNvPr id="1089" name="Google Shape;1089;p59"/>
          <p:cNvSpPr txBox="1"/>
          <p:nvPr>
            <p:ph idx="1" type="subTitle"/>
          </p:nvPr>
        </p:nvSpPr>
        <p:spPr>
          <a:xfrm>
            <a:off x="918475" y="689400"/>
            <a:ext cx="7479900" cy="577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500">
                <a:latin typeface="Times New Roman"/>
                <a:ea typeface="Times New Roman"/>
                <a:cs typeface="Times New Roman"/>
                <a:sym typeface="Times New Roman"/>
              </a:rPr>
              <a:t>Important role of access control</a:t>
            </a:r>
            <a:endParaRPr b="1" sz="1400">
              <a:solidFill>
                <a:schemeClr val="dk1"/>
              </a:solidFill>
              <a:latin typeface="Times New Roman"/>
              <a:ea typeface="Times New Roman"/>
              <a:cs typeface="Times New Roman"/>
              <a:sym typeface="Times New Roman"/>
            </a:endParaRPr>
          </a:p>
          <a:p>
            <a:pPr indent="0" lvl="0" marL="0" rtl="0" algn="ctr">
              <a:spcBef>
                <a:spcPts val="0"/>
              </a:spcBef>
              <a:spcAft>
                <a:spcPts val="1600"/>
              </a:spcAft>
              <a:buClr>
                <a:schemeClr val="dk1"/>
              </a:buClr>
              <a:buSzPts val="1100"/>
              <a:buFont typeface="Arial"/>
              <a:buNone/>
            </a:pPr>
            <a:r>
              <a:t/>
            </a:r>
            <a:endParaRPr sz="1600">
              <a:latin typeface="Aldrich"/>
              <a:ea typeface="Aldrich"/>
              <a:cs typeface="Aldrich"/>
              <a:sym typeface="Aldrich"/>
            </a:endParaRPr>
          </a:p>
        </p:txBody>
      </p:sp>
      <p:sp>
        <p:nvSpPr>
          <p:cNvPr id="1090" name="Google Shape;1090;p59"/>
          <p:cNvSpPr txBox="1"/>
          <p:nvPr/>
        </p:nvSpPr>
        <p:spPr>
          <a:xfrm>
            <a:off x="993925" y="1080875"/>
            <a:ext cx="7230600" cy="3989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lang="en" sz="1350">
                <a:solidFill>
                  <a:schemeClr val="dk1"/>
                </a:solidFill>
                <a:highlight>
                  <a:schemeClr val="accent4"/>
                </a:highlight>
                <a:latin typeface="Didact Gothic"/>
                <a:ea typeface="Didact Gothic"/>
                <a:cs typeface="Didact Gothic"/>
                <a:sym typeface="Didact Gothic"/>
              </a:rPr>
              <a:t>Access control limits access to information and data processing systems. when implemented effectively, they reduce the risk of data being accessed without proper authorization, illegally, and the risk of a data breach. They are applied to wherever the business needs access </a:t>
            </a:r>
            <a:endParaRPr sz="1300">
              <a:solidFill>
                <a:schemeClr val="dk1"/>
              </a:solidFill>
              <a:highlight>
                <a:schemeClr val="accent4"/>
              </a:highlight>
              <a:latin typeface="Didact Gothic"/>
              <a:ea typeface="Didact Gothic"/>
              <a:cs typeface="Didact Gothic"/>
              <a:sym typeface="Didact Gothic"/>
            </a:endParaRPr>
          </a:p>
          <a:p>
            <a:pPr indent="0" lvl="0" marL="0" rtl="0" algn="l">
              <a:lnSpc>
                <a:spcPct val="115000"/>
              </a:lnSpc>
              <a:spcBef>
                <a:spcPts val="2600"/>
              </a:spcBef>
              <a:spcAft>
                <a:spcPts val="0"/>
              </a:spcAft>
              <a:buClr>
                <a:schemeClr val="dk1"/>
              </a:buClr>
              <a:buSzPts val="1100"/>
              <a:buFont typeface="Arial"/>
              <a:buNone/>
            </a:pPr>
            <a:r>
              <a:rPr lang="en" sz="1300">
                <a:solidFill>
                  <a:schemeClr val="dk1"/>
                </a:solidFill>
                <a:latin typeface="Didact Gothic"/>
                <a:ea typeface="Didact Gothic"/>
                <a:cs typeface="Didact Gothic"/>
                <a:sym typeface="Didact Gothic"/>
              </a:rPr>
              <a:t>Access control is important because it is a valuable security technique that can be used to regulate who or what can view or use any given resource. In an I.T security setting this could translate to who can access and edit a particular file, what kinds of equipment can be used or who can access certain devices. </a:t>
            </a:r>
            <a:r>
              <a:rPr lang="en" sz="1300">
                <a:solidFill>
                  <a:schemeClr val="dk1"/>
                </a:solidFill>
                <a:highlight>
                  <a:schemeClr val="accent4"/>
                </a:highlight>
                <a:latin typeface="Didact Gothic"/>
                <a:ea typeface="Didact Gothic"/>
                <a:cs typeface="Didact Gothic"/>
                <a:sym typeface="Didact Gothic"/>
              </a:rPr>
              <a:t>In practice it is common for access to information to be overly restrictive, resulting in information silos. Whilst a focus on security and privacy is obviously needed to protect business information and meet data protection legislation obligations, there must also be a balance with accessibility. </a:t>
            </a:r>
            <a:endParaRPr sz="1100">
              <a:solidFill>
                <a:schemeClr val="dk1"/>
              </a:solidFill>
              <a:latin typeface="Didact Gothic"/>
              <a:ea typeface="Didact Gothic"/>
              <a:cs typeface="Didact Gothic"/>
              <a:sym typeface="Didact Gothic"/>
            </a:endParaRPr>
          </a:p>
          <a:p>
            <a:pPr indent="0" lvl="0" marL="0" rtl="0" algn="l">
              <a:lnSpc>
                <a:spcPct val="115000"/>
              </a:lnSpc>
              <a:spcBef>
                <a:spcPts val="2600"/>
              </a:spcBef>
              <a:spcAft>
                <a:spcPts val="0"/>
              </a:spcAft>
              <a:buClr>
                <a:schemeClr val="dk1"/>
              </a:buClr>
              <a:buSzPts val="1100"/>
              <a:buFont typeface="Arial"/>
              <a:buNone/>
            </a:pPr>
            <a:r>
              <a:t/>
            </a:r>
            <a:endParaRPr sz="1300">
              <a:solidFill>
                <a:srgbClr val="494845"/>
              </a:solidFill>
              <a:highlight>
                <a:schemeClr val="accent4"/>
              </a:highlight>
              <a:latin typeface="Didact Gothic"/>
              <a:ea typeface="Didact Gothic"/>
              <a:cs typeface="Didact Gothic"/>
              <a:sym typeface="Didact Gothic"/>
            </a:endParaRPr>
          </a:p>
          <a:p>
            <a:pPr indent="0" lvl="0" marL="0" rtl="0" algn="l">
              <a:spcBef>
                <a:spcPts val="2600"/>
              </a:spcBef>
              <a:spcAft>
                <a:spcPts val="0"/>
              </a:spcAft>
              <a:buClr>
                <a:schemeClr val="dk1"/>
              </a:buClr>
              <a:buSzPts val="1100"/>
              <a:buFont typeface="Arial"/>
              <a:buNone/>
            </a:pPr>
            <a:r>
              <a:t/>
            </a:r>
            <a:endParaRPr sz="1600">
              <a:latin typeface="Didact Gothic"/>
              <a:ea typeface="Didact Gothic"/>
              <a:cs typeface="Didact Gothic"/>
              <a:sym typeface="Didact Gothic"/>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4" name="Shape 1094"/>
        <p:cNvGrpSpPr/>
        <p:nvPr/>
      </p:nvGrpSpPr>
      <p:grpSpPr>
        <a:xfrm>
          <a:off x="0" y="0"/>
          <a:ext cx="0" cy="0"/>
          <a:chOff x="0" y="0"/>
          <a:chExt cx="0" cy="0"/>
        </a:xfrm>
      </p:grpSpPr>
      <p:sp>
        <p:nvSpPr>
          <p:cNvPr id="1095" name="Google Shape;1095;p60"/>
          <p:cNvSpPr txBox="1"/>
          <p:nvPr>
            <p:ph idx="1" type="subTitle"/>
          </p:nvPr>
        </p:nvSpPr>
        <p:spPr>
          <a:xfrm>
            <a:off x="1915125" y="318775"/>
            <a:ext cx="4872900" cy="801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900">
                <a:latin typeface="Aldrich"/>
                <a:ea typeface="Aldrich"/>
                <a:cs typeface="Aldrich"/>
                <a:sym typeface="Aldrich"/>
              </a:rPr>
              <a:t>The basic principles of cryptography.</a:t>
            </a:r>
            <a:endParaRPr sz="1900">
              <a:latin typeface="Aldrich"/>
              <a:ea typeface="Aldrich"/>
              <a:cs typeface="Aldrich"/>
              <a:sym typeface="Aldrich"/>
            </a:endParaRPr>
          </a:p>
        </p:txBody>
      </p:sp>
      <p:sp>
        <p:nvSpPr>
          <p:cNvPr id="1096" name="Google Shape;1096;p60"/>
          <p:cNvSpPr txBox="1"/>
          <p:nvPr/>
        </p:nvSpPr>
        <p:spPr>
          <a:xfrm>
            <a:off x="754750" y="908200"/>
            <a:ext cx="7510500" cy="40917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lang="en" sz="1100">
                <a:solidFill>
                  <a:schemeClr val="dk1"/>
                </a:solidFill>
                <a:highlight>
                  <a:schemeClr val="accent4"/>
                </a:highlight>
                <a:latin typeface="Didact Gothic"/>
                <a:ea typeface="Didact Gothic"/>
                <a:cs typeface="Didact Gothic"/>
                <a:sym typeface="Didact Gothic"/>
              </a:rPr>
              <a:t>Cryptographic principles are the fundamental concepts and techniques that are used in the field of cryptography to secure communication and protect data. These principles include confidentiality, integrity, authentication, non-repudiation, and key management.</a:t>
            </a:r>
            <a:endParaRPr sz="1100">
              <a:solidFill>
                <a:schemeClr val="dk1"/>
              </a:solidFill>
              <a:highlight>
                <a:schemeClr val="accent4"/>
              </a:highlight>
              <a:latin typeface="Didact Gothic"/>
              <a:ea typeface="Didact Gothic"/>
              <a:cs typeface="Didact Gothic"/>
              <a:sym typeface="Didact Gothic"/>
            </a:endParaRPr>
          </a:p>
          <a:p>
            <a:pPr indent="0" lvl="0" marL="0" rtl="0" algn="l">
              <a:lnSpc>
                <a:spcPct val="100000"/>
              </a:lnSpc>
              <a:spcBef>
                <a:spcPts val="0"/>
              </a:spcBef>
              <a:spcAft>
                <a:spcPts val="0"/>
              </a:spcAft>
              <a:buNone/>
            </a:pPr>
            <a:r>
              <a:t/>
            </a:r>
            <a:endParaRPr sz="1000">
              <a:solidFill>
                <a:schemeClr val="dk1"/>
              </a:solidFill>
              <a:highlight>
                <a:schemeClr val="accent4"/>
              </a:highlight>
              <a:latin typeface="Didact Gothic"/>
              <a:ea typeface="Didact Gothic"/>
              <a:cs typeface="Didact Gothic"/>
              <a:sym typeface="Didact Gothic"/>
            </a:endParaRPr>
          </a:p>
          <a:p>
            <a:pPr indent="0" lvl="0" marL="25400" marR="25400" rtl="0" algn="just">
              <a:lnSpc>
                <a:spcPct val="100000"/>
              </a:lnSpc>
              <a:spcBef>
                <a:spcPts val="200"/>
              </a:spcBef>
              <a:spcAft>
                <a:spcPts val="0"/>
              </a:spcAft>
              <a:buClr>
                <a:schemeClr val="dk1"/>
              </a:buClr>
              <a:buSzPts val="1100"/>
              <a:buFont typeface="Arial"/>
              <a:buNone/>
            </a:pPr>
            <a:r>
              <a:rPr lang="en" sz="1000">
                <a:solidFill>
                  <a:schemeClr val="dk1"/>
                </a:solidFill>
                <a:highlight>
                  <a:schemeClr val="accent4"/>
                </a:highlight>
                <a:latin typeface="Didact Gothic"/>
                <a:ea typeface="Didact Gothic"/>
                <a:cs typeface="Didact Gothic"/>
                <a:sym typeface="Didact Gothic"/>
              </a:rPr>
              <a:t>There are several fundamental principles that are important in the field of cryptography, including −</a:t>
            </a:r>
            <a:endParaRPr sz="1000">
              <a:solidFill>
                <a:schemeClr val="dk1"/>
              </a:solidFill>
              <a:highlight>
                <a:schemeClr val="accent4"/>
              </a:highlight>
              <a:latin typeface="Didact Gothic"/>
              <a:ea typeface="Didact Gothic"/>
              <a:cs typeface="Didact Gothic"/>
              <a:sym typeface="Didact Gothic"/>
            </a:endParaRPr>
          </a:p>
          <a:p>
            <a:pPr indent="0" lvl="0" marL="0" rtl="0" algn="l">
              <a:lnSpc>
                <a:spcPct val="100000"/>
              </a:lnSpc>
              <a:spcBef>
                <a:spcPts val="800"/>
              </a:spcBef>
              <a:spcAft>
                <a:spcPts val="0"/>
              </a:spcAft>
              <a:buNone/>
            </a:pPr>
            <a:r>
              <a:rPr lang="en" sz="1000">
                <a:solidFill>
                  <a:schemeClr val="dk1"/>
                </a:solidFill>
                <a:highlight>
                  <a:schemeClr val="accent4"/>
                </a:highlight>
                <a:latin typeface="Didact Gothic"/>
                <a:ea typeface="Didact Gothic"/>
                <a:cs typeface="Didact Gothic"/>
                <a:sym typeface="Didact Gothic"/>
              </a:rPr>
              <a:t>Confidentiality − Confidentiality refers to the ability to keep information private and secure. Cryptographic techniques, such as encryption, can be used to protect the confidentiality of information by making it unreadable to anyone who does not have the proper decryption key.</a:t>
            </a:r>
            <a:endParaRPr sz="1000">
              <a:solidFill>
                <a:schemeClr val="dk1"/>
              </a:solidFill>
              <a:highlight>
                <a:schemeClr val="accent4"/>
              </a:highlight>
              <a:latin typeface="Didact Gothic"/>
              <a:ea typeface="Didact Gothic"/>
              <a:cs typeface="Didact Gothic"/>
              <a:sym typeface="Didact Gothic"/>
            </a:endParaRPr>
          </a:p>
          <a:p>
            <a:pPr indent="0" lvl="0" marL="0" rtl="0" algn="l">
              <a:lnSpc>
                <a:spcPct val="100000"/>
              </a:lnSpc>
              <a:spcBef>
                <a:spcPts val="1500"/>
              </a:spcBef>
              <a:spcAft>
                <a:spcPts val="0"/>
              </a:spcAft>
              <a:buNone/>
            </a:pPr>
            <a:r>
              <a:rPr lang="en" sz="1000">
                <a:solidFill>
                  <a:schemeClr val="dk1"/>
                </a:solidFill>
                <a:highlight>
                  <a:schemeClr val="accent4"/>
                </a:highlight>
                <a:latin typeface="Didact Gothic"/>
                <a:ea typeface="Didact Gothic"/>
                <a:cs typeface="Didact Gothic"/>
                <a:sym typeface="Didact Gothic"/>
              </a:rPr>
              <a:t>Integrity − Integrity refers to the ability to ensure that information has not been altered or tampered with. Cryptographic techniques, such as hash functions, can be used to ensure the integrity of information by providing a way to detect any changes to the data.</a:t>
            </a:r>
            <a:endParaRPr sz="1000">
              <a:solidFill>
                <a:schemeClr val="dk1"/>
              </a:solidFill>
              <a:highlight>
                <a:schemeClr val="accent4"/>
              </a:highlight>
              <a:latin typeface="Didact Gothic"/>
              <a:ea typeface="Didact Gothic"/>
              <a:cs typeface="Didact Gothic"/>
              <a:sym typeface="Didact Gothic"/>
            </a:endParaRPr>
          </a:p>
          <a:p>
            <a:pPr indent="0" lvl="0" marL="0" rtl="0" algn="l">
              <a:lnSpc>
                <a:spcPct val="100000"/>
              </a:lnSpc>
              <a:spcBef>
                <a:spcPts val="1500"/>
              </a:spcBef>
              <a:spcAft>
                <a:spcPts val="0"/>
              </a:spcAft>
              <a:buNone/>
            </a:pPr>
            <a:r>
              <a:rPr lang="en" sz="1000">
                <a:solidFill>
                  <a:schemeClr val="dk1"/>
                </a:solidFill>
                <a:highlight>
                  <a:schemeClr val="accent4"/>
                </a:highlight>
                <a:latin typeface="Didact Gothic"/>
                <a:ea typeface="Didact Gothic"/>
                <a:cs typeface="Didact Gothic"/>
                <a:sym typeface="Didact Gothic"/>
              </a:rPr>
              <a:t>Authentication − Authentication refers to the process of verifying the identity of a user or device. Cryptographic techniques, such as digital signatures, can be used to authenticate the identity of a user or device in a secure manner.</a:t>
            </a:r>
            <a:endParaRPr sz="1000">
              <a:solidFill>
                <a:schemeClr val="dk1"/>
              </a:solidFill>
              <a:highlight>
                <a:schemeClr val="accent4"/>
              </a:highlight>
              <a:latin typeface="Didact Gothic"/>
              <a:ea typeface="Didact Gothic"/>
              <a:cs typeface="Didact Gothic"/>
              <a:sym typeface="Didact Gothic"/>
            </a:endParaRPr>
          </a:p>
          <a:p>
            <a:pPr indent="0" lvl="0" marL="0" rtl="0" algn="l">
              <a:lnSpc>
                <a:spcPct val="100000"/>
              </a:lnSpc>
              <a:spcBef>
                <a:spcPts val="1500"/>
              </a:spcBef>
              <a:spcAft>
                <a:spcPts val="0"/>
              </a:spcAft>
              <a:buNone/>
            </a:pPr>
            <a:r>
              <a:rPr lang="en" sz="1000">
                <a:solidFill>
                  <a:schemeClr val="dk1"/>
                </a:solidFill>
                <a:highlight>
                  <a:schemeClr val="accent4"/>
                </a:highlight>
                <a:latin typeface="Didact Gothic"/>
                <a:ea typeface="Didact Gothic"/>
                <a:cs typeface="Didact Gothic"/>
                <a:sym typeface="Didact Gothic"/>
              </a:rPr>
              <a:t>Non-repudiation − Non-repudiation refers to the ability to prevent someone from denying that they performed a particular action. Cryptographic techniques, such as digital signatures, can be used to provide non-repudiation by allowing the sender of a message to prove that they sent the message and the receiver to prove that they received the message.</a:t>
            </a:r>
            <a:endParaRPr sz="1000">
              <a:solidFill>
                <a:schemeClr val="dk1"/>
              </a:solidFill>
              <a:highlight>
                <a:schemeClr val="accent4"/>
              </a:highlight>
              <a:latin typeface="Didact Gothic"/>
              <a:ea typeface="Didact Gothic"/>
              <a:cs typeface="Didact Gothic"/>
              <a:sym typeface="Didact Gothic"/>
            </a:endParaRPr>
          </a:p>
          <a:p>
            <a:pPr indent="0" lvl="0" marL="0" rtl="0" algn="l">
              <a:lnSpc>
                <a:spcPct val="100000"/>
              </a:lnSpc>
              <a:spcBef>
                <a:spcPts val="1500"/>
              </a:spcBef>
              <a:spcAft>
                <a:spcPts val="0"/>
              </a:spcAft>
              <a:buNone/>
            </a:pPr>
            <a:r>
              <a:rPr lang="en" sz="1000">
                <a:solidFill>
                  <a:schemeClr val="dk1"/>
                </a:solidFill>
                <a:highlight>
                  <a:schemeClr val="accent4"/>
                </a:highlight>
                <a:latin typeface="Didact Gothic"/>
                <a:ea typeface="Didact Gothic"/>
                <a:cs typeface="Didact Gothic"/>
                <a:sym typeface="Didact Gothic"/>
              </a:rPr>
              <a:t>Key management − Key management refers to the process of generating, distributing, and managing cryptographic keys. Proper key management is essential for the security of a cryptographic system, as the security of the system depends on the secrecy of the key.</a:t>
            </a:r>
            <a:endParaRPr sz="1000">
              <a:solidFill>
                <a:schemeClr val="dk1"/>
              </a:solidFill>
              <a:highlight>
                <a:schemeClr val="accent4"/>
              </a:highlight>
              <a:latin typeface="Didact Gothic"/>
              <a:ea typeface="Didact Gothic"/>
              <a:cs typeface="Didact Gothic"/>
              <a:sym typeface="Didact Gothic"/>
            </a:endParaRPr>
          </a:p>
          <a:p>
            <a:pPr indent="0" lvl="0" marL="457200" rtl="0" algn="l">
              <a:lnSpc>
                <a:spcPct val="100000"/>
              </a:lnSpc>
              <a:spcBef>
                <a:spcPts val="1500"/>
              </a:spcBef>
              <a:spcAft>
                <a:spcPts val="0"/>
              </a:spcAft>
              <a:buNone/>
            </a:pPr>
            <a:r>
              <a:t/>
            </a:r>
            <a:endParaRPr sz="1000">
              <a:solidFill>
                <a:schemeClr val="dk1"/>
              </a:solidFill>
              <a:highlight>
                <a:schemeClr val="accent4"/>
              </a:highlight>
              <a:latin typeface="Didact Gothic"/>
              <a:ea typeface="Didact Gothic"/>
              <a:cs typeface="Didact Gothic"/>
              <a:sym typeface="Didact Gothic"/>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0" name="Shape 1100"/>
        <p:cNvGrpSpPr/>
        <p:nvPr/>
      </p:nvGrpSpPr>
      <p:grpSpPr>
        <a:xfrm>
          <a:off x="0" y="0"/>
          <a:ext cx="0" cy="0"/>
          <a:chOff x="0" y="0"/>
          <a:chExt cx="0" cy="0"/>
        </a:xfrm>
      </p:grpSpPr>
      <p:sp>
        <p:nvSpPr>
          <p:cNvPr id="1101" name="Google Shape;1101;p61"/>
          <p:cNvSpPr txBox="1"/>
          <p:nvPr>
            <p:ph idx="1" type="subTitle"/>
          </p:nvPr>
        </p:nvSpPr>
        <p:spPr>
          <a:xfrm>
            <a:off x="1899900" y="526300"/>
            <a:ext cx="4872900" cy="801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t/>
            </a:r>
            <a:endParaRPr sz="1500"/>
          </a:p>
          <a:p>
            <a:pPr indent="0" lvl="0" marL="0" rtl="0" algn="ctr">
              <a:spcBef>
                <a:spcPts val="0"/>
              </a:spcBef>
              <a:spcAft>
                <a:spcPts val="0"/>
              </a:spcAft>
              <a:buNone/>
            </a:pPr>
            <a:r>
              <a:t/>
            </a:r>
            <a:endParaRPr sz="1500"/>
          </a:p>
        </p:txBody>
      </p:sp>
      <p:sp>
        <p:nvSpPr>
          <p:cNvPr id="1102" name="Google Shape;1102;p61"/>
          <p:cNvSpPr txBox="1"/>
          <p:nvPr/>
        </p:nvSpPr>
        <p:spPr>
          <a:xfrm>
            <a:off x="843000" y="1001175"/>
            <a:ext cx="7458000" cy="610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t/>
            </a:r>
            <a:endParaRPr sz="900">
              <a:solidFill>
                <a:schemeClr val="dk1"/>
              </a:solidFill>
              <a:latin typeface="Lato"/>
              <a:ea typeface="Lato"/>
              <a:cs typeface="Lato"/>
              <a:sym typeface="Lato"/>
            </a:endParaRPr>
          </a:p>
          <a:p>
            <a:pPr indent="0" lvl="0" marL="0" rtl="0" algn="l">
              <a:spcBef>
                <a:spcPts val="1000"/>
              </a:spcBef>
              <a:spcAft>
                <a:spcPts val="0"/>
              </a:spcAft>
              <a:buNone/>
            </a:pPr>
            <a:r>
              <a:t/>
            </a:r>
            <a:endParaRPr sz="900">
              <a:solidFill>
                <a:schemeClr val="dk1"/>
              </a:solidFill>
              <a:latin typeface="Lato"/>
              <a:ea typeface="Lato"/>
              <a:cs typeface="Lato"/>
              <a:sym typeface="Lato"/>
            </a:endParaRPr>
          </a:p>
        </p:txBody>
      </p:sp>
      <p:graphicFrame>
        <p:nvGraphicFramePr>
          <p:cNvPr id="1103" name="Google Shape;1103;p61"/>
          <p:cNvGraphicFramePr/>
          <p:nvPr/>
        </p:nvGraphicFramePr>
        <p:xfrm>
          <a:off x="782425" y="526325"/>
          <a:ext cx="3000000" cy="3000000"/>
        </p:xfrm>
        <a:graphic>
          <a:graphicData uri="http://schemas.openxmlformats.org/drawingml/2006/table">
            <a:tbl>
              <a:tblPr>
                <a:noFill/>
                <a:tableStyleId>{82ED34A5-DC35-411B-8B7F-152AAF61CA45}</a:tableStyleId>
              </a:tblPr>
              <a:tblGrid>
                <a:gridCol w="3637250"/>
                <a:gridCol w="3662325"/>
              </a:tblGrid>
              <a:tr h="625500">
                <a:tc>
                  <a:txBody>
                    <a:bodyPr/>
                    <a:lstStyle/>
                    <a:p>
                      <a:pPr indent="0" lvl="0" marL="0" rtl="0" algn="ctr">
                        <a:spcBef>
                          <a:spcPts val="0"/>
                        </a:spcBef>
                        <a:spcAft>
                          <a:spcPts val="0"/>
                        </a:spcAft>
                        <a:buNone/>
                      </a:pPr>
                      <a:r>
                        <a:rPr b="1" lang="en" sz="1500">
                          <a:solidFill>
                            <a:schemeClr val="accent5"/>
                          </a:solidFill>
                          <a:latin typeface="Times New Roman"/>
                          <a:ea typeface="Times New Roman"/>
                          <a:cs typeface="Times New Roman"/>
                          <a:sym typeface="Times New Roman"/>
                        </a:rPr>
                        <a:t>Symmetric, Asymmetric &amp; Hashing algorithms</a:t>
                      </a:r>
                      <a:endParaRPr b="1">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b="1" lang="en">
                          <a:latin typeface="Times New Roman"/>
                          <a:ea typeface="Times New Roman"/>
                          <a:cs typeface="Times New Roman"/>
                          <a:sym typeface="Times New Roman"/>
                        </a:rPr>
                        <a:t>when and how they can be used.</a:t>
                      </a:r>
                      <a:endParaRPr b="1">
                        <a:latin typeface="Times New Roman"/>
                        <a:ea typeface="Times New Roman"/>
                        <a:cs typeface="Times New Roman"/>
                        <a:sym typeface="Times New Roman"/>
                      </a:endParaRPr>
                    </a:p>
                  </a:txBody>
                  <a:tcPr marT="91425" marB="91425" marR="91425" marL="91425"/>
                </a:tc>
              </a:tr>
              <a:tr h="829725">
                <a:tc>
                  <a:txBody>
                    <a:bodyPr/>
                    <a:lstStyle/>
                    <a:p>
                      <a:pPr indent="0" lvl="0" marL="0" rtl="0" algn="l">
                        <a:spcBef>
                          <a:spcPts val="0"/>
                        </a:spcBef>
                        <a:spcAft>
                          <a:spcPts val="0"/>
                        </a:spcAft>
                        <a:buNone/>
                      </a:pPr>
                      <a:r>
                        <a:rPr lang="en" sz="1200">
                          <a:solidFill>
                            <a:schemeClr val="dk1"/>
                          </a:solidFill>
                          <a:highlight>
                            <a:schemeClr val="accent4"/>
                          </a:highlight>
                          <a:latin typeface="Didact Gothic"/>
                          <a:ea typeface="Didact Gothic"/>
                          <a:cs typeface="Didact Gothic"/>
                          <a:sym typeface="Didact Gothic"/>
                        </a:rPr>
                        <a:t>Common symmetric encryption algorithms include </a:t>
                      </a:r>
                      <a:r>
                        <a:rPr lang="en" sz="1200">
                          <a:solidFill>
                            <a:schemeClr val="dk1"/>
                          </a:solidFill>
                          <a:highlight>
                            <a:schemeClr val="accent4"/>
                          </a:highlight>
                          <a:uFill>
                            <a:noFill/>
                          </a:uFill>
                          <a:latin typeface="Didact Gothic"/>
                          <a:ea typeface="Didact Gothic"/>
                          <a:cs typeface="Didact Gothic"/>
                          <a:sym typeface="Didact Gothic"/>
                          <a:hlinkClick r:id="rId3">
                            <a:extLst>
                              <a:ext uri="{A12FA001-AC4F-418D-AE19-62706E023703}">
                                <ahyp:hlinkClr val="tx"/>
                              </a:ext>
                            </a:extLst>
                          </a:hlinkClick>
                        </a:rPr>
                        <a:t>DES</a:t>
                      </a:r>
                      <a:r>
                        <a:rPr lang="en" sz="1200">
                          <a:solidFill>
                            <a:schemeClr val="dk1"/>
                          </a:solidFill>
                          <a:highlight>
                            <a:schemeClr val="accent4"/>
                          </a:highlight>
                          <a:latin typeface="Didact Gothic"/>
                          <a:ea typeface="Didact Gothic"/>
                          <a:cs typeface="Didact Gothic"/>
                          <a:sym typeface="Didact Gothic"/>
                        </a:rPr>
                        <a:t>, </a:t>
                      </a:r>
                      <a:r>
                        <a:rPr lang="en" sz="1200">
                          <a:solidFill>
                            <a:schemeClr val="dk1"/>
                          </a:solidFill>
                          <a:highlight>
                            <a:schemeClr val="accent4"/>
                          </a:highlight>
                          <a:uFill>
                            <a:noFill/>
                          </a:uFill>
                          <a:latin typeface="Didact Gothic"/>
                          <a:ea typeface="Didact Gothic"/>
                          <a:cs typeface="Didact Gothic"/>
                          <a:sym typeface="Didact Gothic"/>
                          <a:hlinkClick r:id="rId4">
                            <a:extLst>
                              <a:ext uri="{A12FA001-AC4F-418D-AE19-62706E023703}">
                                <ahyp:hlinkClr val="tx"/>
                              </a:ext>
                            </a:extLst>
                          </a:hlinkClick>
                        </a:rPr>
                        <a:t>3DES</a:t>
                      </a:r>
                      <a:r>
                        <a:rPr lang="en" sz="1200">
                          <a:solidFill>
                            <a:schemeClr val="dk1"/>
                          </a:solidFill>
                          <a:highlight>
                            <a:schemeClr val="accent4"/>
                          </a:highlight>
                          <a:latin typeface="Didact Gothic"/>
                          <a:ea typeface="Didact Gothic"/>
                          <a:cs typeface="Didact Gothic"/>
                          <a:sym typeface="Didact Gothic"/>
                        </a:rPr>
                        <a:t>, </a:t>
                      </a:r>
                      <a:r>
                        <a:rPr lang="en" sz="1200">
                          <a:solidFill>
                            <a:schemeClr val="dk1"/>
                          </a:solidFill>
                          <a:highlight>
                            <a:schemeClr val="accent4"/>
                          </a:highlight>
                          <a:uFill>
                            <a:noFill/>
                          </a:uFill>
                          <a:latin typeface="Didact Gothic"/>
                          <a:ea typeface="Didact Gothic"/>
                          <a:cs typeface="Didact Gothic"/>
                          <a:sym typeface="Didact Gothic"/>
                          <a:hlinkClick r:id="rId5">
                            <a:extLst>
                              <a:ext uri="{A12FA001-AC4F-418D-AE19-62706E023703}">
                                <ahyp:hlinkClr val="tx"/>
                              </a:ext>
                            </a:extLst>
                          </a:hlinkClick>
                        </a:rPr>
                        <a:t>AES</a:t>
                      </a:r>
                      <a:r>
                        <a:rPr lang="en" sz="1200">
                          <a:solidFill>
                            <a:schemeClr val="dk1"/>
                          </a:solidFill>
                          <a:highlight>
                            <a:schemeClr val="accent4"/>
                          </a:highlight>
                          <a:latin typeface="Didact Gothic"/>
                          <a:ea typeface="Didact Gothic"/>
                          <a:cs typeface="Didact Gothic"/>
                          <a:sym typeface="Didact Gothic"/>
                        </a:rPr>
                        <a:t>, and </a:t>
                      </a:r>
                      <a:r>
                        <a:rPr lang="en" sz="1200">
                          <a:solidFill>
                            <a:schemeClr val="dk1"/>
                          </a:solidFill>
                          <a:highlight>
                            <a:schemeClr val="accent4"/>
                          </a:highlight>
                          <a:uFill>
                            <a:noFill/>
                          </a:uFill>
                          <a:latin typeface="Didact Gothic"/>
                          <a:ea typeface="Didact Gothic"/>
                          <a:cs typeface="Didact Gothic"/>
                          <a:sym typeface="Didact Gothic"/>
                          <a:hlinkClick r:id="rId6">
                            <a:extLst>
                              <a:ext uri="{A12FA001-AC4F-418D-AE19-62706E023703}">
                                <ahyp:hlinkClr val="tx"/>
                              </a:ext>
                            </a:extLst>
                          </a:hlinkClick>
                        </a:rPr>
                        <a:t>RC4</a:t>
                      </a:r>
                      <a:r>
                        <a:rPr lang="en" sz="1200">
                          <a:solidFill>
                            <a:schemeClr val="dk1"/>
                          </a:solidFill>
                          <a:highlight>
                            <a:schemeClr val="accent4"/>
                          </a:highlight>
                          <a:latin typeface="Didact Gothic"/>
                          <a:ea typeface="Didact Gothic"/>
                          <a:cs typeface="Didact Gothic"/>
                          <a:sym typeface="Didact Gothic"/>
                        </a:rPr>
                        <a:t>.</a:t>
                      </a:r>
                      <a:endParaRPr sz="1200">
                        <a:solidFill>
                          <a:schemeClr val="dk1"/>
                        </a:solidFill>
                        <a:highlight>
                          <a:schemeClr val="accent4"/>
                        </a:highlight>
                        <a:latin typeface="Didact Gothic"/>
                        <a:ea typeface="Didact Gothic"/>
                        <a:cs typeface="Didact Gothic"/>
                        <a:sym typeface="Didact Gothic"/>
                      </a:endParaRPr>
                    </a:p>
                  </a:txBody>
                  <a:tcPr marT="91425" marB="91425" marR="91425" marL="91425"/>
                </a:tc>
                <a:tc>
                  <a:txBody>
                    <a:bodyPr/>
                    <a:lstStyle/>
                    <a:p>
                      <a:pPr indent="0" lvl="0" marL="0" rtl="0" algn="l">
                        <a:lnSpc>
                          <a:spcPct val="115000"/>
                        </a:lnSpc>
                        <a:spcBef>
                          <a:spcPts val="0"/>
                        </a:spcBef>
                        <a:spcAft>
                          <a:spcPts val="1000"/>
                        </a:spcAft>
                        <a:buNone/>
                      </a:pPr>
                      <a:r>
                        <a:rPr lang="en" sz="1200">
                          <a:solidFill>
                            <a:srgbClr val="00001F"/>
                          </a:solidFill>
                          <a:highlight>
                            <a:schemeClr val="accent4"/>
                          </a:highlight>
                          <a:latin typeface="Didact Gothic"/>
                          <a:ea typeface="Didact Gothic"/>
                          <a:cs typeface="Didact Gothic"/>
                          <a:sym typeface="Didact Gothic"/>
                        </a:rPr>
                        <a:t>Symmetric Key Cryptography is widely used in today's Internet. </a:t>
                      </a:r>
                      <a:r>
                        <a:rPr lang="en" sz="1200">
                          <a:solidFill>
                            <a:schemeClr val="dk1"/>
                          </a:solidFill>
                          <a:highlight>
                            <a:schemeClr val="accent4"/>
                          </a:highlight>
                          <a:latin typeface="Didact Gothic"/>
                          <a:ea typeface="Didact Gothic"/>
                          <a:cs typeface="Didact Gothic"/>
                          <a:sym typeface="Didact Gothic"/>
                        </a:rPr>
                        <a:t>3DES and AES are commonly used in IPsec and other types of VPNs </a:t>
                      </a:r>
                      <a:r>
                        <a:rPr i="1" lang="en" sz="1200">
                          <a:solidFill>
                            <a:schemeClr val="dk1"/>
                          </a:solidFill>
                          <a:highlight>
                            <a:schemeClr val="accent4"/>
                          </a:highlight>
                          <a:latin typeface="Didact Gothic"/>
                          <a:ea typeface="Didact Gothic"/>
                          <a:cs typeface="Didact Gothic"/>
                          <a:sym typeface="Didact Gothic"/>
                        </a:rPr>
                        <a:t>(Daniel, 01). </a:t>
                      </a:r>
                      <a:endParaRPr i="1" sz="1200">
                        <a:solidFill>
                          <a:schemeClr val="dk1"/>
                        </a:solidFill>
                        <a:highlight>
                          <a:schemeClr val="accent4"/>
                        </a:highlight>
                        <a:latin typeface="Didact Gothic"/>
                        <a:ea typeface="Didact Gothic"/>
                        <a:cs typeface="Didact Gothic"/>
                        <a:sym typeface="Didact Gothic"/>
                      </a:endParaRPr>
                    </a:p>
                  </a:txBody>
                  <a:tcPr marT="91425" marB="91425" marR="91425" marL="91425"/>
                </a:tc>
              </a:tr>
              <a:tr h="1072325">
                <a:tc>
                  <a:txBody>
                    <a:bodyPr/>
                    <a:lstStyle/>
                    <a:p>
                      <a:pPr indent="0" lvl="0" marL="0" rtl="0" algn="l">
                        <a:spcBef>
                          <a:spcPts val="0"/>
                        </a:spcBef>
                        <a:spcAft>
                          <a:spcPts val="0"/>
                        </a:spcAft>
                        <a:buNone/>
                      </a:pPr>
                      <a:r>
                        <a:rPr lang="en" sz="1200">
                          <a:solidFill>
                            <a:srgbClr val="2E2E2E"/>
                          </a:solidFill>
                          <a:highlight>
                            <a:schemeClr val="accent4"/>
                          </a:highlight>
                          <a:latin typeface="Didact Gothic"/>
                          <a:ea typeface="Didact Gothic"/>
                          <a:cs typeface="Didact Gothic"/>
                          <a:sym typeface="Didact Gothic"/>
                        </a:rPr>
                        <a:t>Hashing algorithms are just as abundant as encryption algorithms, but there are a few that are used more often than others. Some common hashing algorithms include MD5, SHA-1, SHA-2, NTLM, and LANMAN.</a:t>
                      </a:r>
                      <a:endParaRPr sz="1200">
                        <a:solidFill>
                          <a:srgbClr val="333333"/>
                        </a:solidFill>
                        <a:highlight>
                          <a:schemeClr val="accent4"/>
                        </a:highlight>
                        <a:latin typeface="Didact Gothic"/>
                        <a:ea typeface="Didact Gothic"/>
                        <a:cs typeface="Didact Gothic"/>
                        <a:sym typeface="Didact Gothic"/>
                      </a:endParaRPr>
                    </a:p>
                  </a:txBody>
                  <a:tcPr marT="91425" marB="91425" marR="91425" marL="91425"/>
                </a:tc>
                <a:tc>
                  <a:txBody>
                    <a:bodyPr/>
                    <a:lstStyle/>
                    <a:p>
                      <a:pPr indent="0" lvl="0" marL="0" rtl="0" algn="l">
                        <a:spcBef>
                          <a:spcPts val="0"/>
                        </a:spcBef>
                        <a:spcAft>
                          <a:spcPts val="0"/>
                        </a:spcAft>
                        <a:buNone/>
                      </a:pPr>
                      <a:r>
                        <a:rPr lang="en" sz="1200">
                          <a:solidFill>
                            <a:schemeClr val="dk1"/>
                          </a:solidFill>
                          <a:highlight>
                            <a:schemeClr val="accent4"/>
                          </a:highlight>
                          <a:latin typeface="Didact Gothic"/>
                          <a:ea typeface="Didact Gothic"/>
                          <a:cs typeface="Didact Gothic"/>
                          <a:sym typeface="Didact Gothic"/>
                        </a:rPr>
                        <a:t>Hashing algorithms can be used to </a:t>
                      </a:r>
                      <a:r>
                        <a:rPr lang="en" sz="1200">
                          <a:solidFill>
                            <a:schemeClr val="dk1"/>
                          </a:solidFill>
                          <a:highlight>
                            <a:schemeClr val="accent4"/>
                          </a:highlight>
                          <a:uFill>
                            <a:noFill/>
                          </a:uFill>
                          <a:latin typeface="Didact Gothic"/>
                          <a:ea typeface="Didact Gothic"/>
                          <a:cs typeface="Didact Gothic"/>
                          <a:sym typeface="Didact Gothic"/>
                          <a:hlinkClick r:id="rId7">
                            <a:extLst>
                              <a:ext uri="{A12FA001-AC4F-418D-AE19-62706E023703}">
                                <ahyp:hlinkClr val="tx"/>
                              </a:ext>
                            </a:extLst>
                          </a:hlinkClick>
                        </a:rPr>
                        <a:t>authenticate data</a:t>
                      </a:r>
                      <a:r>
                        <a:rPr lang="en" sz="1200">
                          <a:solidFill>
                            <a:schemeClr val="dk1"/>
                          </a:solidFill>
                          <a:highlight>
                            <a:schemeClr val="accent4"/>
                          </a:highlight>
                          <a:latin typeface="Didact Gothic"/>
                          <a:ea typeface="Didact Gothic"/>
                          <a:cs typeface="Didact Gothic"/>
                          <a:sym typeface="Didact Gothic"/>
                        </a:rPr>
                        <a:t>. The writer uses a hash to secure the document when it's complete. The hash works a bit like a seal of approval.</a:t>
                      </a:r>
                      <a:endParaRPr sz="1200">
                        <a:solidFill>
                          <a:schemeClr val="dk1"/>
                        </a:solidFill>
                        <a:highlight>
                          <a:schemeClr val="accent4"/>
                        </a:highlight>
                        <a:latin typeface="Didact Gothic"/>
                        <a:ea typeface="Didact Gothic"/>
                        <a:cs typeface="Didact Gothic"/>
                        <a:sym typeface="Didact Gothic"/>
                      </a:endParaRPr>
                    </a:p>
                  </a:txBody>
                  <a:tcPr marT="91425" marB="91425" marR="91425" marL="91425"/>
                </a:tc>
              </a:tr>
              <a:tr h="1488600">
                <a:tc>
                  <a:txBody>
                    <a:bodyPr/>
                    <a:lstStyle/>
                    <a:p>
                      <a:pPr indent="0" lvl="0" marL="0" rtl="0" algn="l">
                        <a:lnSpc>
                          <a:spcPct val="115000"/>
                        </a:lnSpc>
                        <a:spcBef>
                          <a:spcPts val="0"/>
                        </a:spcBef>
                        <a:spcAft>
                          <a:spcPts val="0"/>
                        </a:spcAft>
                        <a:buNone/>
                      </a:pPr>
                      <a:r>
                        <a:rPr lang="en" sz="1200">
                          <a:solidFill>
                            <a:schemeClr val="dk1"/>
                          </a:solidFill>
                          <a:highlight>
                            <a:schemeClr val="accent4"/>
                          </a:highlight>
                          <a:latin typeface="Didact Gothic"/>
                          <a:ea typeface="Didact Gothic"/>
                          <a:cs typeface="Didact Gothic"/>
                          <a:sym typeface="Didact Gothic"/>
                        </a:rPr>
                        <a:t>Examples of asymmetric encryption include: Rivest Shamir Adleman (RSA),  Digital Signature Standard (DSS), which incorporates the Digital Signature Algorithm (DSA), Elliptical Curve Cryptography (ECC), Diffie-Hellman exchange method, TLS/SSL protocol </a:t>
                      </a:r>
                      <a:r>
                        <a:rPr i="1" lang="en" sz="1200">
                          <a:solidFill>
                            <a:schemeClr val="dk1"/>
                          </a:solidFill>
                          <a:highlight>
                            <a:schemeClr val="accent4"/>
                          </a:highlight>
                          <a:latin typeface="Didact Gothic"/>
                          <a:ea typeface="Didact Gothic"/>
                          <a:cs typeface="Didact Gothic"/>
                          <a:sym typeface="Didact Gothic"/>
                        </a:rPr>
                        <a:t>(Daniel, 01). </a:t>
                      </a:r>
                      <a:endParaRPr i="1" sz="1200">
                        <a:solidFill>
                          <a:schemeClr val="dk1"/>
                        </a:solidFill>
                        <a:highlight>
                          <a:schemeClr val="accent4"/>
                        </a:highlight>
                        <a:latin typeface="Didact Gothic"/>
                        <a:ea typeface="Didact Gothic"/>
                        <a:cs typeface="Didact Gothic"/>
                        <a:sym typeface="Didact Gothic"/>
                      </a:endParaRPr>
                    </a:p>
                    <a:p>
                      <a:pPr indent="0" lvl="0" marL="0" rtl="0" algn="l">
                        <a:lnSpc>
                          <a:spcPct val="115000"/>
                        </a:lnSpc>
                        <a:spcBef>
                          <a:spcPts val="2200"/>
                        </a:spcBef>
                        <a:spcAft>
                          <a:spcPts val="0"/>
                        </a:spcAft>
                        <a:buNone/>
                      </a:pPr>
                      <a:r>
                        <a:t/>
                      </a:r>
                      <a:endParaRPr sz="1200">
                        <a:solidFill>
                          <a:schemeClr val="dk1"/>
                        </a:solidFill>
                        <a:highlight>
                          <a:schemeClr val="accent4"/>
                        </a:highlight>
                        <a:latin typeface="Didact Gothic"/>
                        <a:ea typeface="Didact Gothic"/>
                        <a:cs typeface="Didact Gothic"/>
                        <a:sym typeface="Didact Gothic"/>
                      </a:endParaRPr>
                    </a:p>
                    <a:p>
                      <a:pPr indent="0" lvl="0" marL="0" rtl="0" algn="l">
                        <a:spcBef>
                          <a:spcPts val="2200"/>
                        </a:spcBef>
                        <a:spcAft>
                          <a:spcPts val="0"/>
                        </a:spcAft>
                        <a:buNone/>
                      </a:pPr>
                      <a:r>
                        <a:t/>
                      </a:r>
                      <a:endParaRPr sz="1200">
                        <a:solidFill>
                          <a:schemeClr val="dk1"/>
                        </a:solidFill>
                        <a:highlight>
                          <a:schemeClr val="accent4"/>
                        </a:highlight>
                        <a:latin typeface="Didact Gothic"/>
                        <a:ea typeface="Didact Gothic"/>
                        <a:cs typeface="Didact Gothic"/>
                        <a:sym typeface="Didact Gothic"/>
                      </a:endParaRPr>
                    </a:p>
                  </a:txBody>
                  <a:tcPr marT="91425" marB="91425" marR="91425" marL="91425"/>
                </a:tc>
                <a:tc>
                  <a:txBody>
                    <a:bodyPr/>
                    <a:lstStyle/>
                    <a:p>
                      <a:pPr indent="0" lvl="0" marL="0" rtl="0" algn="l">
                        <a:spcBef>
                          <a:spcPts val="0"/>
                        </a:spcBef>
                        <a:spcAft>
                          <a:spcPts val="0"/>
                        </a:spcAft>
                        <a:buNone/>
                      </a:pPr>
                      <a:r>
                        <a:rPr lang="en" sz="1200">
                          <a:solidFill>
                            <a:schemeClr val="dk1"/>
                          </a:solidFill>
                          <a:highlight>
                            <a:schemeClr val="accent4"/>
                          </a:highlight>
                          <a:latin typeface="Didact Gothic"/>
                          <a:ea typeface="Didact Gothic"/>
                          <a:cs typeface="Didact Gothic"/>
                          <a:sym typeface="Didact Gothic"/>
                        </a:rPr>
                        <a:t>Asymmetric encryption is much better for digital signing, compared to symmetric encryption. The use of both a public and private key means the identity of the signer of the data can easily be known. </a:t>
                      </a:r>
                      <a:endParaRPr sz="1200">
                        <a:solidFill>
                          <a:schemeClr val="dk1"/>
                        </a:solidFill>
                        <a:highlight>
                          <a:schemeClr val="accent4"/>
                        </a:highlight>
                        <a:latin typeface="Didact Gothic"/>
                        <a:ea typeface="Didact Gothic"/>
                        <a:cs typeface="Didact Gothic"/>
                        <a:sym typeface="Didact Gothic"/>
                      </a:endParaRPr>
                    </a:p>
                  </a:txBody>
                  <a:tcPr marT="91425" marB="91425" marR="91425" marL="91425"/>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7" name="Shape 1107"/>
        <p:cNvGrpSpPr/>
        <p:nvPr/>
      </p:nvGrpSpPr>
      <p:grpSpPr>
        <a:xfrm>
          <a:off x="0" y="0"/>
          <a:ext cx="0" cy="0"/>
          <a:chOff x="0" y="0"/>
          <a:chExt cx="0" cy="0"/>
        </a:xfrm>
      </p:grpSpPr>
      <p:sp>
        <p:nvSpPr>
          <p:cNvPr id="1108" name="Google Shape;1108;p62"/>
          <p:cNvSpPr txBox="1"/>
          <p:nvPr>
            <p:ph idx="1" type="subTitle"/>
          </p:nvPr>
        </p:nvSpPr>
        <p:spPr>
          <a:xfrm>
            <a:off x="1613750" y="515950"/>
            <a:ext cx="4872900" cy="801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Aldrich"/>
                <a:ea typeface="Aldrich"/>
                <a:cs typeface="Aldrich"/>
                <a:sym typeface="Aldrich"/>
              </a:rPr>
              <a:t>Firewall technology</a:t>
            </a:r>
            <a:endParaRPr>
              <a:latin typeface="Aldrich"/>
              <a:ea typeface="Aldrich"/>
              <a:cs typeface="Aldrich"/>
              <a:sym typeface="Aldrich"/>
            </a:endParaRPr>
          </a:p>
        </p:txBody>
      </p:sp>
      <p:sp>
        <p:nvSpPr>
          <p:cNvPr id="1109" name="Google Shape;1109;p62"/>
          <p:cNvSpPr txBox="1"/>
          <p:nvPr/>
        </p:nvSpPr>
        <p:spPr>
          <a:xfrm>
            <a:off x="742200" y="1006975"/>
            <a:ext cx="7659600" cy="4519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t/>
            </a:r>
            <a:endParaRPr sz="1200">
              <a:solidFill>
                <a:schemeClr val="dk1"/>
              </a:solidFill>
              <a:highlight>
                <a:srgbClr val="D5E6FC"/>
              </a:highlight>
              <a:latin typeface="Roboto"/>
              <a:ea typeface="Roboto"/>
              <a:cs typeface="Roboto"/>
              <a:sym typeface="Roboto"/>
            </a:endParaRPr>
          </a:p>
          <a:p>
            <a:pPr indent="0" lvl="0" marL="0" rtl="0" algn="just">
              <a:lnSpc>
                <a:spcPct val="115000"/>
              </a:lnSpc>
              <a:spcBef>
                <a:spcPts val="0"/>
              </a:spcBef>
              <a:spcAft>
                <a:spcPts val="0"/>
              </a:spcAft>
              <a:buNone/>
            </a:pPr>
            <a:r>
              <a:rPr lang="en" sz="1200">
                <a:solidFill>
                  <a:schemeClr val="dk1"/>
                </a:solidFill>
                <a:highlight>
                  <a:schemeClr val="accent4"/>
                </a:highlight>
                <a:latin typeface="Didact Gothic"/>
                <a:ea typeface="Didact Gothic"/>
                <a:cs typeface="Didact Gothic"/>
                <a:sym typeface="Didact Gothic"/>
              </a:rPr>
              <a:t>It has been more than 30 years that the concept of the network firewall entered the security conversation, the technology remains an essential tool in the enterprise network security arsenal. A mechanism used to filter out malicious traffic before it crosses the network perimeter, the firewall has proven its worth over the decades. But, as with any essential technology used for a lengthy period of time, developments have helped advance both the firewall's capabilities and its deployment options. There are now various different types that can serve certain needed purposes or work together </a:t>
            </a:r>
            <a:r>
              <a:rPr i="1" lang="en" sz="1200">
                <a:solidFill>
                  <a:schemeClr val="dk1"/>
                </a:solidFill>
                <a:highlight>
                  <a:schemeClr val="accent4"/>
                </a:highlight>
                <a:latin typeface="Didact Gothic"/>
                <a:ea typeface="Didact Gothic"/>
                <a:cs typeface="Didact Gothic"/>
                <a:sym typeface="Didact Gothic"/>
              </a:rPr>
              <a:t>(</a:t>
            </a:r>
            <a:r>
              <a:rPr i="1" lang="en" sz="1100">
                <a:solidFill>
                  <a:schemeClr val="dk1"/>
                </a:solidFill>
                <a:highlight>
                  <a:schemeClr val="accent4"/>
                </a:highlight>
                <a:latin typeface="Didact Gothic"/>
                <a:ea typeface="Didact Gothic"/>
                <a:cs typeface="Didact Gothic"/>
                <a:sym typeface="Didact Gothic"/>
              </a:rPr>
              <a:t>DeCarlo, 01): </a:t>
            </a:r>
            <a:endParaRPr i="1" sz="1100">
              <a:solidFill>
                <a:schemeClr val="dk1"/>
              </a:solidFill>
              <a:highlight>
                <a:schemeClr val="accent4"/>
              </a:highlight>
              <a:latin typeface="Didact Gothic"/>
              <a:ea typeface="Didact Gothic"/>
              <a:cs typeface="Didact Gothic"/>
              <a:sym typeface="Didact Gothic"/>
            </a:endParaRPr>
          </a:p>
          <a:p>
            <a:pPr indent="0" lvl="0" marL="0" rtl="0" algn="just">
              <a:lnSpc>
                <a:spcPct val="115000"/>
              </a:lnSpc>
              <a:spcBef>
                <a:spcPts val="0"/>
              </a:spcBef>
              <a:spcAft>
                <a:spcPts val="0"/>
              </a:spcAft>
              <a:buNone/>
            </a:pPr>
            <a:r>
              <a:t/>
            </a:r>
            <a:endParaRPr sz="1200">
              <a:solidFill>
                <a:schemeClr val="dk1"/>
              </a:solidFill>
              <a:highlight>
                <a:schemeClr val="accent4"/>
              </a:highlight>
              <a:latin typeface="Didact Gothic"/>
              <a:ea typeface="Didact Gothic"/>
              <a:cs typeface="Didact Gothic"/>
              <a:sym typeface="Didact Gothic"/>
            </a:endParaRPr>
          </a:p>
          <a:p>
            <a:pPr indent="-304800" lvl="0" marL="457200" rtl="0" algn="l">
              <a:spcBef>
                <a:spcPts val="0"/>
              </a:spcBef>
              <a:spcAft>
                <a:spcPts val="0"/>
              </a:spcAft>
              <a:buClr>
                <a:schemeClr val="dk1"/>
              </a:buClr>
              <a:buSzPts val="1200"/>
              <a:buFont typeface="Didact Gothic"/>
              <a:buChar char="●"/>
            </a:pPr>
            <a:r>
              <a:rPr b="1" lang="en" sz="1200">
                <a:solidFill>
                  <a:schemeClr val="dk1"/>
                </a:solidFill>
                <a:highlight>
                  <a:schemeClr val="accent4"/>
                </a:highlight>
                <a:latin typeface="Didact Gothic"/>
                <a:ea typeface="Didact Gothic"/>
                <a:cs typeface="Didact Gothic"/>
                <a:sym typeface="Didact Gothic"/>
              </a:rPr>
              <a:t> </a:t>
            </a:r>
            <a:r>
              <a:rPr lang="en" sz="1350">
                <a:solidFill>
                  <a:schemeClr val="dk1"/>
                </a:solidFill>
                <a:highlight>
                  <a:schemeClr val="accent4"/>
                </a:highlight>
                <a:latin typeface="Didact Gothic"/>
                <a:ea typeface="Didact Gothic"/>
                <a:cs typeface="Didact Gothic"/>
                <a:sym typeface="Didact Gothic"/>
              </a:rPr>
              <a:t>Packet filtering firewall</a:t>
            </a:r>
            <a:endParaRPr sz="1350">
              <a:solidFill>
                <a:schemeClr val="dk1"/>
              </a:solidFill>
              <a:highlight>
                <a:schemeClr val="accent4"/>
              </a:highlight>
              <a:latin typeface="Didact Gothic"/>
              <a:ea typeface="Didact Gothic"/>
              <a:cs typeface="Didact Gothic"/>
              <a:sym typeface="Didact Gothic"/>
            </a:endParaRPr>
          </a:p>
          <a:p>
            <a:pPr indent="-304800" lvl="0" marL="457200" rtl="0" algn="l">
              <a:spcBef>
                <a:spcPts val="0"/>
              </a:spcBef>
              <a:spcAft>
                <a:spcPts val="0"/>
              </a:spcAft>
              <a:buClr>
                <a:schemeClr val="dk1"/>
              </a:buClr>
              <a:buSzPts val="1200"/>
              <a:buFont typeface="Didact Gothic"/>
              <a:buChar char="●"/>
            </a:pPr>
            <a:r>
              <a:rPr lang="en" sz="1350">
                <a:solidFill>
                  <a:schemeClr val="dk1"/>
                </a:solidFill>
                <a:highlight>
                  <a:schemeClr val="accent4"/>
                </a:highlight>
                <a:latin typeface="Didact Gothic"/>
                <a:ea typeface="Didact Gothic"/>
                <a:cs typeface="Didact Gothic"/>
                <a:sym typeface="Didact Gothic"/>
              </a:rPr>
              <a:t>Circuit-level gateway</a:t>
            </a:r>
            <a:endParaRPr sz="1350">
              <a:solidFill>
                <a:schemeClr val="dk1"/>
              </a:solidFill>
              <a:highlight>
                <a:schemeClr val="accent4"/>
              </a:highlight>
              <a:latin typeface="Didact Gothic"/>
              <a:ea typeface="Didact Gothic"/>
              <a:cs typeface="Didact Gothic"/>
              <a:sym typeface="Didact Gothic"/>
            </a:endParaRPr>
          </a:p>
          <a:p>
            <a:pPr indent="-304800" lvl="0" marL="457200" rtl="0" algn="l">
              <a:spcBef>
                <a:spcPts val="0"/>
              </a:spcBef>
              <a:spcAft>
                <a:spcPts val="0"/>
              </a:spcAft>
              <a:buClr>
                <a:schemeClr val="dk1"/>
              </a:buClr>
              <a:buSzPts val="1200"/>
              <a:buFont typeface="Didact Gothic"/>
              <a:buChar char="●"/>
            </a:pPr>
            <a:r>
              <a:rPr lang="en" sz="1350">
                <a:solidFill>
                  <a:schemeClr val="dk1"/>
                </a:solidFill>
                <a:highlight>
                  <a:schemeClr val="accent4"/>
                </a:highlight>
                <a:latin typeface="Didact Gothic"/>
                <a:ea typeface="Didact Gothic"/>
                <a:cs typeface="Didact Gothic"/>
                <a:sym typeface="Didact Gothic"/>
              </a:rPr>
              <a:t>Application-level gateway (aka proxy firewall</a:t>
            </a:r>
            <a:endParaRPr sz="1350">
              <a:solidFill>
                <a:schemeClr val="dk1"/>
              </a:solidFill>
              <a:highlight>
                <a:schemeClr val="accent4"/>
              </a:highlight>
              <a:latin typeface="Didact Gothic"/>
              <a:ea typeface="Didact Gothic"/>
              <a:cs typeface="Didact Gothic"/>
              <a:sym typeface="Didact Gothic"/>
            </a:endParaRPr>
          </a:p>
          <a:p>
            <a:pPr indent="-304800" lvl="0" marL="457200" rtl="0" algn="l">
              <a:spcBef>
                <a:spcPts val="0"/>
              </a:spcBef>
              <a:spcAft>
                <a:spcPts val="0"/>
              </a:spcAft>
              <a:buClr>
                <a:schemeClr val="dk1"/>
              </a:buClr>
              <a:buSzPts val="1200"/>
              <a:buFont typeface="Didact Gothic"/>
              <a:buChar char="●"/>
            </a:pPr>
            <a:r>
              <a:rPr lang="en" sz="1350">
                <a:solidFill>
                  <a:schemeClr val="dk1"/>
                </a:solidFill>
                <a:highlight>
                  <a:schemeClr val="accent4"/>
                </a:highlight>
                <a:latin typeface="Didact Gothic"/>
                <a:ea typeface="Didact Gothic"/>
                <a:cs typeface="Didact Gothic"/>
                <a:sym typeface="Didact Gothic"/>
              </a:rPr>
              <a:t>Stateful inspection firewall</a:t>
            </a:r>
            <a:endParaRPr sz="1350">
              <a:solidFill>
                <a:schemeClr val="dk1"/>
              </a:solidFill>
              <a:highlight>
                <a:schemeClr val="accent4"/>
              </a:highlight>
              <a:latin typeface="Didact Gothic"/>
              <a:ea typeface="Didact Gothic"/>
              <a:cs typeface="Didact Gothic"/>
              <a:sym typeface="Didact Gothic"/>
            </a:endParaRPr>
          </a:p>
          <a:p>
            <a:pPr indent="0" lvl="0" marL="0" rtl="0" algn="l">
              <a:lnSpc>
                <a:spcPct val="140000"/>
              </a:lnSpc>
              <a:spcBef>
                <a:spcPts val="2300"/>
              </a:spcBef>
              <a:spcAft>
                <a:spcPts val="0"/>
              </a:spcAft>
              <a:buNone/>
            </a:pPr>
            <a:r>
              <a:rPr lang="en" sz="1200">
                <a:solidFill>
                  <a:schemeClr val="dk1"/>
                </a:solidFill>
                <a:highlight>
                  <a:schemeClr val="accent4"/>
                </a:highlight>
                <a:latin typeface="Didact Gothic"/>
                <a:ea typeface="Didact Gothic"/>
                <a:cs typeface="Didact Gothic"/>
                <a:sym typeface="Didact Gothic"/>
              </a:rPr>
              <a:t>While some types of firewalls can work as multifunctional security devices, some need to be part of a multilayered architecture that executes effective enterprise security policies.</a:t>
            </a:r>
            <a:endParaRPr sz="1200">
              <a:solidFill>
                <a:schemeClr val="dk1"/>
              </a:solidFill>
              <a:highlight>
                <a:schemeClr val="accent4"/>
              </a:highlight>
              <a:latin typeface="Didact Gothic"/>
              <a:ea typeface="Didact Gothic"/>
              <a:cs typeface="Didact Gothic"/>
              <a:sym typeface="Didact Gothic"/>
            </a:endParaRPr>
          </a:p>
          <a:p>
            <a:pPr indent="0" lvl="0" marL="0" rtl="0" algn="l">
              <a:lnSpc>
                <a:spcPct val="140000"/>
              </a:lnSpc>
              <a:spcBef>
                <a:spcPts val="200"/>
              </a:spcBef>
              <a:spcAft>
                <a:spcPts val="0"/>
              </a:spcAft>
              <a:buNone/>
            </a:pPr>
            <a:r>
              <a:t/>
            </a:r>
            <a:endParaRPr b="1" sz="1100">
              <a:solidFill>
                <a:srgbClr val="151515"/>
              </a:solidFill>
              <a:highlight>
                <a:srgbClr val="FFFFFF"/>
              </a:highlight>
              <a:latin typeface="Roboto"/>
              <a:ea typeface="Roboto"/>
              <a:cs typeface="Roboto"/>
              <a:sym typeface="Roboto"/>
            </a:endParaRPr>
          </a:p>
          <a:p>
            <a:pPr indent="0" lvl="0" marL="0" rtl="0" algn="ctr">
              <a:spcBef>
                <a:spcPts val="200"/>
              </a:spcBef>
              <a:spcAft>
                <a:spcPts val="0"/>
              </a:spcAft>
              <a:buNone/>
            </a:pPr>
            <a:r>
              <a:t/>
            </a:r>
            <a:endParaRPr sz="1550">
              <a:solidFill>
                <a:schemeClr val="dk1"/>
              </a:solidFill>
              <a:highlight>
                <a:srgbClr val="D5E6FC"/>
              </a:highlight>
              <a:latin typeface="Roboto"/>
              <a:ea typeface="Roboto"/>
              <a:cs typeface="Roboto"/>
              <a:sym typeface="Roboto"/>
            </a:endParaRPr>
          </a:p>
          <a:p>
            <a:pPr indent="0" lvl="0" marL="0" rtl="0" algn="ctr">
              <a:spcBef>
                <a:spcPts val="0"/>
              </a:spcBef>
              <a:spcAft>
                <a:spcPts val="0"/>
              </a:spcAft>
              <a:buNone/>
            </a:pPr>
            <a:r>
              <a:t/>
            </a:r>
            <a:endParaRPr sz="1800">
              <a:solidFill>
                <a:schemeClr val="accent5"/>
              </a:solidFill>
              <a:latin typeface="Didact Gothic"/>
              <a:ea typeface="Didact Gothic"/>
              <a:cs typeface="Didact Gothic"/>
              <a:sym typeface="Didact Gothic"/>
            </a:endParaRPr>
          </a:p>
          <a:p>
            <a:pPr indent="0" lvl="0" marL="0" rtl="0" algn="l">
              <a:spcBef>
                <a:spcPts val="0"/>
              </a:spcBef>
              <a:spcAft>
                <a:spcPts val="0"/>
              </a:spcAft>
              <a:buNone/>
            </a:pPr>
            <a:r>
              <a:t/>
            </a:r>
            <a:endParaRPr>
              <a:latin typeface="Didact Gothic"/>
              <a:ea typeface="Didact Gothic"/>
              <a:cs typeface="Didact Gothic"/>
              <a:sym typeface="Didact Gothic"/>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3" name="Shape 1113"/>
        <p:cNvGrpSpPr/>
        <p:nvPr/>
      </p:nvGrpSpPr>
      <p:grpSpPr>
        <a:xfrm>
          <a:off x="0" y="0"/>
          <a:ext cx="0" cy="0"/>
          <a:chOff x="0" y="0"/>
          <a:chExt cx="0" cy="0"/>
        </a:xfrm>
      </p:grpSpPr>
      <p:sp>
        <p:nvSpPr>
          <p:cNvPr id="1114" name="Google Shape;1114;p63"/>
          <p:cNvSpPr txBox="1"/>
          <p:nvPr>
            <p:ph idx="1" type="subTitle"/>
          </p:nvPr>
        </p:nvSpPr>
        <p:spPr>
          <a:xfrm>
            <a:off x="1071575" y="416100"/>
            <a:ext cx="6482100" cy="801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Aldrich"/>
                <a:ea typeface="Aldrich"/>
                <a:cs typeface="Aldrich"/>
                <a:sym typeface="Aldrich"/>
              </a:rPr>
              <a:t>Intrusion Detection and Prevention systems.</a:t>
            </a:r>
            <a:endParaRPr>
              <a:latin typeface="Aldrich"/>
              <a:ea typeface="Aldrich"/>
              <a:cs typeface="Aldrich"/>
              <a:sym typeface="Aldrich"/>
            </a:endParaRPr>
          </a:p>
        </p:txBody>
      </p:sp>
      <p:sp>
        <p:nvSpPr>
          <p:cNvPr id="1115" name="Google Shape;1115;p63"/>
          <p:cNvSpPr txBox="1"/>
          <p:nvPr/>
        </p:nvSpPr>
        <p:spPr>
          <a:xfrm>
            <a:off x="903850" y="1035325"/>
            <a:ext cx="7305300" cy="3606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200">
                <a:solidFill>
                  <a:schemeClr val="dk1"/>
                </a:solidFill>
                <a:highlight>
                  <a:schemeClr val="accent4"/>
                </a:highlight>
                <a:latin typeface="Didact Gothic"/>
                <a:ea typeface="Didact Gothic"/>
                <a:cs typeface="Didact Gothic"/>
                <a:sym typeface="Didact Gothic"/>
              </a:rPr>
              <a:t>An Intrusion Detection System (IDS) is a technology solution that monitors inbound and outbound traffic in your network for suspicious activity and policy breaches. As the name suggests, the primary purpose of an IDS is to detect and prevent intrusions within your IT infrastructure, then alert the relevant people. These solutions can be either hardware devices or software applications.</a:t>
            </a:r>
            <a:endParaRPr sz="1200">
              <a:solidFill>
                <a:schemeClr val="dk1"/>
              </a:solidFill>
              <a:highlight>
                <a:schemeClr val="accent4"/>
              </a:highlight>
              <a:latin typeface="Didact Gothic"/>
              <a:ea typeface="Didact Gothic"/>
              <a:cs typeface="Didact Gothic"/>
              <a:sym typeface="Didact Gothic"/>
            </a:endParaRPr>
          </a:p>
          <a:p>
            <a:pPr indent="0" lvl="0" marL="0" rtl="0" algn="l">
              <a:lnSpc>
                <a:spcPct val="115000"/>
              </a:lnSpc>
              <a:spcBef>
                <a:spcPts val="0"/>
              </a:spcBef>
              <a:spcAft>
                <a:spcPts val="0"/>
              </a:spcAft>
              <a:buNone/>
            </a:pPr>
            <a:r>
              <a:rPr lang="en" sz="1200" u="sng">
                <a:solidFill>
                  <a:schemeClr val="dk1"/>
                </a:solidFill>
                <a:highlight>
                  <a:schemeClr val="accent4"/>
                </a:highlight>
                <a:latin typeface="Didact Gothic"/>
                <a:ea typeface="Didact Gothic"/>
                <a:cs typeface="Didact Gothic"/>
                <a:sym typeface="Didact Gothic"/>
              </a:rPr>
              <a:t>Different Types of Intrusion Detection Systems:</a:t>
            </a:r>
            <a:endParaRPr sz="1200" u="sng">
              <a:solidFill>
                <a:schemeClr val="dk1"/>
              </a:solidFill>
              <a:highlight>
                <a:schemeClr val="accent4"/>
              </a:highlight>
              <a:latin typeface="Didact Gothic"/>
              <a:ea typeface="Didact Gothic"/>
              <a:cs typeface="Didact Gothic"/>
              <a:sym typeface="Didact Gothic"/>
            </a:endParaRPr>
          </a:p>
          <a:p>
            <a:pPr indent="-304800" lvl="0" marL="457200" rtl="0" algn="l">
              <a:lnSpc>
                <a:spcPct val="115000"/>
              </a:lnSpc>
              <a:spcBef>
                <a:spcPts val="400"/>
              </a:spcBef>
              <a:spcAft>
                <a:spcPts val="0"/>
              </a:spcAft>
              <a:buClr>
                <a:schemeClr val="dk1"/>
              </a:buClr>
              <a:buSzPts val="1200"/>
              <a:buFont typeface="Didact Gothic"/>
              <a:buChar char="●"/>
            </a:pPr>
            <a:r>
              <a:rPr lang="en" sz="1200">
                <a:solidFill>
                  <a:schemeClr val="dk1"/>
                </a:solidFill>
                <a:highlight>
                  <a:schemeClr val="accent4"/>
                </a:highlight>
                <a:latin typeface="Didact Gothic"/>
                <a:ea typeface="Didact Gothic"/>
                <a:cs typeface="Didact Gothic"/>
                <a:sym typeface="Didact Gothic"/>
              </a:rPr>
              <a:t>A Network Intrusion Detection System (NIDS) is a solution that monitors your entire network through one or more touchpoints. </a:t>
            </a:r>
            <a:endParaRPr sz="1200">
              <a:solidFill>
                <a:schemeClr val="dk1"/>
              </a:solidFill>
              <a:highlight>
                <a:schemeClr val="accent4"/>
              </a:highlight>
              <a:latin typeface="Didact Gothic"/>
              <a:ea typeface="Didact Gothic"/>
              <a:cs typeface="Didact Gothic"/>
              <a:sym typeface="Didact Gothic"/>
            </a:endParaRPr>
          </a:p>
          <a:p>
            <a:pPr indent="-304800" lvl="0" marL="457200" rtl="0" algn="l">
              <a:lnSpc>
                <a:spcPct val="115000"/>
              </a:lnSpc>
              <a:spcBef>
                <a:spcPts val="0"/>
              </a:spcBef>
              <a:spcAft>
                <a:spcPts val="0"/>
              </a:spcAft>
              <a:buClr>
                <a:schemeClr val="dk1"/>
              </a:buClr>
              <a:buSzPts val="1200"/>
              <a:buFont typeface="Didact Gothic"/>
              <a:buChar char="●"/>
            </a:pPr>
            <a:r>
              <a:rPr lang="en" sz="1200">
                <a:solidFill>
                  <a:schemeClr val="dk1"/>
                </a:solidFill>
                <a:highlight>
                  <a:schemeClr val="accent4"/>
                </a:highlight>
                <a:latin typeface="Didact Gothic"/>
                <a:ea typeface="Didact Gothic"/>
                <a:cs typeface="Didact Gothic"/>
                <a:sym typeface="Didact Gothic"/>
              </a:rPr>
              <a:t>A Network Node Intrusion Detection System (NNIDS) is technically a variation of a NIDS, but since it works differently, we’ll consider it a different type of IDS.</a:t>
            </a:r>
            <a:endParaRPr sz="1200">
              <a:solidFill>
                <a:schemeClr val="dk1"/>
              </a:solidFill>
              <a:highlight>
                <a:schemeClr val="accent4"/>
              </a:highlight>
              <a:latin typeface="Didact Gothic"/>
              <a:ea typeface="Didact Gothic"/>
              <a:cs typeface="Didact Gothic"/>
              <a:sym typeface="Didact Gothic"/>
            </a:endParaRPr>
          </a:p>
          <a:p>
            <a:pPr indent="-304800" lvl="0" marL="457200" rtl="0" algn="l">
              <a:lnSpc>
                <a:spcPct val="115000"/>
              </a:lnSpc>
              <a:spcBef>
                <a:spcPts val="0"/>
              </a:spcBef>
              <a:spcAft>
                <a:spcPts val="0"/>
              </a:spcAft>
              <a:buClr>
                <a:schemeClr val="dk1"/>
              </a:buClr>
              <a:buSzPts val="1200"/>
              <a:buFont typeface="Didact Gothic"/>
              <a:buChar char="●"/>
            </a:pPr>
            <a:r>
              <a:rPr lang="en" sz="1200">
                <a:solidFill>
                  <a:schemeClr val="dk1"/>
                </a:solidFill>
                <a:highlight>
                  <a:schemeClr val="accent4"/>
                </a:highlight>
                <a:latin typeface="Didact Gothic"/>
                <a:ea typeface="Didact Gothic"/>
                <a:cs typeface="Didact Gothic"/>
                <a:sym typeface="Didact Gothic"/>
              </a:rPr>
              <a:t>A Host Intrusion Detection System (HIDS) takes the device independence of NNIDS one step further. With a HIDS, you can install IDS software on </a:t>
            </a:r>
            <a:r>
              <a:rPr i="1" lang="en" sz="1200">
                <a:solidFill>
                  <a:schemeClr val="dk1"/>
                </a:solidFill>
                <a:highlight>
                  <a:schemeClr val="accent4"/>
                </a:highlight>
                <a:latin typeface="Didact Gothic"/>
                <a:ea typeface="Didact Gothic"/>
                <a:cs typeface="Didact Gothic"/>
                <a:sym typeface="Didact Gothic"/>
              </a:rPr>
              <a:t>every</a:t>
            </a:r>
            <a:r>
              <a:rPr lang="en" sz="1200">
                <a:solidFill>
                  <a:schemeClr val="dk1"/>
                </a:solidFill>
                <a:highlight>
                  <a:schemeClr val="accent4"/>
                </a:highlight>
                <a:latin typeface="Didact Gothic"/>
                <a:ea typeface="Didact Gothic"/>
                <a:cs typeface="Didact Gothic"/>
                <a:sym typeface="Didact Gothic"/>
              </a:rPr>
              <a:t> device connected to your network.</a:t>
            </a:r>
            <a:endParaRPr sz="1200">
              <a:solidFill>
                <a:schemeClr val="dk1"/>
              </a:solidFill>
              <a:highlight>
                <a:schemeClr val="accent4"/>
              </a:highlight>
              <a:latin typeface="Didact Gothic"/>
              <a:ea typeface="Didact Gothic"/>
              <a:cs typeface="Didact Gothic"/>
              <a:sym typeface="Didact Gothic"/>
            </a:endParaRPr>
          </a:p>
          <a:p>
            <a:pPr indent="-304800" lvl="0" marL="457200" rtl="0" algn="l">
              <a:lnSpc>
                <a:spcPct val="115000"/>
              </a:lnSpc>
              <a:spcBef>
                <a:spcPts val="0"/>
              </a:spcBef>
              <a:spcAft>
                <a:spcPts val="0"/>
              </a:spcAft>
              <a:buClr>
                <a:schemeClr val="dk1"/>
              </a:buClr>
              <a:buSzPts val="1200"/>
              <a:buFont typeface="Didact Gothic"/>
              <a:buChar char="●"/>
            </a:pPr>
            <a:r>
              <a:rPr lang="en" sz="1200">
                <a:solidFill>
                  <a:schemeClr val="dk1"/>
                </a:solidFill>
                <a:highlight>
                  <a:schemeClr val="accent4"/>
                </a:highlight>
                <a:latin typeface="Didact Gothic"/>
                <a:ea typeface="Didact Gothic"/>
                <a:cs typeface="Didact Gothic"/>
                <a:sym typeface="Didact Gothic"/>
              </a:rPr>
              <a:t>A Protocol-Based Intrusion Detection System (PIDS) is a specific IDS that monitors the protocol in use.</a:t>
            </a:r>
            <a:endParaRPr sz="1200">
              <a:solidFill>
                <a:schemeClr val="dk1"/>
              </a:solidFill>
              <a:highlight>
                <a:schemeClr val="accent4"/>
              </a:highlight>
              <a:latin typeface="Didact Gothic"/>
              <a:ea typeface="Didact Gothic"/>
              <a:cs typeface="Didact Gothic"/>
              <a:sym typeface="Didact Gothic"/>
            </a:endParaRPr>
          </a:p>
          <a:p>
            <a:pPr indent="-304800" lvl="0" marL="457200" rtl="0" algn="l">
              <a:lnSpc>
                <a:spcPct val="115000"/>
              </a:lnSpc>
              <a:spcBef>
                <a:spcPts val="0"/>
              </a:spcBef>
              <a:spcAft>
                <a:spcPts val="0"/>
              </a:spcAft>
              <a:buClr>
                <a:schemeClr val="dk1"/>
              </a:buClr>
              <a:buSzPts val="1200"/>
              <a:buFont typeface="Didact Gothic"/>
              <a:buChar char="●"/>
            </a:pPr>
            <a:r>
              <a:rPr lang="en" sz="1200">
                <a:solidFill>
                  <a:schemeClr val="dk1"/>
                </a:solidFill>
                <a:highlight>
                  <a:schemeClr val="accent4"/>
                </a:highlight>
                <a:latin typeface="Didact Gothic"/>
                <a:ea typeface="Didact Gothic"/>
                <a:cs typeface="Didact Gothic"/>
                <a:sym typeface="Didact Gothic"/>
              </a:rPr>
              <a:t>An Application Protocol-Based Intrusion Detection System (APIDS) is a type of IDS that specializes in software app security. Typically associated with host-based intrusion detection systems (HIDS), APIDSs monitor the communications that occur between applications and the server. An APIDS is typically installed on groups of servers.</a:t>
            </a:r>
            <a:endParaRPr sz="1200">
              <a:solidFill>
                <a:schemeClr val="dk1"/>
              </a:solidFill>
              <a:highlight>
                <a:schemeClr val="accent4"/>
              </a:highlight>
              <a:latin typeface="Didact Gothic"/>
              <a:ea typeface="Didact Gothic"/>
              <a:cs typeface="Didact Gothic"/>
              <a:sym typeface="Didact Gothic"/>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9" name="Shape 1119"/>
        <p:cNvGrpSpPr/>
        <p:nvPr/>
      </p:nvGrpSpPr>
      <p:grpSpPr>
        <a:xfrm>
          <a:off x="0" y="0"/>
          <a:ext cx="0" cy="0"/>
          <a:chOff x="0" y="0"/>
          <a:chExt cx="0" cy="0"/>
        </a:xfrm>
      </p:grpSpPr>
      <p:sp>
        <p:nvSpPr>
          <p:cNvPr id="1120" name="Google Shape;1120;p64"/>
          <p:cNvSpPr txBox="1"/>
          <p:nvPr>
            <p:ph type="ctrTitle"/>
          </p:nvPr>
        </p:nvSpPr>
        <p:spPr>
          <a:xfrm>
            <a:off x="-63150" y="497200"/>
            <a:ext cx="4831800" cy="426900"/>
          </a:xfrm>
          <a:prstGeom prst="rect">
            <a:avLst/>
          </a:prstGeom>
        </p:spPr>
        <p:txBody>
          <a:bodyPr anchorCtr="0" anchor="b" bIns="0" lIns="0" spcFirstLastPara="1" rIns="0" wrap="square" tIns="0">
            <a:noAutofit/>
          </a:bodyPr>
          <a:lstStyle/>
          <a:p>
            <a:pPr indent="0" lvl="0" marL="0" rtl="0" algn="ctr">
              <a:spcBef>
                <a:spcPts val="0"/>
              </a:spcBef>
              <a:spcAft>
                <a:spcPts val="1600"/>
              </a:spcAft>
              <a:buClr>
                <a:schemeClr val="dk1"/>
              </a:buClr>
              <a:buSzPts val="1100"/>
              <a:buFont typeface="Arial"/>
              <a:buNone/>
            </a:pPr>
            <a:r>
              <a:rPr b="1" lang="en" sz="1700"/>
              <a:t>Scanning and Analysis tools </a:t>
            </a:r>
            <a:endParaRPr/>
          </a:p>
        </p:txBody>
      </p:sp>
      <p:sp>
        <p:nvSpPr>
          <p:cNvPr id="1121" name="Google Shape;1121;p64"/>
          <p:cNvSpPr txBox="1"/>
          <p:nvPr/>
        </p:nvSpPr>
        <p:spPr>
          <a:xfrm>
            <a:off x="-203825" y="1258225"/>
            <a:ext cx="4722600" cy="3618300"/>
          </a:xfrm>
          <a:prstGeom prst="rect">
            <a:avLst/>
          </a:prstGeom>
          <a:noFill/>
          <a:ln>
            <a:noFill/>
          </a:ln>
        </p:spPr>
        <p:txBody>
          <a:bodyPr anchorCtr="0" anchor="t" bIns="91425" lIns="91425" spcFirstLastPara="1" rIns="91425" wrap="square" tIns="91425">
            <a:spAutoFit/>
          </a:bodyPr>
          <a:lstStyle/>
          <a:p>
            <a:pPr indent="-307975" lvl="0" marL="457200" rtl="0" algn="just">
              <a:lnSpc>
                <a:spcPct val="115000"/>
              </a:lnSpc>
              <a:spcBef>
                <a:spcPts val="0"/>
              </a:spcBef>
              <a:spcAft>
                <a:spcPts val="0"/>
              </a:spcAft>
              <a:buClr>
                <a:schemeClr val="dk1"/>
              </a:buClr>
              <a:buSzPts val="1250"/>
              <a:buFont typeface="Times New Roman"/>
              <a:buChar char="●"/>
            </a:pPr>
            <a:r>
              <a:rPr b="1" lang="en" sz="1250">
                <a:solidFill>
                  <a:srgbClr val="333333"/>
                </a:solidFill>
                <a:highlight>
                  <a:schemeClr val="accent4"/>
                </a:highlight>
                <a:latin typeface="Didact Gothic"/>
                <a:ea typeface="Didact Gothic"/>
                <a:cs typeface="Didact Gothic"/>
                <a:sym typeface="Didact Gothic"/>
              </a:rPr>
              <a:t>Port Scanners- </a:t>
            </a:r>
            <a:r>
              <a:rPr lang="en" sz="1250">
                <a:solidFill>
                  <a:srgbClr val="333333"/>
                </a:solidFill>
                <a:highlight>
                  <a:schemeClr val="accent4"/>
                </a:highlight>
                <a:latin typeface="Didact Gothic"/>
                <a:ea typeface="Didact Gothic"/>
                <a:cs typeface="Didact Gothic"/>
                <a:sym typeface="Didact Gothic"/>
              </a:rPr>
              <a:t>Tools used by both attackers and defenders to identify computers active on a network, and other useful information. Can scan for specific types of computers, protocols, or resources, or their scans can be generic. The more specific the scanner is, the better it can give attackers and defenders useful information</a:t>
            </a:r>
            <a:r>
              <a:rPr i="1" lang="en" sz="1250">
                <a:solidFill>
                  <a:srgbClr val="333333"/>
                </a:solidFill>
                <a:highlight>
                  <a:schemeClr val="accent4"/>
                </a:highlight>
                <a:latin typeface="Didact Gothic"/>
                <a:ea typeface="Didact Gothic"/>
                <a:cs typeface="Didact Gothic"/>
                <a:sym typeface="Didact Gothic"/>
              </a:rPr>
              <a:t> (brainkart.com).</a:t>
            </a:r>
            <a:endParaRPr i="1" sz="1250">
              <a:solidFill>
                <a:srgbClr val="333333"/>
              </a:solidFill>
              <a:highlight>
                <a:schemeClr val="accent4"/>
              </a:highlight>
              <a:latin typeface="Didact Gothic"/>
              <a:ea typeface="Didact Gothic"/>
              <a:cs typeface="Didact Gothic"/>
              <a:sym typeface="Didact Gothic"/>
            </a:endParaRPr>
          </a:p>
          <a:p>
            <a:pPr indent="-307975" lvl="0" marL="457200" rtl="0" algn="just">
              <a:lnSpc>
                <a:spcPct val="115000"/>
              </a:lnSpc>
              <a:spcBef>
                <a:spcPts val="0"/>
              </a:spcBef>
              <a:spcAft>
                <a:spcPts val="0"/>
              </a:spcAft>
              <a:buClr>
                <a:schemeClr val="dk1"/>
              </a:buClr>
              <a:buSzPts val="1250"/>
              <a:buFont typeface="Times New Roman"/>
              <a:buChar char="●"/>
            </a:pPr>
            <a:r>
              <a:rPr b="1" lang="en" sz="1250">
                <a:solidFill>
                  <a:srgbClr val="333333"/>
                </a:solidFill>
                <a:highlight>
                  <a:schemeClr val="accent4"/>
                </a:highlight>
                <a:latin typeface="Didact Gothic"/>
                <a:ea typeface="Didact Gothic"/>
                <a:cs typeface="Didact Gothic"/>
                <a:sym typeface="Didact Gothic"/>
              </a:rPr>
              <a:t>Firewall Analysis Tools- </a:t>
            </a:r>
            <a:r>
              <a:rPr lang="en" sz="1250">
                <a:solidFill>
                  <a:srgbClr val="333333"/>
                </a:solidFill>
                <a:highlight>
                  <a:schemeClr val="accent4"/>
                </a:highlight>
                <a:latin typeface="Didact Gothic"/>
                <a:ea typeface="Didact Gothic"/>
                <a:cs typeface="Didact Gothic"/>
                <a:sym typeface="Didact Gothic"/>
              </a:rPr>
              <a:t>Several tools automate remote discovery of firewall rules and assist the administrator in analyzing the rules. Administrators who feel wary of using same tools that attackers use should remember: It is intent of user that will dictate how information gathered will be used. In order to defend a computer or network well, necessary to understand ways it can be attacked</a:t>
            </a:r>
            <a:endParaRPr sz="1250">
              <a:solidFill>
                <a:srgbClr val="333333"/>
              </a:solidFill>
              <a:highlight>
                <a:schemeClr val="accent4"/>
              </a:highlight>
              <a:latin typeface="Didact Gothic"/>
              <a:ea typeface="Didact Gothic"/>
              <a:cs typeface="Didact Gothic"/>
              <a:sym typeface="Didact Gothic"/>
            </a:endParaRPr>
          </a:p>
          <a:p>
            <a:pPr indent="0" lvl="0" marL="457200" rtl="0" algn="l">
              <a:lnSpc>
                <a:spcPct val="115000"/>
              </a:lnSpc>
              <a:spcBef>
                <a:spcPts val="800"/>
              </a:spcBef>
              <a:spcAft>
                <a:spcPts val="0"/>
              </a:spcAft>
              <a:buNone/>
            </a:pPr>
            <a:r>
              <a:t/>
            </a:r>
            <a:endParaRPr sz="1350">
              <a:solidFill>
                <a:schemeClr val="dk1"/>
              </a:solidFill>
              <a:highlight>
                <a:srgbClr val="D5E6FC"/>
              </a:highlight>
              <a:latin typeface="Times New Roman"/>
              <a:ea typeface="Times New Roman"/>
              <a:cs typeface="Times New Roman"/>
              <a:sym typeface="Times New Roman"/>
            </a:endParaRPr>
          </a:p>
          <a:p>
            <a:pPr indent="0" lvl="0" marL="0" rtl="0" algn="l">
              <a:spcBef>
                <a:spcPts val="0"/>
              </a:spcBef>
              <a:spcAft>
                <a:spcPts val="0"/>
              </a:spcAft>
              <a:buNone/>
            </a:pPr>
            <a:r>
              <a:t/>
            </a:r>
            <a:endParaRPr>
              <a:latin typeface="Didact Gothic"/>
              <a:ea typeface="Didact Gothic"/>
              <a:cs typeface="Didact Gothic"/>
              <a:sym typeface="Didact Gothic"/>
            </a:endParaRPr>
          </a:p>
        </p:txBody>
      </p:sp>
      <p:sp>
        <p:nvSpPr>
          <p:cNvPr id="1122" name="Google Shape;1122;p64"/>
          <p:cNvSpPr txBox="1"/>
          <p:nvPr/>
        </p:nvSpPr>
        <p:spPr>
          <a:xfrm>
            <a:off x="4063375" y="648625"/>
            <a:ext cx="4722600" cy="4022400"/>
          </a:xfrm>
          <a:prstGeom prst="rect">
            <a:avLst/>
          </a:prstGeom>
          <a:noFill/>
          <a:ln>
            <a:noFill/>
          </a:ln>
        </p:spPr>
        <p:txBody>
          <a:bodyPr anchorCtr="0" anchor="t" bIns="91425" lIns="91425" spcFirstLastPara="1" rIns="91425" wrap="square" tIns="91425">
            <a:spAutoFit/>
          </a:bodyPr>
          <a:lstStyle/>
          <a:p>
            <a:pPr indent="-307975" lvl="0" marL="457200" rtl="0" algn="just">
              <a:lnSpc>
                <a:spcPct val="100000"/>
              </a:lnSpc>
              <a:spcBef>
                <a:spcPts val="0"/>
              </a:spcBef>
              <a:spcAft>
                <a:spcPts val="0"/>
              </a:spcAft>
              <a:buClr>
                <a:schemeClr val="dk1"/>
              </a:buClr>
              <a:buSzPts val="1250"/>
              <a:buFont typeface="Times New Roman"/>
              <a:buChar char="●"/>
            </a:pPr>
            <a:r>
              <a:rPr b="1" lang="en" sz="1250">
                <a:solidFill>
                  <a:srgbClr val="333333"/>
                </a:solidFill>
                <a:highlight>
                  <a:schemeClr val="accent4"/>
                </a:highlight>
                <a:latin typeface="Didact Gothic"/>
                <a:ea typeface="Didact Gothic"/>
                <a:cs typeface="Didact Gothic"/>
                <a:sym typeface="Didact Gothic"/>
              </a:rPr>
              <a:t>Packet Sniffers- </a:t>
            </a:r>
            <a:r>
              <a:rPr lang="en" sz="1250">
                <a:solidFill>
                  <a:srgbClr val="333333"/>
                </a:solidFill>
                <a:highlight>
                  <a:schemeClr val="accent4"/>
                </a:highlight>
                <a:latin typeface="Didact Gothic"/>
                <a:ea typeface="Didact Gothic"/>
                <a:cs typeface="Didact Gothic"/>
                <a:sym typeface="Didact Gothic"/>
              </a:rPr>
              <a:t>Network tool that collects copies of packets from network and analyzes them. Can provide network administrator with valuable information for diagnosing and resolving networking issues. In the wrong hands, a sniffer can be used to eavesdrop on network traffic. To use packet sniffer legally, administrator must be on network that organization owns, be under direct authorization of owners of network, and have knowledge and consent of the content creators </a:t>
            </a:r>
            <a:r>
              <a:rPr i="1" lang="en" sz="1250">
                <a:solidFill>
                  <a:srgbClr val="333333"/>
                </a:solidFill>
                <a:highlight>
                  <a:schemeClr val="accent4"/>
                </a:highlight>
                <a:latin typeface="Didact Gothic"/>
                <a:ea typeface="Didact Gothic"/>
                <a:cs typeface="Didact Gothic"/>
                <a:sym typeface="Didact Gothic"/>
              </a:rPr>
              <a:t>(brainkart.com).</a:t>
            </a:r>
            <a:endParaRPr b="1" i="1" sz="1250">
              <a:solidFill>
                <a:srgbClr val="333333"/>
              </a:solidFill>
              <a:highlight>
                <a:schemeClr val="accent4"/>
              </a:highlight>
              <a:latin typeface="Didact Gothic"/>
              <a:ea typeface="Didact Gothic"/>
              <a:cs typeface="Didact Gothic"/>
              <a:sym typeface="Didact Gothic"/>
            </a:endParaRPr>
          </a:p>
          <a:p>
            <a:pPr indent="-307975" lvl="0" marL="457200" rtl="0" algn="just">
              <a:lnSpc>
                <a:spcPct val="115000"/>
              </a:lnSpc>
              <a:spcBef>
                <a:spcPts val="0"/>
              </a:spcBef>
              <a:spcAft>
                <a:spcPts val="0"/>
              </a:spcAft>
              <a:buClr>
                <a:srgbClr val="333333"/>
              </a:buClr>
              <a:buSzPts val="1250"/>
              <a:buFont typeface="Didact Gothic"/>
              <a:buChar char="●"/>
            </a:pPr>
            <a:r>
              <a:rPr b="1" lang="en" sz="1250">
                <a:solidFill>
                  <a:srgbClr val="333333"/>
                </a:solidFill>
                <a:highlight>
                  <a:schemeClr val="accent4"/>
                </a:highlight>
                <a:latin typeface="Didact Gothic"/>
                <a:ea typeface="Didact Gothic"/>
                <a:cs typeface="Didact Gothic"/>
                <a:sym typeface="Didact Gothic"/>
              </a:rPr>
              <a:t>Wireless Security Tools- </a:t>
            </a:r>
            <a:r>
              <a:rPr lang="en" sz="1250">
                <a:solidFill>
                  <a:srgbClr val="333333"/>
                </a:solidFill>
                <a:highlight>
                  <a:schemeClr val="accent4"/>
                </a:highlight>
                <a:latin typeface="Didact Gothic"/>
                <a:ea typeface="Didact Gothic"/>
                <a:cs typeface="Didact Gothic"/>
                <a:sym typeface="Didact Gothic"/>
              </a:rPr>
              <a:t>Organization that spends its time securing wired network and leaves wireless networks to operate in any manner is opening itself up for security breach. Security professional must assess risk of wireless networks. A wireless security toolkit should include the ability to sniff wireless traffic, scan wireless hosts, and assess level of privacy or confidentiality afforded on the wireless network</a:t>
            </a:r>
            <a:endParaRPr b="1" sz="1250">
              <a:solidFill>
                <a:srgbClr val="333333"/>
              </a:solidFill>
              <a:highlight>
                <a:schemeClr val="accent4"/>
              </a:highlight>
              <a:latin typeface="Didact Gothic"/>
              <a:ea typeface="Didact Gothic"/>
              <a:cs typeface="Didact Gothic"/>
              <a:sym typeface="Didact Gothic"/>
            </a:endParaRPr>
          </a:p>
          <a:p>
            <a:pPr indent="0" lvl="0" marL="457200" rtl="0" algn="l">
              <a:lnSpc>
                <a:spcPct val="115000"/>
              </a:lnSpc>
              <a:spcBef>
                <a:spcPts val="800"/>
              </a:spcBef>
              <a:spcAft>
                <a:spcPts val="0"/>
              </a:spcAft>
              <a:buNone/>
            </a:pPr>
            <a:r>
              <a:t/>
            </a:r>
            <a:endParaRPr sz="1350">
              <a:solidFill>
                <a:schemeClr val="dk1"/>
              </a:solidFill>
              <a:highlight>
                <a:srgbClr val="D5E6FC"/>
              </a:highlight>
              <a:latin typeface="Times New Roman"/>
              <a:ea typeface="Times New Roman"/>
              <a:cs typeface="Times New Roman"/>
              <a:sym typeface="Times New Roman"/>
            </a:endParaRPr>
          </a:p>
          <a:p>
            <a:pPr indent="0" lvl="0" marL="0" rtl="0" algn="l">
              <a:spcBef>
                <a:spcPts val="0"/>
              </a:spcBef>
              <a:spcAft>
                <a:spcPts val="0"/>
              </a:spcAft>
              <a:buNone/>
            </a:pPr>
            <a:r>
              <a:t/>
            </a:r>
            <a:endParaRPr>
              <a:latin typeface="Didact Gothic"/>
              <a:ea typeface="Didact Gothic"/>
              <a:cs typeface="Didact Gothic"/>
              <a:sym typeface="Didact Gothic"/>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6" name="Shape 1126"/>
        <p:cNvGrpSpPr/>
        <p:nvPr/>
      </p:nvGrpSpPr>
      <p:grpSpPr>
        <a:xfrm>
          <a:off x="0" y="0"/>
          <a:ext cx="0" cy="0"/>
          <a:chOff x="0" y="0"/>
          <a:chExt cx="0" cy="0"/>
        </a:xfrm>
      </p:grpSpPr>
      <p:sp>
        <p:nvSpPr>
          <p:cNvPr id="1127" name="Google Shape;1127;p65"/>
          <p:cNvSpPr txBox="1"/>
          <p:nvPr>
            <p:ph type="ctrTitle"/>
          </p:nvPr>
        </p:nvSpPr>
        <p:spPr>
          <a:xfrm>
            <a:off x="988150" y="460200"/>
            <a:ext cx="7208400" cy="589200"/>
          </a:xfrm>
          <a:prstGeom prst="rect">
            <a:avLst/>
          </a:prstGeom>
        </p:spPr>
        <p:txBody>
          <a:bodyPr anchorCtr="0" anchor="b" bIns="0" lIns="0" spcFirstLastPara="1" rIns="0" wrap="square" tIns="0">
            <a:noAutofit/>
          </a:bodyPr>
          <a:lstStyle/>
          <a:p>
            <a:pPr indent="0" lvl="0" marL="0" rtl="0" algn="ctr">
              <a:spcBef>
                <a:spcPts val="0"/>
              </a:spcBef>
              <a:spcAft>
                <a:spcPts val="0"/>
              </a:spcAft>
              <a:buClr>
                <a:schemeClr val="dk1"/>
              </a:buClr>
              <a:buSzPts val="1100"/>
              <a:buFont typeface="Arial"/>
              <a:buNone/>
            </a:pPr>
            <a:r>
              <a:rPr lang="en" sz="2000">
                <a:latin typeface="Didact Gothic"/>
                <a:ea typeface="Didact Gothic"/>
                <a:cs typeface="Didact Gothic"/>
                <a:sym typeface="Didact Gothic"/>
              </a:rPr>
              <a:t>Cryptosystems</a:t>
            </a:r>
            <a:endParaRPr sz="2000">
              <a:latin typeface="Didact Gothic"/>
              <a:ea typeface="Didact Gothic"/>
              <a:cs typeface="Didact Gothic"/>
              <a:sym typeface="Didact Gothic"/>
            </a:endParaRPr>
          </a:p>
          <a:p>
            <a:pPr indent="0" lvl="0" marL="0" rtl="0" algn="l">
              <a:spcBef>
                <a:spcPts val="0"/>
              </a:spcBef>
              <a:spcAft>
                <a:spcPts val="0"/>
              </a:spcAft>
              <a:buNone/>
            </a:pPr>
            <a:r>
              <a:t/>
            </a:r>
            <a:endParaRPr/>
          </a:p>
        </p:txBody>
      </p:sp>
      <p:sp>
        <p:nvSpPr>
          <p:cNvPr id="1128" name="Google Shape;1128;p65"/>
          <p:cNvSpPr txBox="1"/>
          <p:nvPr>
            <p:ph idx="1" type="subTitle"/>
          </p:nvPr>
        </p:nvSpPr>
        <p:spPr>
          <a:xfrm>
            <a:off x="481400" y="460200"/>
            <a:ext cx="8272800" cy="1220700"/>
          </a:xfrm>
          <a:prstGeom prst="rect">
            <a:avLst/>
          </a:prstGeom>
        </p:spPr>
        <p:txBody>
          <a:bodyPr anchorCtr="0" anchor="t" bIns="91425" lIns="91425" spcFirstLastPara="1" rIns="91425" wrap="square" tIns="91425">
            <a:noAutofit/>
          </a:bodyPr>
          <a:lstStyle/>
          <a:p>
            <a:pPr indent="0" lvl="0" marL="0" rtl="0" algn="just">
              <a:lnSpc>
                <a:spcPct val="160000"/>
              </a:lnSpc>
              <a:spcBef>
                <a:spcPts val="600"/>
              </a:spcBef>
              <a:spcAft>
                <a:spcPts val="0"/>
              </a:spcAft>
              <a:buClr>
                <a:schemeClr val="dk1"/>
              </a:buClr>
              <a:buSzPts val="1100"/>
              <a:buFont typeface="Arial"/>
              <a:buNone/>
            </a:pPr>
            <a:r>
              <a:rPr lang="en" sz="1200">
                <a:solidFill>
                  <a:schemeClr val="dk1"/>
                </a:solidFill>
              </a:rPr>
              <a:t>Some attacks on cryptosystems are categorized as follows −</a:t>
            </a:r>
            <a:endParaRPr sz="1200">
              <a:solidFill>
                <a:schemeClr val="dk1"/>
              </a:solidFill>
            </a:endParaRPr>
          </a:p>
          <a:p>
            <a:pPr indent="0" lvl="0" marL="0" rtl="0" algn="l">
              <a:lnSpc>
                <a:spcPct val="150000"/>
              </a:lnSpc>
              <a:spcBef>
                <a:spcPts val="700"/>
              </a:spcBef>
              <a:spcAft>
                <a:spcPts val="0"/>
              </a:spcAft>
              <a:buNone/>
            </a:pPr>
            <a:r>
              <a:rPr lang="en" sz="1200">
                <a:solidFill>
                  <a:schemeClr val="dk1"/>
                </a:solidFill>
              </a:rPr>
              <a:t>Ciphertext Only Attacks (COA) − In this method, the attacker has access to a set of ciphertext(s). He does not have access to corresponding plaintext. COA is said to be successful when the corresponding plaintext can be determined from a given set of ciphertext. Modern cryptosystems are guarded against ciphertext-only attacks.</a:t>
            </a:r>
            <a:endParaRPr sz="1200">
              <a:solidFill>
                <a:schemeClr val="dk1"/>
              </a:solidFill>
            </a:endParaRPr>
          </a:p>
          <a:p>
            <a:pPr indent="0" lvl="0" marL="0" rtl="0" algn="l">
              <a:lnSpc>
                <a:spcPct val="150000"/>
              </a:lnSpc>
              <a:spcBef>
                <a:spcPts val="1500"/>
              </a:spcBef>
              <a:spcAft>
                <a:spcPts val="0"/>
              </a:spcAft>
              <a:buNone/>
            </a:pPr>
            <a:r>
              <a:rPr lang="en" sz="1200">
                <a:solidFill>
                  <a:schemeClr val="dk1"/>
                </a:solidFill>
              </a:rPr>
              <a:t>Known Plaintext Attack (KPA) − In this method, the attacker knows the plaintext for some parts of the ciphertext. The task is to decrypt the rest of the ciphertext using this information. This may be done by determining the key or via some other method. The best example of this attack is </a:t>
            </a:r>
            <a:r>
              <a:rPr i="1" lang="en" sz="1200">
                <a:solidFill>
                  <a:schemeClr val="dk1"/>
                </a:solidFill>
              </a:rPr>
              <a:t>linear cryptanalysis</a:t>
            </a:r>
            <a:r>
              <a:rPr lang="en" sz="1200">
                <a:solidFill>
                  <a:schemeClr val="dk1"/>
                </a:solidFill>
              </a:rPr>
              <a:t> against block ciphers.</a:t>
            </a:r>
            <a:endParaRPr sz="1200">
              <a:solidFill>
                <a:schemeClr val="dk1"/>
              </a:solidFill>
            </a:endParaRPr>
          </a:p>
          <a:p>
            <a:pPr indent="0" lvl="0" marL="0" rtl="0" algn="l">
              <a:lnSpc>
                <a:spcPct val="150000"/>
              </a:lnSpc>
              <a:spcBef>
                <a:spcPts val="1500"/>
              </a:spcBef>
              <a:spcAft>
                <a:spcPts val="0"/>
              </a:spcAft>
              <a:buNone/>
            </a:pPr>
            <a:r>
              <a:rPr lang="en" sz="1200">
                <a:solidFill>
                  <a:schemeClr val="dk1"/>
                </a:solidFill>
              </a:rPr>
              <a:t>Chosen Plaintext Attack (CPA) − In this method, the attacker has the text of his choice encrypted. So he has the ciphertext-plaintext pair of his choice. This simplifies his task of determining the encryption key. An example of this attack is </a:t>
            </a:r>
            <a:r>
              <a:rPr i="1" lang="en" sz="1200">
                <a:solidFill>
                  <a:schemeClr val="dk1"/>
                </a:solidFill>
              </a:rPr>
              <a:t>differential cryptanalysis</a:t>
            </a:r>
            <a:r>
              <a:rPr lang="en" sz="1200">
                <a:solidFill>
                  <a:schemeClr val="dk1"/>
                </a:solidFill>
              </a:rPr>
              <a:t> applied against block ciphers as well as hash functions. A popular public key cryptosystem, RSA is also vulnerable to chosen-plaintext attacks.</a:t>
            </a:r>
            <a:endParaRPr sz="1200">
              <a:solidFill>
                <a:schemeClr val="dk1"/>
              </a:solidFill>
            </a:endParaRPr>
          </a:p>
          <a:p>
            <a:pPr indent="0" lvl="0" marL="0" rtl="0" algn="l">
              <a:lnSpc>
                <a:spcPct val="150000"/>
              </a:lnSpc>
              <a:spcBef>
                <a:spcPts val="1500"/>
              </a:spcBef>
              <a:spcAft>
                <a:spcPts val="0"/>
              </a:spcAft>
              <a:buNone/>
            </a:pPr>
            <a:r>
              <a:rPr lang="en" sz="1200">
                <a:solidFill>
                  <a:schemeClr val="dk1"/>
                </a:solidFill>
                <a:highlight>
                  <a:schemeClr val="accent4"/>
                </a:highlight>
              </a:rPr>
              <a:t>Dictionary Attack − This attack has many variants, all of which involve compiling a ‘dictionary’. In simplest method of this attack, attacker builds a dictionary of ciphertexts and corresponding plaintexts that he has learnt over a period of time.</a:t>
            </a:r>
            <a:endParaRPr sz="1200">
              <a:solidFill>
                <a:schemeClr val="dk1"/>
              </a:solidFill>
              <a:highlight>
                <a:schemeClr val="accent4"/>
              </a:highlight>
            </a:endParaRPr>
          </a:p>
          <a:p>
            <a:pPr indent="0" lvl="0" marL="0" rtl="0" algn="l">
              <a:spcBef>
                <a:spcPts val="1500"/>
              </a:spcBef>
              <a:spcAft>
                <a:spcPts val="0"/>
              </a:spcAft>
              <a:buNone/>
            </a:pPr>
            <a:r>
              <a:t/>
            </a:r>
            <a:endParaRPr sz="1400">
              <a:solidFill>
                <a:srgbClr val="333333"/>
              </a:solidFill>
              <a:highlight>
                <a:srgbClr val="D5E6FC"/>
              </a:highlight>
            </a:endParaRPr>
          </a:p>
          <a:p>
            <a:pPr indent="0" lvl="0" marL="0" rtl="0" algn="l">
              <a:spcBef>
                <a:spcPts val="1600"/>
              </a:spcBef>
              <a:spcAft>
                <a:spcPts val="1600"/>
              </a:spcAft>
              <a:buNone/>
            </a:pPr>
            <a:r>
              <a:t/>
            </a:r>
            <a:endParaRPr sz="1400">
              <a:solidFill>
                <a:srgbClr val="333333"/>
              </a:solidFill>
              <a:highlight>
                <a:srgbClr val="D5E6FC"/>
              </a:highlight>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2" name="Shape 1132"/>
        <p:cNvGrpSpPr/>
        <p:nvPr/>
      </p:nvGrpSpPr>
      <p:grpSpPr>
        <a:xfrm>
          <a:off x="0" y="0"/>
          <a:ext cx="0" cy="0"/>
          <a:chOff x="0" y="0"/>
          <a:chExt cx="0" cy="0"/>
        </a:xfrm>
      </p:grpSpPr>
      <p:sp>
        <p:nvSpPr>
          <p:cNvPr id="1133" name="Google Shape;1133;p66"/>
          <p:cNvSpPr txBox="1"/>
          <p:nvPr>
            <p:ph type="ctrTitle"/>
          </p:nvPr>
        </p:nvSpPr>
        <p:spPr>
          <a:xfrm>
            <a:off x="1242904" y="293825"/>
            <a:ext cx="6658200" cy="426900"/>
          </a:xfrm>
          <a:prstGeom prst="rect">
            <a:avLst/>
          </a:prstGeom>
        </p:spPr>
        <p:txBody>
          <a:bodyPr anchorCtr="0" anchor="b" bIns="0" lIns="0" spcFirstLastPara="1" rIns="0" wrap="square" tIns="0">
            <a:noAutofit/>
          </a:bodyPr>
          <a:lstStyle/>
          <a:p>
            <a:pPr indent="0" lvl="0" marL="0" rtl="0" algn="ctr">
              <a:spcBef>
                <a:spcPts val="0"/>
              </a:spcBef>
              <a:spcAft>
                <a:spcPts val="0"/>
              </a:spcAft>
              <a:buClr>
                <a:schemeClr val="dk1"/>
              </a:buClr>
              <a:buSzPts val="1100"/>
              <a:buFont typeface="Arial"/>
              <a:buNone/>
            </a:pPr>
            <a:r>
              <a:rPr lang="en" sz="2100"/>
              <a:t>Key physical Security Considerations </a:t>
            </a:r>
            <a:endParaRPr sz="2300"/>
          </a:p>
        </p:txBody>
      </p:sp>
      <p:sp>
        <p:nvSpPr>
          <p:cNvPr id="1134" name="Google Shape;1134;p66"/>
          <p:cNvSpPr txBox="1"/>
          <p:nvPr/>
        </p:nvSpPr>
        <p:spPr>
          <a:xfrm>
            <a:off x="633425" y="1152850"/>
            <a:ext cx="7728000" cy="3030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Didact Gothic"/>
                <a:ea typeface="Didact Gothic"/>
                <a:cs typeface="Didact Gothic"/>
                <a:sym typeface="Didact Gothic"/>
              </a:rPr>
              <a:t>Physical security is essential for protecting an organization's assets, personnel, and information. Key considerations include:</a:t>
            </a:r>
            <a:endParaRPr>
              <a:latin typeface="Didact Gothic"/>
              <a:ea typeface="Didact Gothic"/>
              <a:cs typeface="Didact Gothic"/>
              <a:sym typeface="Didact Gothic"/>
            </a:endParaRPr>
          </a:p>
          <a:p>
            <a:pPr indent="0" lvl="0" marL="0" rtl="0" algn="l">
              <a:lnSpc>
                <a:spcPct val="115000"/>
              </a:lnSpc>
              <a:spcBef>
                <a:spcPts val="0"/>
              </a:spcBef>
              <a:spcAft>
                <a:spcPts val="0"/>
              </a:spcAft>
              <a:buNone/>
            </a:pPr>
            <a:r>
              <a:rPr lang="en">
                <a:latin typeface="Didact Gothic"/>
                <a:ea typeface="Didact Gothic"/>
                <a:cs typeface="Didact Gothic"/>
                <a:sym typeface="Didact Gothic"/>
              </a:rPr>
              <a:t>- Access control: Implementing measures to restrict unauthorized access to the facility, such as card readers, biometric scanners, and security guards. </a:t>
            </a:r>
            <a:endParaRPr>
              <a:latin typeface="Didact Gothic"/>
              <a:ea typeface="Didact Gothic"/>
              <a:cs typeface="Didact Gothic"/>
              <a:sym typeface="Didact Gothic"/>
            </a:endParaRPr>
          </a:p>
          <a:p>
            <a:pPr indent="0" lvl="0" marL="0" rtl="0" algn="l">
              <a:lnSpc>
                <a:spcPct val="115000"/>
              </a:lnSpc>
              <a:spcBef>
                <a:spcPts val="0"/>
              </a:spcBef>
              <a:spcAft>
                <a:spcPts val="0"/>
              </a:spcAft>
              <a:buNone/>
            </a:pPr>
            <a:r>
              <a:rPr lang="en">
                <a:latin typeface="Didact Gothic"/>
                <a:ea typeface="Didact Gothic"/>
                <a:cs typeface="Didact Gothic"/>
                <a:sym typeface="Didact Gothic"/>
              </a:rPr>
              <a:t>- Surveillance systems: Installing video cameras and monitoring systems to detect and record any unauthorized activity. </a:t>
            </a:r>
            <a:endParaRPr>
              <a:latin typeface="Didact Gothic"/>
              <a:ea typeface="Didact Gothic"/>
              <a:cs typeface="Didact Gothic"/>
              <a:sym typeface="Didact Gothic"/>
            </a:endParaRPr>
          </a:p>
          <a:p>
            <a:pPr indent="0" lvl="0" marL="0" rtl="0" algn="l">
              <a:lnSpc>
                <a:spcPct val="115000"/>
              </a:lnSpc>
              <a:spcBef>
                <a:spcPts val="0"/>
              </a:spcBef>
              <a:spcAft>
                <a:spcPts val="0"/>
              </a:spcAft>
              <a:buNone/>
            </a:pPr>
            <a:r>
              <a:rPr lang="en">
                <a:latin typeface="Didact Gothic"/>
                <a:ea typeface="Didact Gothic"/>
                <a:cs typeface="Didact Gothic"/>
                <a:sym typeface="Didact Gothic"/>
              </a:rPr>
              <a:t>- Fire control: Ensuring that fire detection and suppression systems are in place, such as smoke  detectors, fire alarms, and sprinklers. </a:t>
            </a:r>
            <a:endParaRPr>
              <a:latin typeface="Didact Gothic"/>
              <a:ea typeface="Didact Gothic"/>
              <a:cs typeface="Didact Gothic"/>
              <a:sym typeface="Didact Gothic"/>
            </a:endParaRPr>
          </a:p>
          <a:p>
            <a:pPr indent="0" lvl="0" marL="0" rtl="0" algn="l">
              <a:lnSpc>
                <a:spcPct val="115000"/>
              </a:lnSpc>
              <a:spcBef>
                <a:spcPts val="0"/>
              </a:spcBef>
              <a:spcAft>
                <a:spcPts val="0"/>
              </a:spcAft>
              <a:buClr>
                <a:schemeClr val="dk1"/>
              </a:buClr>
              <a:buSzPts val="1100"/>
              <a:buFont typeface="Arial"/>
              <a:buNone/>
            </a:pPr>
            <a:r>
              <a:rPr lang="en">
                <a:latin typeface="Didact Gothic"/>
                <a:ea typeface="Didact Gothic"/>
                <a:cs typeface="Didact Gothic"/>
                <a:sym typeface="Didact Gothic"/>
              </a:rPr>
              <a:t>- Perimeter security: Establishing barriers and checkpoints around the facility to prevent unauthorized entry. </a:t>
            </a:r>
            <a:r>
              <a:rPr lang="en">
                <a:solidFill>
                  <a:schemeClr val="dk1"/>
                </a:solidFill>
                <a:highlight>
                  <a:schemeClr val="accent4"/>
                </a:highlight>
                <a:latin typeface="Didact Gothic"/>
                <a:ea typeface="Didact Gothic"/>
                <a:cs typeface="Didact Gothic"/>
                <a:sym typeface="Didact Gothic"/>
              </a:rPr>
              <a:t>You can use fencing and surveillance to monitor access to your facility and secure the outdoor area, especially if you have on-site parking or other outside resources</a:t>
            </a:r>
            <a:endParaRPr>
              <a:solidFill>
                <a:schemeClr val="dk1"/>
              </a:solidFill>
              <a:highlight>
                <a:schemeClr val="accent4"/>
              </a:highlight>
              <a:latin typeface="Didact Gothic"/>
              <a:ea typeface="Didact Gothic"/>
              <a:cs typeface="Didact Gothic"/>
              <a:sym typeface="Didact Gothic"/>
            </a:endParaRPr>
          </a:p>
          <a:p>
            <a:pPr indent="0" lvl="0" marL="0" rtl="0" algn="l">
              <a:lnSpc>
                <a:spcPct val="115000"/>
              </a:lnSpc>
              <a:spcBef>
                <a:spcPts val="0"/>
              </a:spcBef>
              <a:spcAft>
                <a:spcPts val="0"/>
              </a:spcAft>
              <a:buNone/>
            </a:pPr>
            <a:r>
              <a:t/>
            </a:r>
            <a:endParaRPr sz="1200">
              <a:highlight>
                <a:schemeClr val="accent4"/>
              </a:highlight>
              <a:latin typeface="Didact Gothic"/>
              <a:ea typeface="Didact Gothic"/>
              <a:cs typeface="Didact Gothic"/>
              <a:sym typeface="Didact Gothic"/>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8" name="Shape 1138"/>
        <p:cNvGrpSpPr/>
        <p:nvPr/>
      </p:nvGrpSpPr>
      <p:grpSpPr>
        <a:xfrm>
          <a:off x="0" y="0"/>
          <a:ext cx="0" cy="0"/>
          <a:chOff x="0" y="0"/>
          <a:chExt cx="0" cy="0"/>
        </a:xfrm>
      </p:grpSpPr>
      <p:sp>
        <p:nvSpPr>
          <p:cNvPr id="1139" name="Google Shape;1139;p67"/>
          <p:cNvSpPr txBox="1"/>
          <p:nvPr>
            <p:ph type="title"/>
          </p:nvPr>
        </p:nvSpPr>
        <p:spPr>
          <a:xfrm>
            <a:off x="722400" y="131500"/>
            <a:ext cx="76992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000"/>
              <a:t>Technical strategies and models for implementing a security project plan.</a:t>
            </a:r>
            <a:endParaRPr sz="2000"/>
          </a:p>
          <a:p>
            <a:pPr indent="0" lvl="0" marL="0" rtl="0" algn="ctr">
              <a:spcBef>
                <a:spcPts val="0"/>
              </a:spcBef>
              <a:spcAft>
                <a:spcPts val="0"/>
              </a:spcAft>
              <a:buNone/>
            </a:pPr>
            <a:r>
              <a:t/>
            </a:r>
            <a:endParaRPr/>
          </a:p>
        </p:txBody>
      </p:sp>
      <p:sp>
        <p:nvSpPr>
          <p:cNvPr id="1140" name="Google Shape;1140;p67"/>
          <p:cNvSpPr txBox="1"/>
          <p:nvPr>
            <p:ph idx="1" type="subTitle"/>
          </p:nvPr>
        </p:nvSpPr>
        <p:spPr>
          <a:xfrm>
            <a:off x="518450" y="1584025"/>
            <a:ext cx="4863300" cy="4938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sz="1100">
                <a:solidFill>
                  <a:schemeClr val="dk1"/>
                </a:solidFill>
                <a:highlight>
                  <a:schemeClr val="accent4"/>
                </a:highlight>
              </a:rPr>
              <a:t>Thinking about your organization’s information security culture, policies, procedures, standards, and guidelines. These elements create a security program by outlining how your organization plans for and acts when it comes to security management. The purpose of the program is to make certain the data and information you’re responsible for safe. Meaning your organization ensures three vital principles: confidentiality (secured from unauthorized access), integrity (accurate and free from tampering), and accessibility (accessible in a timely manner) of its data </a:t>
            </a:r>
            <a:r>
              <a:rPr i="1" lang="en" sz="1100">
                <a:solidFill>
                  <a:schemeClr val="dk1"/>
                </a:solidFill>
                <a:highlight>
                  <a:schemeClr val="accent4"/>
                </a:highlight>
              </a:rPr>
              <a:t>(</a:t>
            </a:r>
            <a:r>
              <a:rPr i="1" lang="en" sz="1200">
                <a:solidFill>
                  <a:schemeClr val="dk1"/>
                </a:solidFill>
                <a:highlight>
                  <a:schemeClr val="accent4"/>
                </a:highlight>
              </a:rPr>
              <a:t>Thackeray, 01</a:t>
            </a:r>
            <a:r>
              <a:rPr i="1" lang="en" sz="1100">
                <a:solidFill>
                  <a:schemeClr val="dk1"/>
                </a:solidFill>
                <a:highlight>
                  <a:schemeClr val="accent4"/>
                </a:highlight>
              </a:rPr>
              <a:t>).  </a:t>
            </a:r>
            <a:endParaRPr i="1" sz="1100">
              <a:solidFill>
                <a:schemeClr val="dk1"/>
              </a:solidFill>
              <a:highlight>
                <a:schemeClr val="accent4"/>
              </a:highlight>
            </a:endParaRPr>
          </a:p>
          <a:p>
            <a:pPr indent="0" lvl="0" marL="0" rtl="0" algn="l">
              <a:lnSpc>
                <a:spcPct val="115000"/>
              </a:lnSpc>
              <a:spcBef>
                <a:spcPts val="0"/>
              </a:spcBef>
              <a:spcAft>
                <a:spcPts val="0"/>
              </a:spcAft>
              <a:buClr>
                <a:schemeClr val="dk1"/>
              </a:buClr>
              <a:buSzPts val="1100"/>
              <a:buFont typeface="Arial"/>
              <a:buNone/>
            </a:pPr>
            <a:r>
              <a:rPr lang="en" sz="1100" u="sng">
                <a:solidFill>
                  <a:schemeClr val="dk1"/>
                </a:solidFill>
                <a:highlight>
                  <a:schemeClr val="accent4"/>
                </a:highlight>
              </a:rPr>
              <a:t>Some strategies include: </a:t>
            </a:r>
            <a:endParaRPr sz="1100" u="sng">
              <a:solidFill>
                <a:schemeClr val="dk1"/>
              </a:solidFill>
              <a:highlight>
                <a:schemeClr val="accent4"/>
              </a:highlight>
            </a:endParaRPr>
          </a:p>
          <a:p>
            <a:pPr indent="0" lvl="0" marL="0" rtl="0" algn="l">
              <a:spcBef>
                <a:spcPts val="0"/>
              </a:spcBef>
              <a:spcAft>
                <a:spcPts val="0"/>
              </a:spcAft>
              <a:buNone/>
            </a:pPr>
            <a:r>
              <a:t/>
            </a:r>
            <a:endParaRPr sz="1100">
              <a:solidFill>
                <a:srgbClr val="333333"/>
              </a:solidFill>
              <a:highlight>
                <a:srgbClr val="D5E6FC"/>
              </a:highlight>
            </a:endParaRPr>
          </a:p>
        </p:txBody>
      </p:sp>
      <p:sp>
        <p:nvSpPr>
          <p:cNvPr id="1141" name="Google Shape;1141;p67"/>
          <p:cNvSpPr txBox="1"/>
          <p:nvPr>
            <p:ph idx="5" type="subTitle"/>
          </p:nvPr>
        </p:nvSpPr>
        <p:spPr>
          <a:xfrm>
            <a:off x="721244" y="2729600"/>
            <a:ext cx="3019500" cy="497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a:t>
            </a:r>
            <a:endParaRPr/>
          </a:p>
        </p:txBody>
      </p:sp>
      <p:sp>
        <p:nvSpPr>
          <p:cNvPr id="1142" name="Google Shape;1142;p67"/>
          <p:cNvSpPr txBox="1"/>
          <p:nvPr>
            <p:ph idx="6" type="subTitle"/>
          </p:nvPr>
        </p:nvSpPr>
        <p:spPr>
          <a:xfrm>
            <a:off x="721244" y="4115913"/>
            <a:ext cx="3019500" cy="493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a:t>
            </a:r>
            <a:endParaRPr/>
          </a:p>
        </p:txBody>
      </p:sp>
      <p:sp>
        <p:nvSpPr>
          <p:cNvPr id="1143" name="Google Shape;1143;p67">
            <a:hlinkClick action="ppaction://hlinkshowjump?jump=previousslide"/>
          </p:cNvPr>
          <p:cNvSpPr/>
          <p:nvPr/>
        </p:nvSpPr>
        <p:spPr>
          <a:xfrm>
            <a:off x="139872" y="2378398"/>
            <a:ext cx="430800" cy="386700"/>
          </a:xfrm>
          <a:prstGeom prst="leftArrow">
            <a:avLst>
              <a:gd fmla="val 50000" name="adj1"/>
              <a:gd fmla="val 50000" name="adj2"/>
            </a:avLst>
          </a:prstGeom>
          <a:solidFill>
            <a:schemeClr val="accent2"/>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44" name="Google Shape;1144;p67"/>
          <p:cNvGrpSpPr/>
          <p:nvPr/>
        </p:nvGrpSpPr>
        <p:grpSpPr>
          <a:xfrm>
            <a:off x="5325436" y="956221"/>
            <a:ext cx="3487531" cy="2665647"/>
            <a:chOff x="871286" y="1178546"/>
            <a:chExt cx="3487531" cy="2665647"/>
          </a:xfrm>
        </p:grpSpPr>
        <p:sp>
          <p:nvSpPr>
            <p:cNvPr id="1145" name="Google Shape;1145;p67"/>
            <p:cNvSpPr/>
            <p:nvPr/>
          </p:nvSpPr>
          <p:spPr>
            <a:xfrm>
              <a:off x="3724729" y="1676469"/>
              <a:ext cx="250893" cy="217703"/>
            </a:xfrm>
            <a:custGeom>
              <a:rect b="b" l="l" r="r" t="t"/>
              <a:pathLst>
                <a:path extrusionOk="0" h="11505" w="13259">
                  <a:moveTo>
                    <a:pt x="6567" y="1"/>
                  </a:moveTo>
                  <a:lnTo>
                    <a:pt x="1" y="11505"/>
                  </a:lnTo>
                  <a:lnTo>
                    <a:pt x="13259" y="11505"/>
                  </a:lnTo>
                  <a:lnTo>
                    <a:pt x="6567"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6" name="Google Shape;1146;p67"/>
            <p:cNvSpPr/>
            <p:nvPr/>
          </p:nvSpPr>
          <p:spPr>
            <a:xfrm>
              <a:off x="1017834" y="2858259"/>
              <a:ext cx="100554" cy="102938"/>
            </a:xfrm>
            <a:custGeom>
              <a:rect b="b" l="l" r="r" t="t"/>
              <a:pathLst>
                <a:path extrusionOk="0" h="5440" w="5314">
                  <a:moveTo>
                    <a:pt x="2707" y="0"/>
                  </a:moveTo>
                  <a:cubicBezTo>
                    <a:pt x="1253" y="0"/>
                    <a:pt x="0" y="1254"/>
                    <a:pt x="0" y="2707"/>
                  </a:cubicBezTo>
                  <a:cubicBezTo>
                    <a:pt x="0" y="4186"/>
                    <a:pt x="1253" y="5439"/>
                    <a:pt x="2707" y="5439"/>
                  </a:cubicBezTo>
                  <a:cubicBezTo>
                    <a:pt x="4161" y="5439"/>
                    <a:pt x="5314" y="4186"/>
                    <a:pt x="5314" y="2707"/>
                  </a:cubicBezTo>
                  <a:cubicBezTo>
                    <a:pt x="5314" y="1254"/>
                    <a:pt x="4161" y="0"/>
                    <a:pt x="270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7" name="Google Shape;1147;p67"/>
            <p:cNvSpPr/>
            <p:nvPr/>
          </p:nvSpPr>
          <p:spPr>
            <a:xfrm>
              <a:off x="871286" y="2075773"/>
              <a:ext cx="215338" cy="853670"/>
            </a:xfrm>
            <a:custGeom>
              <a:rect b="b" l="l" r="r" t="t"/>
              <a:pathLst>
                <a:path extrusionOk="0" h="45114" w="11380">
                  <a:moveTo>
                    <a:pt x="6066" y="1"/>
                  </a:moveTo>
                  <a:cubicBezTo>
                    <a:pt x="2206" y="5640"/>
                    <a:pt x="1" y="12332"/>
                    <a:pt x="1" y="19625"/>
                  </a:cubicBezTo>
                  <a:cubicBezTo>
                    <a:pt x="1" y="29650"/>
                    <a:pt x="4287" y="38748"/>
                    <a:pt x="11079" y="45114"/>
                  </a:cubicBezTo>
                  <a:lnTo>
                    <a:pt x="11379" y="44813"/>
                  </a:lnTo>
                  <a:cubicBezTo>
                    <a:pt x="4612" y="38547"/>
                    <a:pt x="427" y="29550"/>
                    <a:pt x="427" y="19625"/>
                  </a:cubicBezTo>
                  <a:cubicBezTo>
                    <a:pt x="427" y="12432"/>
                    <a:pt x="2607" y="5740"/>
                    <a:pt x="6367" y="201"/>
                  </a:cubicBezTo>
                  <a:lnTo>
                    <a:pt x="6066" y="1"/>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8" name="Google Shape;1148;p67"/>
            <p:cNvSpPr/>
            <p:nvPr/>
          </p:nvSpPr>
          <p:spPr>
            <a:xfrm>
              <a:off x="3817672" y="1437470"/>
              <a:ext cx="541146" cy="1128254"/>
            </a:xfrm>
            <a:custGeom>
              <a:rect b="b" l="l" r="r" t="t"/>
              <a:pathLst>
                <a:path extrusionOk="0" h="59625" w="28598">
                  <a:moveTo>
                    <a:pt x="101" y="0"/>
                  </a:moveTo>
                  <a:lnTo>
                    <a:pt x="1" y="426"/>
                  </a:lnTo>
                  <a:cubicBezTo>
                    <a:pt x="16066" y="3359"/>
                    <a:pt x="28197" y="17344"/>
                    <a:pt x="28197" y="34161"/>
                  </a:cubicBezTo>
                  <a:lnTo>
                    <a:pt x="28197" y="34462"/>
                  </a:lnTo>
                  <a:cubicBezTo>
                    <a:pt x="28096" y="44286"/>
                    <a:pt x="23911" y="53058"/>
                    <a:pt x="17219" y="59324"/>
                  </a:cubicBezTo>
                  <a:lnTo>
                    <a:pt x="17545" y="59625"/>
                  </a:lnTo>
                  <a:cubicBezTo>
                    <a:pt x="24212" y="53359"/>
                    <a:pt x="28497" y="44386"/>
                    <a:pt x="28598" y="34462"/>
                  </a:cubicBezTo>
                  <a:lnTo>
                    <a:pt x="28598" y="34161"/>
                  </a:lnTo>
                  <a:cubicBezTo>
                    <a:pt x="28598" y="17143"/>
                    <a:pt x="16292" y="2933"/>
                    <a:pt x="101" y="0"/>
                  </a:cubicBez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9" name="Google Shape;1149;p67"/>
            <p:cNvSpPr/>
            <p:nvPr/>
          </p:nvSpPr>
          <p:spPr>
            <a:xfrm>
              <a:off x="3789706" y="1403789"/>
              <a:ext cx="81102" cy="79229"/>
            </a:xfrm>
            <a:custGeom>
              <a:rect b="b" l="l" r="r" t="t"/>
              <a:pathLst>
                <a:path extrusionOk="0" h="4187" w="4286">
                  <a:moveTo>
                    <a:pt x="2206" y="1"/>
                  </a:moveTo>
                  <a:cubicBezTo>
                    <a:pt x="1053" y="1"/>
                    <a:pt x="0" y="953"/>
                    <a:pt x="126" y="2106"/>
                  </a:cubicBezTo>
                  <a:cubicBezTo>
                    <a:pt x="126" y="3259"/>
                    <a:pt x="1053" y="4186"/>
                    <a:pt x="2206" y="4186"/>
                  </a:cubicBezTo>
                  <a:cubicBezTo>
                    <a:pt x="3258" y="4186"/>
                    <a:pt x="4286" y="3259"/>
                    <a:pt x="4286" y="2106"/>
                  </a:cubicBezTo>
                  <a:cubicBezTo>
                    <a:pt x="4186" y="953"/>
                    <a:pt x="3359" y="1"/>
                    <a:pt x="220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0" name="Google Shape;1150;p67"/>
            <p:cNvSpPr/>
            <p:nvPr/>
          </p:nvSpPr>
          <p:spPr>
            <a:xfrm>
              <a:off x="1051023" y="2188640"/>
              <a:ext cx="67364" cy="51242"/>
            </a:xfrm>
            <a:custGeom>
              <a:rect b="b" l="l" r="r" t="t"/>
              <a:pathLst>
                <a:path extrusionOk="0" h="2708" w="3560">
                  <a:moveTo>
                    <a:pt x="1780" y="1"/>
                  </a:moveTo>
                  <a:cubicBezTo>
                    <a:pt x="1" y="1"/>
                    <a:pt x="1" y="2708"/>
                    <a:pt x="1780" y="2708"/>
                  </a:cubicBezTo>
                  <a:cubicBezTo>
                    <a:pt x="3459" y="2708"/>
                    <a:pt x="3560" y="1"/>
                    <a:pt x="178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1" name="Google Shape;1151;p67"/>
            <p:cNvSpPr/>
            <p:nvPr/>
          </p:nvSpPr>
          <p:spPr>
            <a:xfrm>
              <a:off x="1713054" y="3158451"/>
              <a:ext cx="65453" cy="51696"/>
            </a:xfrm>
            <a:custGeom>
              <a:rect b="b" l="l" r="r" t="t"/>
              <a:pathLst>
                <a:path extrusionOk="0" h="2732" w="3459">
                  <a:moveTo>
                    <a:pt x="1679" y="0"/>
                  </a:moveTo>
                  <a:cubicBezTo>
                    <a:pt x="0" y="0"/>
                    <a:pt x="0" y="2732"/>
                    <a:pt x="1679" y="2732"/>
                  </a:cubicBezTo>
                  <a:cubicBezTo>
                    <a:pt x="3459" y="2732"/>
                    <a:pt x="3459" y="0"/>
                    <a:pt x="1679" y="0"/>
                  </a:cubicBezTo>
                  <a:close/>
                </a:path>
              </a:pathLst>
            </a:custGeom>
            <a:solidFill>
              <a:srgbClr val="C42A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2" name="Google Shape;1152;p67"/>
            <p:cNvSpPr/>
            <p:nvPr/>
          </p:nvSpPr>
          <p:spPr>
            <a:xfrm>
              <a:off x="3985564" y="1615295"/>
              <a:ext cx="39378" cy="29898"/>
            </a:xfrm>
            <a:custGeom>
              <a:rect b="b" l="l" r="r" t="t"/>
              <a:pathLst>
                <a:path extrusionOk="0" h="1580" w="2081">
                  <a:moveTo>
                    <a:pt x="1053" y="1"/>
                  </a:moveTo>
                  <a:cubicBezTo>
                    <a:pt x="0" y="1"/>
                    <a:pt x="0" y="1580"/>
                    <a:pt x="1053" y="1580"/>
                  </a:cubicBezTo>
                  <a:cubicBezTo>
                    <a:pt x="2080" y="1580"/>
                    <a:pt x="2080" y="1"/>
                    <a:pt x="105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3" name="Google Shape;1153;p67"/>
            <p:cNvSpPr/>
            <p:nvPr/>
          </p:nvSpPr>
          <p:spPr>
            <a:xfrm>
              <a:off x="3303608" y="2710292"/>
              <a:ext cx="67364" cy="51242"/>
            </a:xfrm>
            <a:custGeom>
              <a:rect b="b" l="l" r="r" t="t"/>
              <a:pathLst>
                <a:path extrusionOk="0" h="2708" w="3560">
                  <a:moveTo>
                    <a:pt x="1780" y="1"/>
                  </a:moveTo>
                  <a:cubicBezTo>
                    <a:pt x="1" y="1"/>
                    <a:pt x="1" y="2708"/>
                    <a:pt x="1780" y="2708"/>
                  </a:cubicBezTo>
                  <a:cubicBezTo>
                    <a:pt x="3560" y="2708"/>
                    <a:pt x="3560" y="1"/>
                    <a:pt x="1780" y="1"/>
                  </a:cubicBezTo>
                  <a:close/>
                </a:path>
              </a:pathLst>
            </a:custGeom>
            <a:solidFill>
              <a:srgbClr val="C42A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4" name="Google Shape;1154;p67"/>
            <p:cNvSpPr/>
            <p:nvPr/>
          </p:nvSpPr>
          <p:spPr>
            <a:xfrm>
              <a:off x="2205301" y="3646895"/>
              <a:ext cx="750750" cy="156054"/>
            </a:xfrm>
            <a:custGeom>
              <a:rect b="b" l="l" r="r" t="t"/>
              <a:pathLst>
                <a:path extrusionOk="0" h="8247" w="39675">
                  <a:moveTo>
                    <a:pt x="3960" y="1"/>
                  </a:moveTo>
                  <a:cubicBezTo>
                    <a:pt x="4913" y="5515"/>
                    <a:pt x="0" y="8246"/>
                    <a:pt x="0" y="8246"/>
                  </a:cubicBezTo>
                  <a:lnTo>
                    <a:pt x="39675" y="8246"/>
                  </a:lnTo>
                  <a:cubicBezTo>
                    <a:pt x="35189" y="5114"/>
                    <a:pt x="36016" y="1"/>
                    <a:pt x="36016" y="1"/>
                  </a:cubicBezTo>
                  <a:close/>
                </a:path>
              </a:pathLst>
            </a:custGeom>
            <a:solidFill>
              <a:schemeClr val="accent1"/>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5" name="Google Shape;1155;p67"/>
            <p:cNvSpPr/>
            <p:nvPr/>
          </p:nvSpPr>
          <p:spPr>
            <a:xfrm>
              <a:off x="2189179" y="3642637"/>
              <a:ext cx="778737" cy="164096"/>
            </a:xfrm>
            <a:custGeom>
              <a:rect b="b" l="l" r="r" t="t"/>
              <a:pathLst>
                <a:path extrusionOk="0" h="8672" w="41154">
                  <a:moveTo>
                    <a:pt x="36667" y="426"/>
                  </a:moveTo>
                  <a:lnTo>
                    <a:pt x="36667" y="1354"/>
                  </a:lnTo>
                  <a:cubicBezTo>
                    <a:pt x="36667" y="2206"/>
                    <a:pt x="36767" y="3459"/>
                    <a:pt x="37294" y="4712"/>
                  </a:cubicBezTo>
                  <a:cubicBezTo>
                    <a:pt x="37757" y="5904"/>
                    <a:pt x="38531" y="7173"/>
                    <a:pt x="39856" y="8246"/>
                  </a:cubicBezTo>
                  <a:lnTo>
                    <a:pt x="1566" y="8246"/>
                  </a:lnTo>
                  <a:cubicBezTo>
                    <a:pt x="1962" y="7945"/>
                    <a:pt x="2501" y="7489"/>
                    <a:pt x="3033" y="6893"/>
                  </a:cubicBezTo>
                  <a:cubicBezTo>
                    <a:pt x="4086" y="5740"/>
                    <a:pt x="5138" y="3985"/>
                    <a:pt x="5138" y="1579"/>
                  </a:cubicBezTo>
                  <a:cubicBezTo>
                    <a:pt x="5138" y="1221"/>
                    <a:pt x="5138" y="792"/>
                    <a:pt x="5064" y="426"/>
                  </a:cubicBezTo>
                  <a:close/>
                  <a:moveTo>
                    <a:pt x="4612" y="0"/>
                  </a:moveTo>
                  <a:lnTo>
                    <a:pt x="4612" y="226"/>
                  </a:lnTo>
                  <a:cubicBezTo>
                    <a:pt x="4712" y="727"/>
                    <a:pt x="4712" y="1153"/>
                    <a:pt x="4712" y="1579"/>
                  </a:cubicBezTo>
                  <a:cubicBezTo>
                    <a:pt x="4712" y="3760"/>
                    <a:pt x="3760" y="5539"/>
                    <a:pt x="2732" y="6592"/>
                  </a:cubicBezTo>
                  <a:cubicBezTo>
                    <a:pt x="2206" y="7218"/>
                    <a:pt x="1679" y="7619"/>
                    <a:pt x="1379" y="7845"/>
                  </a:cubicBezTo>
                  <a:cubicBezTo>
                    <a:pt x="1153" y="8045"/>
                    <a:pt x="1053" y="8146"/>
                    <a:pt x="852" y="8146"/>
                  </a:cubicBezTo>
                  <a:cubicBezTo>
                    <a:pt x="852" y="8246"/>
                    <a:pt x="852" y="8246"/>
                    <a:pt x="752" y="8246"/>
                  </a:cubicBezTo>
                  <a:lnTo>
                    <a:pt x="0" y="8672"/>
                  </a:lnTo>
                  <a:lnTo>
                    <a:pt x="41153" y="8672"/>
                  </a:lnTo>
                  <a:lnTo>
                    <a:pt x="40627" y="8246"/>
                  </a:lnTo>
                  <a:cubicBezTo>
                    <a:pt x="39073" y="7218"/>
                    <a:pt x="38121" y="5865"/>
                    <a:pt x="37720" y="4612"/>
                  </a:cubicBezTo>
                  <a:cubicBezTo>
                    <a:pt x="37193" y="3359"/>
                    <a:pt x="37093" y="2106"/>
                    <a:pt x="37093" y="1354"/>
                  </a:cubicBezTo>
                  <a:lnTo>
                    <a:pt x="37093" y="527"/>
                  </a:lnTo>
                  <a:lnTo>
                    <a:pt x="37093" y="326"/>
                  </a:lnTo>
                  <a:lnTo>
                    <a:pt x="37093" y="226"/>
                  </a:lnTo>
                  <a:lnTo>
                    <a:pt x="37193" y="0"/>
                  </a:lnTo>
                  <a:close/>
                </a:path>
              </a:pathLst>
            </a:custGeom>
            <a:solidFill>
              <a:srgbClr val="2A49A8"/>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6" name="Google Shape;1156;p67"/>
            <p:cNvSpPr/>
            <p:nvPr/>
          </p:nvSpPr>
          <p:spPr>
            <a:xfrm>
              <a:off x="2147911" y="3798646"/>
              <a:ext cx="873595" cy="41762"/>
            </a:xfrm>
            <a:custGeom>
              <a:rect b="b" l="l" r="r" t="t"/>
              <a:pathLst>
                <a:path extrusionOk="0" h="2207" w="46167">
                  <a:moveTo>
                    <a:pt x="1154" y="1"/>
                  </a:moveTo>
                  <a:cubicBezTo>
                    <a:pt x="527" y="1"/>
                    <a:pt x="1" y="527"/>
                    <a:pt x="1" y="1054"/>
                  </a:cubicBezTo>
                  <a:cubicBezTo>
                    <a:pt x="1" y="1680"/>
                    <a:pt x="527" y="2206"/>
                    <a:pt x="1154" y="2206"/>
                  </a:cubicBezTo>
                  <a:lnTo>
                    <a:pt x="45014" y="2206"/>
                  </a:lnTo>
                  <a:cubicBezTo>
                    <a:pt x="45640" y="2206"/>
                    <a:pt x="46166" y="1680"/>
                    <a:pt x="46166" y="1054"/>
                  </a:cubicBezTo>
                  <a:cubicBezTo>
                    <a:pt x="46166" y="527"/>
                    <a:pt x="45640" y="1"/>
                    <a:pt x="4501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7" name="Google Shape;1157;p67"/>
            <p:cNvSpPr/>
            <p:nvPr/>
          </p:nvSpPr>
          <p:spPr>
            <a:xfrm>
              <a:off x="2144127" y="3794862"/>
              <a:ext cx="881164" cy="49331"/>
            </a:xfrm>
            <a:custGeom>
              <a:rect b="b" l="l" r="r" t="t"/>
              <a:pathLst>
                <a:path extrusionOk="0" h="2607" w="46567">
                  <a:moveTo>
                    <a:pt x="45214" y="426"/>
                  </a:moveTo>
                  <a:cubicBezTo>
                    <a:pt x="45514" y="426"/>
                    <a:pt x="45740" y="527"/>
                    <a:pt x="45840" y="727"/>
                  </a:cubicBezTo>
                  <a:cubicBezTo>
                    <a:pt x="46041" y="828"/>
                    <a:pt x="46141" y="1053"/>
                    <a:pt x="46141" y="1254"/>
                  </a:cubicBezTo>
                  <a:cubicBezTo>
                    <a:pt x="46141" y="1579"/>
                    <a:pt x="46041" y="1780"/>
                    <a:pt x="45840" y="1880"/>
                  </a:cubicBezTo>
                  <a:cubicBezTo>
                    <a:pt x="45740" y="2081"/>
                    <a:pt x="45514" y="2206"/>
                    <a:pt x="45214" y="2206"/>
                  </a:cubicBezTo>
                  <a:lnTo>
                    <a:pt x="1354" y="2206"/>
                  </a:lnTo>
                  <a:cubicBezTo>
                    <a:pt x="1028" y="2206"/>
                    <a:pt x="827" y="2081"/>
                    <a:pt x="727" y="1880"/>
                  </a:cubicBezTo>
                  <a:cubicBezTo>
                    <a:pt x="502" y="1780"/>
                    <a:pt x="401" y="1579"/>
                    <a:pt x="401" y="1254"/>
                  </a:cubicBezTo>
                  <a:cubicBezTo>
                    <a:pt x="401" y="1053"/>
                    <a:pt x="502" y="828"/>
                    <a:pt x="727" y="727"/>
                  </a:cubicBezTo>
                  <a:cubicBezTo>
                    <a:pt x="827" y="527"/>
                    <a:pt x="1028" y="426"/>
                    <a:pt x="1354" y="426"/>
                  </a:cubicBezTo>
                  <a:close/>
                  <a:moveTo>
                    <a:pt x="1354" y="0"/>
                  </a:moveTo>
                  <a:cubicBezTo>
                    <a:pt x="627" y="0"/>
                    <a:pt x="0" y="627"/>
                    <a:pt x="0" y="1254"/>
                  </a:cubicBezTo>
                  <a:cubicBezTo>
                    <a:pt x="0" y="1980"/>
                    <a:pt x="627" y="2607"/>
                    <a:pt x="1354" y="2607"/>
                  </a:cubicBezTo>
                  <a:lnTo>
                    <a:pt x="45214" y="2607"/>
                  </a:lnTo>
                  <a:cubicBezTo>
                    <a:pt x="45940" y="2607"/>
                    <a:pt x="46567" y="1980"/>
                    <a:pt x="46567" y="1254"/>
                  </a:cubicBezTo>
                  <a:cubicBezTo>
                    <a:pt x="46567" y="627"/>
                    <a:pt x="45940" y="0"/>
                    <a:pt x="45214" y="0"/>
                  </a:cubicBezTo>
                  <a:close/>
                </a:path>
              </a:pathLst>
            </a:custGeom>
            <a:solidFill>
              <a:srgbClr val="2A49A8"/>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8" name="Google Shape;1158;p67"/>
            <p:cNvSpPr/>
            <p:nvPr/>
          </p:nvSpPr>
          <p:spPr>
            <a:xfrm>
              <a:off x="1302359" y="1826802"/>
              <a:ext cx="2564775" cy="1849599"/>
            </a:xfrm>
            <a:custGeom>
              <a:rect b="b" l="l" r="r" t="t"/>
              <a:pathLst>
                <a:path extrusionOk="0" h="97746" w="135541">
                  <a:moveTo>
                    <a:pt x="4587" y="1"/>
                  </a:moveTo>
                  <a:cubicBezTo>
                    <a:pt x="2081" y="1"/>
                    <a:pt x="1" y="1981"/>
                    <a:pt x="1" y="4487"/>
                  </a:cubicBezTo>
                  <a:lnTo>
                    <a:pt x="1" y="93159"/>
                  </a:lnTo>
                  <a:cubicBezTo>
                    <a:pt x="1" y="95666"/>
                    <a:pt x="2081" y="97746"/>
                    <a:pt x="4587" y="97746"/>
                  </a:cubicBezTo>
                  <a:lnTo>
                    <a:pt x="130954" y="97746"/>
                  </a:lnTo>
                  <a:cubicBezTo>
                    <a:pt x="133460" y="97746"/>
                    <a:pt x="135540" y="95666"/>
                    <a:pt x="135540" y="93159"/>
                  </a:cubicBezTo>
                  <a:lnTo>
                    <a:pt x="135540" y="4487"/>
                  </a:lnTo>
                  <a:cubicBezTo>
                    <a:pt x="135540" y="1981"/>
                    <a:pt x="133460" y="1"/>
                    <a:pt x="130954" y="1"/>
                  </a:cubicBezTo>
                  <a:close/>
                </a:path>
              </a:pathLst>
            </a:custGeom>
            <a:solidFill>
              <a:schemeClr val="accent1"/>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9" name="Google Shape;1159;p67"/>
            <p:cNvSpPr/>
            <p:nvPr/>
          </p:nvSpPr>
          <p:spPr>
            <a:xfrm>
              <a:off x="1298102" y="1823017"/>
              <a:ext cx="2572817" cy="1857187"/>
            </a:xfrm>
            <a:custGeom>
              <a:rect b="b" l="l" r="r" t="t"/>
              <a:pathLst>
                <a:path extrusionOk="0" h="98147" w="135966">
                  <a:moveTo>
                    <a:pt x="131179" y="401"/>
                  </a:moveTo>
                  <a:cubicBezTo>
                    <a:pt x="132432" y="401"/>
                    <a:pt x="133460" y="827"/>
                    <a:pt x="134312" y="1654"/>
                  </a:cubicBezTo>
                  <a:cubicBezTo>
                    <a:pt x="135039" y="2406"/>
                    <a:pt x="135565" y="3534"/>
                    <a:pt x="135565" y="4687"/>
                  </a:cubicBezTo>
                  <a:lnTo>
                    <a:pt x="135565" y="93359"/>
                  </a:lnTo>
                  <a:cubicBezTo>
                    <a:pt x="135565" y="94612"/>
                    <a:pt x="135039" y="95640"/>
                    <a:pt x="134312" y="96492"/>
                  </a:cubicBezTo>
                  <a:cubicBezTo>
                    <a:pt x="133460" y="97219"/>
                    <a:pt x="132432" y="97745"/>
                    <a:pt x="131179" y="97745"/>
                  </a:cubicBezTo>
                  <a:lnTo>
                    <a:pt x="4812" y="97745"/>
                  </a:lnTo>
                  <a:cubicBezTo>
                    <a:pt x="3559" y="97745"/>
                    <a:pt x="2507" y="97219"/>
                    <a:pt x="1680" y="96492"/>
                  </a:cubicBezTo>
                  <a:cubicBezTo>
                    <a:pt x="953" y="95640"/>
                    <a:pt x="426" y="94612"/>
                    <a:pt x="426" y="93359"/>
                  </a:cubicBezTo>
                  <a:lnTo>
                    <a:pt x="426" y="4687"/>
                  </a:lnTo>
                  <a:cubicBezTo>
                    <a:pt x="426" y="3534"/>
                    <a:pt x="953" y="2406"/>
                    <a:pt x="1680" y="1654"/>
                  </a:cubicBezTo>
                  <a:cubicBezTo>
                    <a:pt x="2507" y="827"/>
                    <a:pt x="3559" y="401"/>
                    <a:pt x="4812" y="401"/>
                  </a:cubicBezTo>
                  <a:close/>
                  <a:moveTo>
                    <a:pt x="4812" y="0"/>
                  </a:moveTo>
                  <a:cubicBezTo>
                    <a:pt x="2206" y="0"/>
                    <a:pt x="0" y="2081"/>
                    <a:pt x="0" y="4687"/>
                  </a:cubicBezTo>
                  <a:lnTo>
                    <a:pt x="0" y="93359"/>
                  </a:lnTo>
                  <a:cubicBezTo>
                    <a:pt x="0" y="95966"/>
                    <a:pt x="2206" y="98146"/>
                    <a:pt x="4812" y="98146"/>
                  </a:cubicBezTo>
                  <a:lnTo>
                    <a:pt x="131179" y="98146"/>
                  </a:lnTo>
                  <a:cubicBezTo>
                    <a:pt x="133785" y="98146"/>
                    <a:pt x="135966" y="95966"/>
                    <a:pt x="135966" y="93359"/>
                  </a:cubicBezTo>
                  <a:lnTo>
                    <a:pt x="135966" y="4687"/>
                  </a:lnTo>
                  <a:cubicBezTo>
                    <a:pt x="135966" y="2081"/>
                    <a:pt x="133785" y="0"/>
                    <a:pt x="131179"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0" name="Google Shape;1160;p67"/>
            <p:cNvSpPr/>
            <p:nvPr/>
          </p:nvSpPr>
          <p:spPr>
            <a:xfrm>
              <a:off x="1302359" y="1826802"/>
              <a:ext cx="2564775" cy="1575014"/>
            </a:xfrm>
            <a:custGeom>
              <a:rect b="b" l="l" r="r" t="t"/>
              <a:pathLst>
                <a:path extrusionOk="0" h="83235" w="135541">
                  <a:moveTo>
                    <a:pt x="4587" y="1"/>
                  </a:moveTo>
                  <a:cubicBezTo>
                    <a:pt x="2081" y="1"/>
                    <a:pt x="1" y="1981"/>
                    <a:pt x="1" y="4487"/>
                  </a:cubicBezTo>
                  <a:lnTo>
                    <a:pt x="1" y="83234"/>
                  </a:lnTo>
                  <a:lnTo>
                    <a:pt x="135540" y="83234"/>
                  </a:lnTo>
                  <a:lnTo>
                    <a:pt x="135540" y="4487"/>
                  </a:lnTo>
                  <a:cubicBezTo>
                    <a:pt x="135540" y="1981"/>
                    <a:pt x="133460" y="1"/>
                    <a:pt x="13095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1" name="Google Shape;1161;p67"/>
            <p:cNvSpPr/>
            <p:nvPr/>
          </p:nvSpPr>
          <p:spPr>
            <a:xfrm>
              <a:off x="1298102" y="1823017"/>
              <a:ext cx="2572817" cy="1582583"/>
            </a:xfrm>
            <a:custGeom>
              <a:rect b="b" l="l" r="r" t="t"/>
              <a:pathLst>
                <a:path extrusionOk="0" h="83635" w="135966">
                  <a:moveTo>
                    <a:pt x="131179" y="401"/>
                  </a:moveTo>
                  <a:cubicBezTo>
                    <a:pt x="132432" y="401"/>
                    <a:pt x="133460" y="827"/>
                    <a:pt x="134312" y="1654"/>
                  </a:cubicBezTo>
                  <a:cubicBezTo>
                    <a:pt x="135039" y="2406"/>
                    <a:pt x="135565" y="3534"/>
                    <a:pt x="135565" y="4687"/>
                  </a:cubicBezTo>
                  <a:lnTo>
                    <a:pt x="135565" y="83234"/>
                  </a:lnTo>
                  <a:lnTo>
                    <a:pt x="426" y="83234"/>
                  </a:lnTo>
                  <a:lnTo>
                    <a:pt x="426" y="4687"/>
                  </a:lnTo>
                  <a:cubicBezTo>
                    <a:pt x="426" y="3534"/>
                    <a:pt x="953" y="2406"/>
                    <a:pt x="1680" y="1654"/>
                  </a:cubicBezTo>
                  <a:cubicBezTo>
                    <a:pt x="2507" y="827"/>
                    <a:pt x="3559" y="401"/>
                    <a:pt x="4812" y="401"/>
                  </a:cubicBezTo>
                  <a:close/>
                  <a:moveTo>
                    <a:pt x="4812" y="0"/>
                  </a:moveTo>
                  <a:cubicBezTo>
                    <a:pt x="2206" y="0"/>
                    <a:pt x="0" y="2081"/>
                    <a:pt x="0" y="4687"/>
                  </a:cubicBezTo>
                  <a:lnTo>
                    <a:pt x="0" y="83635"/>
                  </a:lnTo>
                  <a:lnTo>
                    <a:pt x="135966" y="83635"/>
                  </a:lnTo>
                  <a:lnTo>
                    <a:pt x="135966" y="4687"/>
                  </a:lnTo>
                  <a:cubicBezTo>
                    <a:pt x="135966" y="2081"/>
                    <a:pt x="133785" y="0"/>
                    <a:pt x="131179"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2" name="Google Shape;1162;p67"/>
            <p:cNvSpPr/>
            <p:nvPr/>
          </p:nvSpPr>
          <p:spPr>
            <a:xfrm>
              <a:off x="1402909" y="1925440"/>
              <a:ext cx="2363212" cy="1365864"/>
            </a:xfrm>
            <a:custGeom>
              <a:rect b="b" l="l" r="r" t="t"/>
              <a:pathLst>
                <a:path extrusionOk="0" h="72182" w="124889">
                  <a:moveTo>
                    <a:pt x="0" y="1"/>
                  </a:moveTo>
                  <a:lnTo>
                    <a:pt x="0" y="72182"/>
                  </a:lnTo>
                  <a:lnTo>
                    <a:pt x="124888" y="72182"/>
                  </a:lnTo>
                  <a:lnTo>
                    <a:pt x="124888"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3" name="Google Shape;1163;p67"/>
            <p:cNvSpPr/>
            <p:nvPr/>
          </p:nvSpPr>
          <p:spPr>
            <a:xfrm>
              <a:off x="1399106" y="1921656"/>
              <a:ext cx="2371273" cy="1373452"/>
            </a:xfrm>
            <a:custGeom>
              <a:rect b="b" l="l" r="r" t="t"/>
              <a:pathLst>
                <a:path extrusionOk="0" h="72583" w="125315">
                  <a:moveTo>
                    <a:pt x="124889" y="426"/>
                  </a:moveTo>
                  <a:lnTo>
                    <a:pt x="124889" y="72156"/>
                  </a:lnTo>
                  <a:lnTo>
                    <a:pt x="402" y="72156"/>
                  </a:lnTo>
                  <a:lnTo>
                    <a:pt x="402" y="426"/>
                  </a:lnTo>
                  <a:close/>
                  <a:moveTo>
                    <a:pt x="1" y="0"/>
                  </a:moveTo>
                  <a:lnTo>
                    <a:pt x="1" y="72582"/>
                  </a:lnTo>
                  <a:lnTo>
                    <a:pt x="125315" y="72582"/>
                  </a:lnTo>
                  <a:lnTo>
                    <a:pt x="125315" y="0"/>
                  </a:ln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4" name="Google Shape;1164;p67"/>
            <p:cNvSpPr/>
            <p:nvPr/>
          </p:nvSpPr>
          <p:spPr>
            <a:xfrm>
              <a:off x="2529202" y="3482825"/>
              <a:ext cx="110507" cy="108615"/>
            </a:xfrm>
            <a:custGeom>
              <a:rect b="b" l="l" r="r" t="t"/>
              <a:pathLst>
                <a:path extrusionOk="0" h="5740" w="5840">
                  <a:moveTo>
                    <a:pt x="2933" y="0"/>
                  </a:moveTo>
                  <a:cubicBezTo>
                    <a:pt x="1354" y="0"/>
                    <a:pt x="0" y="1253"/>
                    <a:pt x="0" y="2907"/>
                  </a:cubicBezTo>
                  <a:cubicBezTo>
                    <a:pt x="0" y="4486"/>
                    <a:pt x="1354" y="5739"/>
                    <a:pt x="2933" y="5739"/>
                  </a:cubicBezTo>
                  <a:cubicBezTo>
                    <a:pt x="4487" y="5739"/>
                    <a:pt x="5840" y="4486"/>
                    <a:pt x="5840" y="2907"/>
                  </a:cubicBezTo>
                  <a:cubicBezTo>
                    <a:pt x="5840" y="1253"/>
                    <a:pt x="4487" y="0"/>
                    <a:pt x="2933" y="0"/>
                  </a:cubicBezTo>
                  <a:close/>
                </a:path>
              </a:pathLst>
            </a:custGeom>
            <a:solidFill>
              <a:schemeClr val="accent3"/>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5" name="Google Shape;1165;p67"/>
            <p:cNvSpPr/>
            <p:nvPr/>
          </p:nvSpPr>
          <p:spPr>
            <a:xfrm>
              <a:off x="3092575" y="2260259"/>
              <a:ext cx="1057124" cy="141219"/>
            </a:xfrm>
            <a:custGeom>
              <a:rect b="b" l="l" r="r" t="t"/>
              <a:pathLst>
                <a:path extrusionOk="0" h="7463" w="55866">
                  <a:moveTo>
                    <a:pt x="16082" y="0"/>
                  </a:moveTo>
                  <a:cubicBezTo>
                    <a:pt x="15991" y="0"/>
                    <a:pt x="15916" y="25"/>
                    <a:pt x="15866" y="75"/>
                  </a:cubicBezTo>
                  <a:lnTo>
                    <a:pt x="8247" y="6542"/>
                  </a:lnTo>
                  <a:lnTo>
                    <a:pt x="728" y="75"/>
                  </a:lnTo>
                  <a:cubicBezTo>
                    <a:pt x="634" y="34"/>
                    <a:pt x="528" y="10"/>
                    <a:pt x="428" y="10"/>
                  </a:cubicBezTo>
                  <a:cubicBezTo>
                    <a:pt x="287" y="10"/>
                    <a:pt x="160" y="58"/>
                    <a:pt x="101" y="176"/>
                  </a:cubicBezTo>
                  <a:cubicBezTo>
                    <a:pt x="1" y="276"/>
                    <a:pt x="1" y="602"/>
                    <a:pt x="101" y="702"/>
                  </a:cubicBezTo>
                  <a:lnTo>
                    <a:pt x="8021" y="7369"/>
                  </a:lnTo>
                  <a:cubicBezTo>
                    <a:pt x="8084" y="7431"/>
                    <a:pt x="8165" y="7463"/>
                    <a:pt x="8256" y="7463"/>
                  </a:cubicBezTo>
                  <a:cubicBezTo>
                    <a:pt x="8347" y="7463"/>
                    <a:pt x="8447" y="7431"/>
                    <a:pt x="8547" y="7369"/>
                  </a:cubicBezTo>
                  <a:lnTo>
                    <a:pt x="16066" y="1003"/>
                  </a:lnTo>
                  <a:lnTo>
                    <a:pt x="23685" y="7369"/>
                  </a:lnTo>
                  <a:cubicBezTo>
                    <a:pt x="23748" y="7431"/>
                    <a:pt x="23854" y="7463"/>
                    <a:pt x="23958" y="7463"/>
                  </a:cubicBezTo>
                  <a:cubicBezTo>
                    <a:pt x="24061" y="7463"/>
                    <a:pt x="24161" y="7431"/>
                    <a:pt x="24212" y="7369"/>
                  </a:cubicBezTo>
                  <a:lnTo>
                    <a:pt x="31831" y="1003"/>
                  </a:lnTo>
                  <a:lnTo>
                    <a:pt x="39349" y="7369"/>
                  </a:lnTo>
                  <a:cubicBezTo>
                    <a:pt x="39462" y="7431"/>
                    <a:pt x="39569" y="7463"/>
                    <a:pt x="39672" y="7463"/>
                  </a:cubicBezTo>
                  <a:cubicBezTo>
                    <a:pt x="39776" y="7463"/>
                    <a:pt x="39876" y="7431"/>
                    <a:pt x="39976" y="7369"/>
                  </a:cubicBezTo>
                  <a:lnTo>
                    <a:pt x="47495" y="1003"/>
                  </a:lnTo>
                  <a:lnTo>
                    <a:pt x="55139" y="7369"/>
                  </a:lnTo>
                  <a:cubicBezTo>
                    <a:pt x="55225" y="7422"/>
                    <a:pt x="55310" y="7453"/>
                    <a:pt x="55388" y="7453"/>
                  </a:cubicBezTo>
                  <a:cubicBezTo>
                    <a:pt x="55493" y="7453"/>
                    <a:pt x="55583" y="7398"/>
                    <a:pt x="55640" y="7268"/>
                  </a:cubicBezTo>
                  <a:cubicBezTo>
                    <a:pt x="55866" y="7168"/>
                    <a:pt x="55866" y="6867"/>
                    <a:pt x="55640" y="6742"/>
                  </a:cubicBezTo>
                  <a:lnTo>
                    <a:pt x="47821" y="75"/>
                  </a:lnTo>
                  <a:cubicBezTo>
                    <a:pt x="47720" y="25"/>
                    <a:pt x="47614" y="0"/>
                    <a:pt x="47520" y="0"/>
                  </a:cubicBezTo>
                  <a:cubicBezTo>
                    <a:pt x="47426" y="0"/>
                    <a:pt x="47345" y="25"/>
                    <a:pt x="47294" y="75"/>
                  </a:cubicBezTo>
                  <a:lnTo>
                    <a:pt x="39675" y="6542"/>
                  </a:lnTo>
                  <a:lnTo>
                    <a:pt x="32056" y="75"/>
                  </a:lnTo>
                  <a:cubicBezTo>
                    <a:pt x="32006" y="25"/>
                    <a:pt x="31925" y="0"/>
                    <a:pt x="31831" y="0"/>
                  </a:cubicBezTo>
                  <a:cubicBezTo>
                    <a:pt x="31737" y="0"/>
                    <a:pt x="31630" y="25"/>
                    <a:pt x="31530" y="75"/>
                  </a:cubicBezTo>
                  <a:lnTo>
                    <a:pt x="24011" y="6542"/>
                  </a:lnTo>
                  <a:lnTo>
                    <a:pt x="16392" y="75"/>
                  </a:lnTo>
                  <a:cubicBezTo>
                    <a:pt x="16279" y="25"/>
                    <a:pt x="16173" y="0"/>
                    <a:pt x="1608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6" name="Google Shape;1166;p67"/>
            <p:cNvSpPr/>
            <p:nvPr/>
          </p:nvSpPr>
          <p:spPr>
            <a:xfrm>
              <a:off x="1472143" y="2129359"/>
              <a:ext cx="420685" cy="359509"/>
            </a:xfrm>
            <a:custGeom>
              <a:rect b="b" l="l" r="r" t="t"/>
              <a:pathLst>
                <a:path extrusionOk="0" h="18999" w="22232">
                  <a:moveTo>
                    <a:pt x="4913" y="1"/>
                  </a:moveTo>
                  <a:cubicBezTo>
                    <a:pt x="2181" y="1"/>
                    <a:pt x="0" y="2181"/>
                    <a:pt x="0" y="4888"/>
                  </a:cubicBezTo>
                  <a:lnTo>
                    <a:pt x="0" y="9901"/>
                  </a:lnTo>
                  <a:cubicBezTo>
                    <a:pt x="0" y="12633"/>
                    <a:pt x="2181" y="14813"/>
                    <a:pt x="4913" y="14813"/>
                  </a:cubicBezTo>
                  <a:lnTo>
                    <a:pt x="10552" y="14813"/>
                  </a:lnTo>
                  <a:cubicBezTo>
                    <a:pt x="11379" y="18272"/>
                    <a:pt x="13985" y="18898"/>
                    <a:pt x="15564" y="18999"/>
                  </a:cubicBezTo>
                  <a:cubicBezTo>
                    <a:pt x="15865" y="18999"/>
                    <a:pt x="16091" y="18572"/>
                    <a:pt x="15765" y="18372"/>
                  </a:cubicBezTo>
                  <a:cubicBezTo>
                    <a:pt x="14086" y="17019"/>
                    <a:pt x="14712" y="14813"/>
                    <a:pt x="14712" y="14813"/>
                  </a:cubicBezTo>
                  <a:lnTo>
                    <a:pt x="17344" y="14813"/>
                  </a:lnTo>
                  <a:cubicBezTo>
                    <a:pt x="20051" y="14813"/>
                    <a:pt x="22231" y="12633"/>
                    <a:pt x="22231" y="9901"/>
                  </a:cubicBezTo>
                  <a:lnTo>
                    <a:pt x="22231" y="4888"/>
                  </a:lnTo>
                  <a:cubicBezTo>
                    <a:pt x="22231" y="2181"/>
                    <a:pt x="20051" y="1"/>
                    <a:pt x="17344" y="1"/>
                  </a:cubicBezTo>
                  <a:close/>
                </a:path>
              </a:pathLst>
            </a:custGeom>
            <a:solidFill>
              <a:schemeClr val="accent1"/>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7" name="Google Shape;1167;p67"/>
            <p:cNvSpPr/>
            <p:nvPr/>
          </p:nvSpPr>
          <p:spPr>
            <a:xfrm>
              <a:off x="1754776" y="2239861"/>
              <a:ext cx="53134" cy="53134"/>
            </a:xfrm>
            <a:custGeom>
              <a:rect b="b" l="l" r="r" t="t"/>
              <a:pathLst>
                <a:path extrusionOk="0" h="2808" w="2808">
                  <a:moveTo>
                    <a:pt x="1354" y="1"/>
                  </a:moveTo>
                  <a:cubicBezTo>
                    <a:pt x="627" y="1"/>
                    <a:pt x="1" y="627"/>
                    <a:pt x="1" y="1354"/>
                  </a:cubicBezTo>
                  <a:cubicBezTo>
                    <a:pt x="1" y="2181"/>
                    <a:pt x="627" y="2808"/>
                    <a:pt x="1354" y="2808"/>
                  </a:cubicBezTo>
                  <a:cubicBezTo>
                    <a:pt x="2181" y="2808"/>
                    <a:pt x="2808" y="2181"/>
                    <a:pt x="2808" y="1354"/>
                  </a:cubicBezTo>
                  <a:cubicBezTo>
                    <a:pt x="2808" y="627"/>
                    <a:pt x="2181" y="1"/>
                    <a:pt x="135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8" name="Google Shape;1168;p67"/>
            <p:cNvSpPr/>
            <p:nvPr/>
          </p:nvSpPr>
          <p:spPr>
            <a:xfrm>
              <a:off x="1655664" y="2239861"/>
              <a:ext cx="53607" cy="53134"/>
            </a:xfrm>
            <a:custGeom>
              <a:rect b="b" l="l" r="r" t="t"/>
              <a:pathLst>
                <a:path extrusionOk="0" h="2808" w="2833">
                  <a:moveTo>
                    <a:pt x="1479" y="1"/>
                  </a:moveTo>
                  <a:cubicBezTo>
                    <a:pt x="627" y="1"/>
                    <a:pt x="1" y="627"/>
                    <a:pt x="1" y="1354"/>
                  </a:cubicBezTo>
                  <a:cubicBezTo>
                    <a:pt x="1" y="2181"/>
                    <a:pt x="627" y="2808"/>
                    <a:pt x="1479" y="2808"/>
                  </a:cubicBezTo>
                  <a:cubicBezTo>
                    <a:pt x="2206" y="2808"/>
                    <a:pt x="2833" y="2181"/>
                    <a:pt x="2833" y="1354"/>
                  </a:cubicBezTo>
                  <a:cubicBezTo>
                    <a:pt x="2833" y="627"/>
                    <a:pt x="2206" y="1"/>
                    <a:pt x="147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9" name="Google Shape;1169;p67"/>
            <p:cNvSpPr/>
            <p:nvPr/>
          </p:nvSpPr>
          <p:spPr>
            <a:xfrm>
              <a:off x="1557026" y="2239861"/>
              <a:ext cx="53607" cy="53134"/>
            </a:xfrm>
            <a:custGeom>
              <a:rect b="b" l="l" r="r" t="t"/>
              <a:pathLst>
                <a:path extrusionOk="0" h="2808" w="2833">
                  <a:moveTo>
                    <a:pt x="1454" y="1"/>
                  </a:moveTo>
                  <a:cubicBezTo>
                    <a:pt x="627" y="1"/>
                    <a:pt x="1" y="627"/>
                    <a:pt x="1" y="1354"/>
                  </a:cubicBezTo>
                  <a:cubicBezTo>
                    <a:pt x="1" y="2181"/>
                    <a:pt x="627" y="2808"/>
                    <a:pt x="1454" y="2808"/>
                  </a:cubicBezTo>
                  <a:cubicBezTo>
                    <a:pt x="2206" y="2808"/>
                    <a:pt x="2833" y="2181"/>
                    <a:pt x="2833" y="1354"/>
                  </a:cubicBezTo>
                  <a:cubicBezTo>
                    <a:pt x="2833" y="627"/>
                    <a:pt x="2206" y="1"/>
                    <a:pt x="145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0" name="Google Shape;1170;p67"/>
            <p:cNvSpPr/>
            <p:nvPr/>
          </p:nvSpPr>
          <p:spPr>
            <a:xfrm>
              <a:off x="1995687" y="1569770"/>
              <a:ext cx="1177585" cy="1549393"/>
            </a:xfrm>
            <a:custGeom>
              <a:rect b="b" l="l" r="r" t="t"/>
              <a:pathLst>
                <a:path extrusionOk="0" h="81881" w="62232">
                  <a:moveTo>
                    <a:pt x="1" y="1"/>
                  </a:moveTo>
                  <a:lnTo>
                    <a:pt x="1" y="81881"/>
                  </a:lnTo>
                  <a:lnTo>
                    <a:pt x="53585" y="81881"/>
                  </a:lnTo>
                  <a:lnTo>
                    <a:pt x="62232" y="73209"/>
                  </a:lnTo>
                  <a:lnTo>
                    <a:pt x="6223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1" name="Google Shape;1171;p67"/>
            <p:cNvSpPr/>
            <p:nvPr/>
          </p:nvSpPr>
          <p:spPr>
            <a:xfrm>
              <a:off x="1991902" y="1565986"/>
              <a:ext cx="1185646" cy="1556981"/>
            </a:xfrm>
            <a:custGeom>
              <a:rect b="b" l="l" r="r" t="t"/>
              <a:pathLst>
                <a:path extrusionOk="0" h="82282" w="62658">
                  <a:moveTo>
                    <a:pt x="62231" y="426"/>
                  </a:moveTo>
                  <a:lnTo>
                    <a:pt x="62231" y="73309"/>
                  </a:lnTo>
                  <a:lnTo>
                    <a:pt x="53660" y="81880"/>
                  </a:lnTo>
                  <a:lnTo>
                    <a:pt x="401" y="81880"/>
                  </a:lnTo>
                  <a:lnTo>
                    <a:pt x="401" y="426"/>
                  </a:lnTo>
                  <a:close/>
                  <a:moveTo>
                    <a:pt x="100" y="0"/>
                  </a:moveTo>
                  <a:cubicBezTo>
                    <a:pt x="0" y="101"/>
                    <a:pt x="0" y="101"/>
                    <a:pt x="0" y="201"/>
                  </a:cubicBezTo>
                  <a:lnTo>
                    <a:pt x="0" y="82081"/>
                  </a:lnTo>
                  <a:cubicBezTo>
                    <a:pt x="0" y="82081"/>
                    <a:pt x="0" y="82181"/>
                    <a:pt x="100" y="82181"/>
                  </a:cubicBezTo>
                  <a:lnTo>
                    <a:pt x="201" y="82281"/>
                  </a:lnTo>
                  <a:lnTo>
                    <a:pt x="53785" y="82281"/>
                  </a:lnTo>
                  <a:lnTo>
                    <a:pt x="53885" y="82181"/>
                  </a:lnTo>
                  <a:lnTo>
                    <a:pt x="62557" y="73509"/>
                  </a:lnTo>
                  <a:cubicBezTo>
                    <a:pt x="62657" y="73509"/>
                    <a:pt x="62657" y="73409"/>
                    <a:pt x="62657" y="73409"/>
                  </a:cubicBezTo>
                  <a:lnTo>
                    <a:pt x="62657" y="201"/>
                  </a:lnTo>
                  <a:cubicBezTo>
                    <a:pt x="62657" y="101"/>
                    <a:pt x="62657" y="101"/>
                    <a:pt x="62557"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2" name="Google Shape;1172;p67"/>
            <p:cNvSpPr/>
            <p:nvPr/>
          </p:nvSpPr>
          <p:spPr>
            <a:xfrm>
              <a:off x="2043104" y="1615295"/>
              <a:ext cx="1082745" cy="1456446"/>
            </a:xfrm>
            <a:custGeom>
              <a:rect b="b" l="l" r="r" t="t"/>
              <a:pathLst>
                <a:path extrusionOk="0" h="76969" w="57220">
                  <a:moveTo>
                    <a:pt x="201" y="1"/>
                  </a:moveTo>
                  <a:lnTo>
                    <a:pt x="101" y="101"/>
                  </a:lnTo>
                  <a:cubicBezTo>
                    <a:pt x="1" y="101"/>
                    <a:pt x="1" y="226"/>
                    <a:pt x="1" y="226"/>
                  </a:cubicBezTo>
                  <a:lnTo>
                    <a:pt x="1" y="76768"/>
                  </a:lnTo>
                  <a:cubicBezTo>
                    <a:pt x="1" y="76768"/>
                    <a:pt x="1" y="76868"/>
                    <a:pt x="101" y="76868"/>
                  </a:cubicBezTo>
                  <a:cubicBezTo>
                    <a:pt x="101" y="76969"/>
                    <a:pt x="201" y="76969"/>
                    <a:pt x="201" y="76969"/>
                  </a:cubicBezTo>
                  <a:lnTo>
                    <a:pt x="51480" y="76969"/>
                  </a:lnTo>
                  <a:cubicBezTo>
                    <a:pt x="51705" y="76969"/>
                    <a:pt x="51705" y="76868"/>
                    <a:pt x="51705" y="76768"/>
                  </a:cubicBezTo>
                  <a:cubicBezTo>
                    <a:pt x="51705" y="76668"/>
                    <a:pt x="51705" y="76543"/>
                    <a:pt x="51480" y="76543"/>
                  </a:cubicBezTo>
                  <a:lnTo>
                    <a:pt x="427" y="76543"/>
                  </a:lnTo>
                  <a:lnTo>
                    <a:pt x="427" y="427"/>
                  </a:lnTo>
                  <a:lnTo>
                    <a:pt x="56818" y="427"/>
                  </a:lnTo>
                  <a:lnTo>
                    <a:pt x="56818" y="71029"/>
                  </a:lnTo>
                  <a:cubicBezTo>
                    <a:pt x="56818" y="71129"/>
                    <a:pt x="56919" y="71229"/>
                    <a:pt x="57019" y="71229"/>
                  </a:cubicBezTo>
                  <a:cubicBezTo>
                    <a:pt x="57119" y="71229"/>
                    <a:pt x="57219" y="71129"/>
                    <a:pt x="57219" y="71029"/>
                  </a:cubicBezTo>
                  <a:lnTo>
                    <a:pt x="57219" y="226"/>
                  </a:lnTo>
                  <a:cubicBezTo>
                    <a:pt x="57219" y="226"/>
                    <a:pt x="57219" y="101"/>
                    <a:pt x="57119" y="101"/>
                  </a:cubicBezTo>
                  <a:lnTo>
                    <a:pt x="57019" y="1"/>
                  </a:ln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3" name="Google Shape;1173;p67"/>
            <p:cNvSpPr/>
            <p:nvPr/>
          </p:nvSpPr>
          <p:spPr>
            <a:xfrm>
              <a:off x="3009585" y="2955005"/>
              <a:ext cx="163642" cy="164096"/>
            </a:xfrm>
            <a:custGeom>
              <a:rect b="b" l="l" r="r" t="t"/>
              <a:pathLst>
                <a:path extrusionOk="0" h="8672" w="8648">
                  <a:moveTo>
                    <a:pt x="1" y="0"/>
                  </a:moveTo>
                  <a:lnTo>
                    <a:pt x="1" y="8672"/>
                  </a:lnTo>
                  <a:lnTo>
                    <a:pt x="8648" y="0"/>
                  </a:lnTo>
                  <a:close/>
                </a:path>
              </a:pathLst>
            </a:custGeom>
            <a:solidFill>
              <a:srgbClr val="2A49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4" name="Google Shape;1174;p67"/>
            <p:cNvSpPr/>
            <p:nvPr/>
          </p:nvSpPr>
          <p:spPr>
            <a:xfrm>
              <a:off x="3005327" y="2951202"/>
              <a:ext cx="172176" cy="171230"/>
            </a:xfrm>
            <a:custGeom>
              <a:rect b="b" l="l" r="r" t="t"/>
              <a:pathLst>
                <a:path extrusionOk="0" h="9049" w="9099">
                  <a:moveTo>
                    <a:pt x="8371" y="427"/>
                  </a:moveTo>
                  <a:lnTo>
                    <a:pt x="426" y="8253"/>
                  </a:lnTo>
                  <a:lnTo>
                    <a:pt x="426" y="8253"/>
                  </a:lnTo>
                  <a:lnTo>
                    <a:pt x="426" y="427"/>
                  </a:lnTo>
                  <a:close/>
                  <a:moveTo>
                    <a:pt x="0" y="1"/>
                  </a:moveTo>
                  <a:lnTo>
                    <a:pt x="0" y="201"/>
                  </a:lnTo>
                  <a:lnTo>
                    <a:pt x="0" y="8873"/>
                  </a:lnTo>
                  <a:cubicBezTo>
                    <a:pt x="0" y="8873"/>
                    <a:pt x="0" y="8973"/>
                    <a:pt x="101" y="8973"/>
                  </a:cubicBezTo>
                  <a:cubicBezTo>
                    <a:pt x="163" y="9023"/>
                    <a:pt x="220" y="9048"/>
                    <a:pt x="260" y="9048"/>
                  </a:cubicBezTo>
                  <a:cubicBezTo>
                    <a:pt x="301" y="9048"/>
                    <a:pt x="326" y="9023"/>
                    <a:pt x="326" y="8973"/>
                  </a:cubicBezTo>
                  <a:lnTo>
                    <a:pt x="8998" y="301"/>
                  </a:lnTo>
                  <a:cubicBezTo>
                    <a:pt x="9098" y="301"/>
                    <a:pt x="9098" y="201"/>
                    <a:pt x="9098" y="101"/>
                  </a:cubicBezTo>
                  <a:cubicBezTo>
                    <a:pt x="8998" y="1"/>
                    <a:pt x="8998" y="1"/>
                    <a:pt x="8873" y="1"/>
                  </a:cubicBezTo>
                  <a:close/>
                </a:path>
              </a:pathLst>
            </a:custGeom>
            <a:solidFill>
              <a:srgbClr val="2A49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5" name="Google Shape;1175;p67"/>
            <p:cNvSpPr/>
            <p:nvPr/>
          </p:nvSpPr>
          <p:spPr>
            <a:xfrm>
              <a:off x="3009585" y="2955005"/>
              <a:ext cx="163642" cy="164096"/>
            </a:xfrm>
            <a:custGeom>
              <a:rect b="b" l="l" r="r" t="t"/>
              <a:pathLst>
                <a:path extrusionOk="0" h="8672" w="8648">
                  <a:moveTo>
                    <a:pt x="1" y="0"/>
                  </a:moveTo>
                  <a:lnTo>
                    <a:pt x="1" y="8672"/>
                  </a:lnTo>
                  <a:lnTo>
                    <a:pt x="864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6" name="Google Shape;1176;p67"/>
            <p:cNvSpPr/>
            <p:nvPr/>
          </p:nvSpPr>
          <p:spPr>
            <a:xfrm>
              <a:off x="3005327" y="2951202"/>
              <a:ext cx="172176" cy="171230"/>
            </a:xfrm>
            <a:custGeom>
              <a:rect b="b" l="l" r="r" t="t"/>
              <a:pathLst>
                <a:path extrusionOk="0" h="9049" w="9099">
                  <a:moveTo>
                    <a:pt x="8371" y="427"/>
                  </a:moveTo>
                  <a:lnTo>
                    <a:pt x="426" y="8253"/>
                  </a:lnTo>
                  <a:lnTo>
                    <a:pt x="426" y="8253"/>
                  </a:lnTo>
                  <a:lnTo>
                    <a:pt x="426" y="427"/>
                  </a:lnTo>
                  <a:close/>
                  <a:moveTo>
                    <a:pt x="0" y="1"/>
                  </a:moveTo>
                  <a:lnTo>
                    <a:pt x="0" y="201"/>
                  </a:lnTo>
                  <a:lnTo>
                    <a:pt x="0" y="8873"/>
                  </a:lnTo>
                  <a:cubicBezTo>
                    <a:pt x="0" y="8873"/>
                    <a:pt x="0" y="8973"/>
                    <a:pt x="101" y="8973"/>
                  </a:cubicBezTo>
                  <a:cubicBezTo>
                    <a:pt x="163" y="9023"/>
                    <a:pt x="220" y="9048"/>
                    <a:pt x="260" y="9048"/>
                  </a:cubicBezTo>
                  <a:cubicBezTo>
                    <a:pt x="301" y="9048"/>
                    <a:pt x="326" y="9023"/>
                    <a:pt x="326" y="8973"/>
                  </a:cubicBezTo>
                  <a:lnTo>
                    <a:pt x="8998" y="301"/>
                  </a:lnTo>
                  <a:cubicBezTo>
                    <a:pt x="9098" y="301"/>
                    <a:pt x="9098" y="201"/>
                    <a:pt x="9098" y="101"/>
                  </a:cubicBezTo>
                  <a:cubicBezTo>
                    <a:pt x="8998" y="1"/>
                    <a:pt x="8998" y="1"/>
                    <a:pt x="8873"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7" name="Google Shape;1177;p67"/>
            <p:cNvSpPr/>
            <p:nvPr/>
          </p:nvSpPr>
          <p:spPr>
            <a:xfrm>
              <a:off x="2163560" y="2208092"/>
              <a:ext cx="841824" cy="8080"/>
            </a:xfrm>
            <a:custGeom>
              <a:rect b="b" l="l" r="r" t="t"/>
              <a:pathLst>
                <a:path extrusionOk="0" h="427" w="44488">
                  <a:moveTo>
                    <a:pt x="1" y="0"/>
                  </a:moveTo>
                  <a:lnTo>
                    <a:pt x="1" y="426"/>
                  </a:lnTo>
                  <a:lnTo>
                    <a:pt x="44487" y="426"/>
                  </a:lnTo>
                  <a:lnTo>
                    <a:pt x="44487"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8" name="Google Shape;1178;p67"/>
            <p:cNvSpPr/>
            <p:nvPr/>
          </p:nvSpPr>
          <p:spPr>
            <a:xfrm>
              <a:off x="2163560" y="2281111"/>
              <a:ext cx="841824" cy="8099"/>
            </a:xfrm>
            <a:custGeom>
              <a:rect b="b" l="l" r="r" t="t"/>
              <a:pathLst>
                <a:path extrusionOk="0" h="428" w="44488">
                  <a:moveTo>
                    <a:pt x="1" y="1"/>
                  </a:moveTo>
                  <a:lnTo>
                    <a:pt x="1" y="427"/>
                  </a:lnTo>
                  <a:lnTo>
                    <a:pt x="44487" y="427"/>
                  </a:lnTo>
                  <a:lnTo>
                    <a:pt x="44487"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9" name="Google Shape;1179;p67"/>
            <p:cNvSpPr/>
            <p:nvPr/>
          </p:nvSpPr>
          <p:spPr>
            <a:xfrm>
              <a:off x="2163560" y="2133162"/>
              <a:ext cx="841824" cy="8080"/>
            </a:xfrm>
            <a:custGeom>
              <a:rect b="b" l="l" r="r" t="t"/>
              <a:pathLst>
                <a:path extrusionOk="0" h="427" w="44488">
                  <a:moveTo>
                    <a:pt x="1" y="0"/>
                  </a:moveTo>
                  <a:lnTo>
                    <a:pt x="1" y="426"/>
                  </a:lnTo>
                  <a:lnTo>
                    <a:pt x="44487" y="426"/>
                  </a:lnTo>
                  <a:lnTo>
                    <a:pt x="44487"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0" name="Google Shape;1180;p67"/>
            <p:cNvSpPr/>
            <p:nvPr/>
          </p:nvSpPr>
          <p:spPr>
            <a:xfrm>
              <a:off x="2163560" y="2354621"/>
              <a:ext cx="841824" cy="7607"/>
            </a:xfrm>
            <a:custGeom>
              <a:rect b="b" l="l" r="r" t="t"/>
              <a:pathLst>
                <a:path extrusionOk="0" h="402" w="44488">
                  <a:moveTo>
                    <a:pt x="1" y="1"/>
                  </a:moveTo>
                  <a:lnTo>
                    <a:pt x="1" y="402"/>
                  </a:lnTo>
                  <a:lnTo>
                    <a:pt x="44487" y="402"/>
                  </a:lnTo>
                  <a:lnTo>
                    <a:pt x="44487"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1" name="Google Shape;1181;p67"/>
            <p:cNvSpPr/>
            <p:nvPr/>
          </p:nvSpPr>
          <p:spPr>
            <a:xfrm>
              <a:off x="2163560" y="2429551"/>
              <a:ext cx="841824" cy="8080"/>
            </a:xfrm>
            <a:custGeom>
              <a:rect b="b" l="l" r="r" t="t"/>
              <a:pathLst>
                <a:path extrusionOk="0" h="427" w="44488">
                  <a:moveTo>
                    <a:pt x="1" y="1"/>
                  </a:moveTo>
                  <a:lnTo>
                    <a:pt x="1" y="427"/>
                  </a:lnTo>
                  <a:lnTo>
                    <a:pt x="44487" y="427"/>
                  </a:lnTo>
                  <a:lnTo>
                    <a:pt x="44487"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2" name="Google Shape;1182;p67"/>
            <p:cNvSpPr/>
            <p:nvPr/>
          </p:nvSpPr>
          <p:spPr>
            <a:xfrm>
              <a:off x="2288291" y="2502589"/>
              <a:ext cx="592823" cy="8080"/>
            </a:xfrm>
            <a:custGeom>
              <a:rect b="b" l="l" r="r" t="t"/>
              <a:pathLst>
                <a:path extrusionOk="0" h="427" w="31329">
                  <a:moveTo>
                    <a:pt x="0" y="0"/>
                  </a:moveTo>
                  <a:lnTo>
                    <a:pt x="0" y="426"/>
                  </a:lnTo>
                  <a:lnTo>
                    <a:pt x="31329" y="426"/>
                  </a:lnTo>
                  <a:lnTo>
                    <a:pt x="31329"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3" name="Google Shape;1183;p67"/>
            <p:cNvSpPr/>
            <p:nvPr/>
          </p:nvSpPr>
          <p:spPr>
            <a:xfrm>
              <a:off x="2163560" y="1735751"/>
              <a:ext cx="399340" cy="8080"/>
            </a:xfrm>
            <a:custGeom>
              <a:rect b="b" l="l" r="r" t="t"/>
              <a:pathLst>
                <a:path extrusionOk="0" h="427" w="21104">
                  <a:moveTo>
                    <a:pt x="1" y="1"/>
                  </a:moveTo>
                  <a:lnTo>
                    <a:pt x="1" y="427"/>
                  </a:lnTo>
                  <a:lnTo>
                    <a:pt x="21104" y="427"/>
                  </a:lnTo>
                  <a:lnTo>
                    <a:pt x="21104"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4" name="Google Shape;1184;p67"/>
            <p:cNvSpPr/>
            <p:nvPr/>
          </p:nvSpPr>
          <p:spPr>
            <a:xfrm>
              <a:off x="2163560" y="1787445"/>
              <a:ext cx="316346" cy="7607"/>
            </a:xfrm>
            <a:custGeom>
              <a:rect b="b" l="l" r="r" t="t"/>
              <a:pathLst>
                <a:path extrusionOk="0" h="402" w="16718">
                  <a:moveTo>
                    <a:pt x="1" y="1"/>
                  </a:moveTo>
                  <a:lnTo>
                    <a:pt x="1" y="402"/>
                  </a:lnTo>
                  <a:lnTo>
                    <a:pt x="16718" y="402"/>
                  </a:lnTo>
                  <a:lnTo>
                    <a:pt x="1671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5" name="Google Shape;1185;p67"/>
            <p:cNvSpPr/>
            <p:nvPr/>
          </p:nvSpPr>
          <p:spPr>
            <a:xfrm>
              <a:off x="2456164" y="2808930"/>
              <a:ext cx="147993" cy="179764"/>
            </a:xfrm>
            <a:custGeom>
              <a:rect b="b" l="l" r="r" t="t"/>
              <a:pathLst>
                <a:path extrusionOk="0" h="9500" w="7821">
                  <a:moveTo>
                    <a:pt x="3033" y="1"/>
                  </a:moveTo>
                  <a:lnTo>
                    <a:pt x="1" y="7620"/>
                  </a:lnTo>
                  <a:lnTo>
                    <a:pt x="2808" y="7520"/>
                  </a:lnTo>
                  <a:lnTo>
                    <a:pt x="4687" y="9500"/>
                  </a:lnTo>
                  <a:lnTo>
                    <a:pt x="7820" y="1881"/>
                  </a:lnTo>
                  <a:lnTo>
                    <a:pt x="3033"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6" name="Google Shape;1186;p67"/>
            <p:cNvSpPr/>
            <p:nvPr/>
          </p:nvSpPr>
          <p:spPr>
            <a:xfrm>
              <a:off x="2449996" y="2802781"/>
              <a:ext cx="160330" cy="193975"/>
            </a:xfrm>
            <a:custGeom>
              <a:rect b="b" l="l" r="r" t="t"/>
              <a:pathLst>
                <a:path extrusionOk="0" h="10251" w="8473">
                  <a:moveTo>
                    <a:pt x="3459" y="627"/>
                  </a:moveTo>
                  <a:lnTo>
                    <a:pt x="7845" y="2306"/>
                  </a:lnTo>
                  <a:lnTo>
                    <a:pt x="5009" y="9483"/>
                  </a:lnTo>
                  <a:lnTo>
                    <a:pt x="3259" y="7644"/>
                  </a:lnTo>
                  <a:lnTo>
                    <a:pt x="627" y="7744"/>
                  </a:lnTo>
                  <a:lnTo>
                    <a:pt x="3459" y="627"/>
                  </a:lnTo>
                  <a:close/>
                  <a:moveTo>
                    <a:pt x="3259" y="0"/>
                  </a:moveTo>
                  <a:lnTo>
                    <a:pt x="1" y="8145"/>
                  </a:lnTo>
                  <a:lnTo>
                    <a:pt x="1" y="8145"/>
                  </a:lnTo>
                  <a:lnTo>
                    <a:pt x="3033" y="8045"/>
                  </a:lnTo>
                  <a:lnTo>
                    <a:pt x="5139" y="10251"/>
                  </a:lnTo>
                  <a:lnTo>
                    <a:pt x="5239" y="9925"/>
                  </a:lnTo>
                  <a:lnTo>
                    <a:pt x="8472" y="2105"/>
                  </a:lnTo>
                  <a:lnTo>
                    <a:pt x="3259" y="0"/>
                  </a:ln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7" name="Google Shape;1187;p67"/>
            <p:cNvSpPr/>
            <p:nvPr/>
          </p:nvSpPr>
          <p:spPr>
            <a:xfrm>
              <a:off x="2564774" y="2808930"/>
              <a:ext cx="148447" cy="179764"/>
            </a:xfrm>
            <a:custGeom>
              <a:rect b="b" l="l" r="r" t="t"/>
              <a:pathLst>
                <a:path extrusionOk="0" h="9500" w="7845">
                  <a:moveTo>
                    <a:pt x="4812" y="1"/>
                  </a:moveTo>
                  <a:lnTo>
                    <a:pt x="0" y="1881"/>
                  </a:lnTo>
                  <a:lnTo>
                    <a:pt x="3033" y="9500"/>
                  </a:lnTo>
                  <a:lnTo>
                    <a:pt x="5013" y="7520"/>
                  </a:lnTo>
                  <a:lnTo>
                    <a:pt x="7845" y="7620"/>
                  </a:lnTo>
                  <a:lnTo>
                    <a:pt x="7845" y="7620"/>
                  </a:lnTo>
                  <a:lnTo>
                    <a:pt x="4812"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8" name="Google Shape;1188;p67"/>
            <p:cNvSpPr/>
            <p:nvPr/>
          </p:nvSpPr>
          <p:spPr>
            <a:xfrm>
              <a:off x="2559079" y="2802781"/>
              <a:ext cx="159838" cy="193975"/>
            </a:xfrm>
            <a:custGeom>
              <a:rect b="b" l="l" r="r" t="t"/>
              <a:pathLst>
                <a:path extrusionOk="0" h="10251" w="8447">
                  <a:moveTo>
                    <a:pt x="5013" y="627"/>
                  </a:moveTo>
                  <a:lnTo>
                    <a:pt x="7820" y="7744"/>
                  </a:lnTo>
                  <a:lnTo>
                    <a:pt x="5213" y="7644"/>
                  </a:lnTo>
                  <a:lnTo>
                    <a:pt x="3421" y="9436"/>
                  </a:lnTo>
                  <a:lnTo>
                    <a:pt x="3421" y="9436"/>
                  </a:lnTo>
                  <a:lnTo>
                    <a:pt x="627" y="2306"/>
                  </a:lnTo>
                  <a:lnTo>
                    <a:pt x="5013" y="627"/>
                  </a:lnTo>
                  <a:close/>
                  <a:moveTo>
                    <a:pt x="5213" y="0"/>
                  </a:moveTo>
                  <a:lnTo>
                    <a:pt x="0" y="2105"/>
                  </a:lnTo>
                  <a:lnTo>
                    <a:pt x="3233" y="10251"/>
                  </a:lnTo>
                  <a:lnTo>
                    <a:pt x="3434" y="10025"/>
                  </a:lnTo>
                  <a:lnTo>
                    <a:pt x="5314" y="8045"/>
                  </a:lnTo>
                  <a:lnTo>
                    <a:pt x="8446" y="8145"/>
                  </a:lnTo>
                  <a:lnTo>
                    <a:pt x="5213" y="0"/>
                  </a:ln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9" name="Google Shape;1189;p67"/>
            <p:cNvSpPr/>
            <p:nvPr/>
          </p:nvSpPr>
          <p:spPr>
            <a:xfrm>
              <a:off x="2436258" y="2595532"/>
              <a:ext cx="296421" cy="300224"/>
            </a:xfrm>
            <a:custGeom>
              <a:rect b="b" l="l" r="r" t="t"/>
              <a:pathLst>
                <a:path extrusionOk="0" h="15866" w="15665">
                  <a:moveTo>
                    <a:pt x="7845" y="1"/>
                  </a:moveTo>
                  <a:lnTo>
                    <a:pt x="6491" y="527"/>
                  </a:lnTo>
                  <a:lnTo>
                    <a:pt x="5113" y="527"/>
                  </a:lnTo>
                  <a:lnTo>
                    <a:pt x="4085" y="1454"/>
                  </a:lnTo>
                  <a:lnTo>
                    <a:pt x="2732" y="1880"/>
                  </a:lnTo>
                  <a:lnTo>
                    <a:pt x="2105" y="3133"/>
                  </a:lnTo>
                  <a:lnTo>
                    <a:pt x="952" y="3961"/>
                  </a:lnTo>
                  <a:lnTo>
                    <a:pt x="727" y="5314"/>
                  </a:lnTo>
                  <a:lnTo>
                    <a:pt x="0" y="6567"/>
                  </a:lnTo>
                  <a:lnTo>
                    <a:pt x="326" y="7946"/>
                  </a:lnTo>
                  <a:lnTo>
                    <a:pt x="0" y="9299"/>
                  </a:lnTo>
                  <a:lnTo>
                    <a:pt x="727" y="10552"/>
                  </a:lnTo>
                  <a:lnTo>
                    <a:pt x="952" y="11905"/>
                  </a:lnTo>
                  <a:lnTo>
                    <a:pt x="2105" y="12833"/>
                  </a:lnTo>
                  <a:lnTo>
                    <a:pt x="2732" y="14086"/>
                  </a:lnTo>
                  <a:lnTo>
                    <a:pt x="4085" y="14512"/>
                  </a:lnTo>
                  <a:lnTo>
                    <a:pt x="5113" y="15464"/>
                  </a:lnTo>
                  <a:lnTo>
                    <a:pt x="6491" y="15339"/>
                  </a:lnTo>
                  <a:lnTo>
                    <a:pt x="7845" y="15865"/>
                  </a:lnTo>
                  <a:lnTo>
                    <a:pt x="9198" y="15339"/>
                  </a:lnTo>
                  <a:lnTo>
                    <a:pt x="10551" y="15464"/>
                  </a:lnTo>
                  <a:lnTo>
                    <a:pt x="11604" y="14512"/>
                  </a:lnTo>
                  <a:lnTo>
                    <a:pt x="12957" y="14086"/>
                  </a:lnTo>
                  <a:lnTo>
                    <a:pt x="13584" y="12833"/>
                  </a:lnTo>
                  <a:lnTo>
                    <a:pt x="14737" y="11905"/>
                  </a:lnTo>
                  <a:lnTo>
                    <a:pt x="14937" y="10552"/>
                  </a:lnTo>
                  <a:lnTo>
                    <a:pt x="15664" y="9299"/>
                  </a:lnTo>
                  <a:lnTo>
                    <a:pt x="15363" y="7946"/>
                  </a:lnTo>
                  <a:lnTo>
                    <a:pt x="15664" y="6567"/>
                  </a:lnTo>
                  <a:lnTo>
                    <a:pt x="14937" y="5314"/>
                  </a:lnTo>
                  <a:lnTo>
                    <a:pt x="14737" y="3961"/>
                  </a:lnTo>
                  <a:lnTo>
                    <a:pt x="13584" y="3133"/>
                  </a:lnTo>
                  <a:lnTo>
                    <a:pt x="12957" y="1880"/>
                  </a:lnTo>
                  <a:lnTo>
                    <a:pt x="11604" y="1454"/>
                  </a:lnTo>
                  <a:lnTo>
                    <a:pt x="10551" y="527"/>
                  </a:lnTo>
                  <a:lnTo>
                    <a:pt x="9198" y="527"/>
                  </a:lnTo>
                  <a:lnTo>
                    <a:pt x="7845"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0" name="Google Shape;1190;p67"/>
            <p:cNvSpPr/>
            <p:nvPr/>
          </p:nvSpPr>
          <p:spPr>
            <a:xfrm>
              <a:off x="2432455" y="2591747"/>
              <a:ext cx="304482" cy="310178"/>
            </a:xfrm>
            <a:custGeom>
              <a:rect b="b" l="l" r="r" t="t"/>
              <a:pathLst>
                <a:path extrusionOk="0" h="16392" w="16091">
                  <a:moveTo>
                    <a:pt x="8046" y="401"/>
                  </a:moveTo>
                  <a:lnTo>
                    <a:pt x="9299" y="927"/>
                  </a:lnTo>
                  <a:lnTo>
                    <a:pt x="10652" y="927"/>
                  </a:lnTo>
                  <a:lnTo>
                    <a:pt x="11705" y="1755"/>
                  </a:lnTo>
                  <a:lnTo>
                    <a:pt x="13058" y="2181"/>
                  </a:lnTo>
                  <a:lnTo>
                    <a:pt x="13685" y="3434"/>
                  </a:lnTo>
                  <a:lnTo>
                    <a:pt x="14712" y="4261"/>
                  </a:lnTo>
                  <a:lnTo>
                    <a:pt x="14938" y="5639"/>
                  </a:lnTo>
                  <a:lnTo>
                    <a:pt x="15665" y="6767"/>
                  </a:lnTo>
                  <a:lnTo>
                    <a:pt x="15339" y="8146"/>
                  </a:lnTo>
                  <a:lnTo>
                    <a:pt x="15339" y="8246"/>
                  </a:lnTo>
                  <a:lnTo>
                    <a:pt x="15665" y="9499"/>
                  </a:lnTo>
                  <a:lnTo>
                    <a:pt x="14938" y="10652"/>
                  </a:lnTo>
                  <a:lnTo>
                    <a:pt x="14712" y="12005"/>
                  </a:lnTo>
                  <a:lnTo>
                    <a:pt x="13685" y="12832"/>
                  </a:lnTo>
                  <a:lnTo>
                    <a:pt x="13058" y="14085"/>
                  </a:lnTo>
                  <a:lnTo>
                    <a:pt x="11705" y="14511"/>
                  </a:lnTo>
                  <a:lnTo>
                    <a:pt x="10652" y="15439"/>
                  </a:lnTo>
                  <a:lnTo>
                    <a:pt x="9299" y="15339"/>
                  </a:lnTo>
                  <a:lnTo>
                    <a:pt x="8046" y="15865"/>
                  </a:lnTo>
                  <a:lnTo>
                    <a:pt x="6793" y="15339"/>
                  </a:lnTo>
                  <a:lnTo>
                    <a:pt x="5439" y="15439"/>
                  </a:lnTo>
                  <a:lnTo>
                    <a:pt x="4386" y="14511"/>
                  </a:lnTo>
                  <a:lnTo>
                    <a:pt x="3033" y="14085"/>
                  </a:lnTo>
                  <a:lnTo>
                    <a:pt x="2407" y="12832"/>
                  </a:lnTo>
                  <a:lnTo>
                    <a:pt x="1354" y="12005"/>
                  </a:lnTo>
                  <a:lnTo>
                    <a:pt x="1153" y="10652"/>
                  </a:lnTo>
                  <a:lnTo>
                    <a:pt x="427" y="9499"/>
                  </a:lnTo>
                  <a:lnTo>
                    <a:pt x="727" y="8146"/>
                  </a:lnTo>
                  <a:lnTo>
                    <a:pt x="427" y="6767"/>
                  </a:lnTo>
                  <a:lnTo>
                    <a:pt x="1153" y="5639"/>
                  </a:lnTo>
                  <a:lnTo>
                    <a:pt x="1354" y="4261"/>
                  </a:lnTo>
                  <a:lnTo>
                    <a:pt x="2407" y="3434"/>
                  </a:lnTo>
                  <a:lnTo>
                    <a:pt x="3033" y="2181"/>
                  </a:lnTo>
                  <a:lnTo>
                    <a:pt x="4386" y="1755"/>
                  </a:lnTo>
                  <a:lnTo>
                    <a:pt x="5439" y="927"/>
                  </a:lnTo>
                  <a:lnTo>
                    <a:pt x="6793" y="927"/>
                  </a:lnTo>
                  <a:lnTo>
                    <a:pt x="8046" y="401"/>
                  </a:lnTo>
                  <a:close/>
                  <a:moveTo>
                    <a:pt x="8046" y="0"/>
                  </a:moveTo>
                  <a:lnTo>
                    <a:pt x="6692" y="501"/>
                  </a:lnTo>
                  <a:lnTo>
                    <a:pt x="5214" y="501"/>
                  </a:lnTo>
                  <a:lnTo>
                    <a:pt x="4186" y="1454"/>
                  </a:lnTo>
                  <a:lnTo>
                    <a:pt x="2808" y="1880"/>
                  </a:lnTo>
                  <a:lnTo>
                    <a:pt x="2081" y="3133"/>
                  </a:lnTo>
                  <a:lnTo>
                    <a:pt x="928" y="4060"/>
                  </a:lnTo>
                  <a:lnTo>
                    <a:pt x="727" y="5514"/>
                  </a:lnTo>
                  <a:lnTo>
                    <a:pt x="1" y="6767"/>
                  </a:lnTo>
                  <a:lnTo>
                    <a:pt x="301" y="8146"/>
                  </a:lnTo>
                  <a:lnTo>
                    <a:pt x="1" y="9599"/>
                  </a:lnTo>
                  <a:lnTo>
                    <a:pt x="727" y="10852"/>
                  </a:lnTo>
                  <a:lnTo>
                    <a:pt x="928" y="12206"/>
                  </a:lnTo>
                  <a:lnTo>
                    <a:pt x="2081" y="13158"/>
                  </a:lnTo>
                  <a:lnTo>
                    <a:pt x="2808" y="14411"/>
                  </a:lnTo>
                  <a:lnTo>
                    <a:pt x="4186" y="14912"/>
                  </a:lnTo>
                  <a:lnTo>
                    <a:pt x="5214" y="15865"/>
                  </a:lnTo>
                  <a:lnTo>
                    <a:pt x="6692" y="15765"/>
                  </a:lnTo>
                  <a:lnTo>
                    <a:pt x="8046" y="16391"/>
                  </a:lnTo>
                  <a:lnTo>
                    <a:pt x="9399" y="15765"/>
                  </a:lnTo>
                  <a:lnTo>
                    <a:pt x="10853" y="15865"/>
                  </a:lnTo>
                  <a:lnTo>
                    <a:pt x="11905" y="14912"/>
                  </a:lnTo>
                  <a:lnTo>
                    <a:pt x="13259" y="14411"/>
                  </a:lnTo>
                  <a:lnTo>
                    <a:pt x="13986" y="13158"/>
                  </a:lnTo>
                  <a:lnTo>
                    <a:pt x="15138" y="12206"/>
                  </a:lnTo>
                  <a:lnTo>
                    <a:pt x="15339" y="10852"/>
                  </a:lnTo>
                  <a:lnTo>
                    <a:pt x="16091" y="9599"/>
                  </a:lnTo>
                  <a:lnTo>
                    <a:pt x="15776" y="8195"/>
                  </a:lnTo>
                  <a:lnTo>
                    <a:pt x="16091" y="6767"/>
                  </a:lnTo>
                  <a:lnTo>
                    <a:pt x="15339" y="5514"/>
                  </a:lnTo>
                  <a:lnTo>
                    <a:pt x="15138" y="4060"/>
                  </a:lnTo>
                  <a:lnTo>
                    <a:pt x="13986" y="3133"/>
                  </a:lnTo>
                  <a:lnTo>
                    <a:pt x="13259" y="1880"/>
                  </a:lnTo>
                  <a:lnTo>
                    <a:pt x="11905" y="1454"/>
                  </a:lnTo>
                  <a:lnTo>
                    <a:pt x="10853" y="501"/>
                  </a:lnTo>
                  <a:lnTo>
                    <a:pt x="9399" y="501"/>
                  </a:lnTo>
                  <a:lnTo>
                    <a:pt x="8046" y="0"/>
                  </a:ln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1" name="Google Shape;1191;p67"/>
            <p:cNvSpPr/>
            <p:nvPr/>
          </p:nvSpPr>
          <p:spPr>
            <a:xfrm>
              <a:off x="2479873" y="2642949"/>
              <a:ext cx="209642" cy="207277"/>
            </a:xfrm>
            <a:custGeom>
              <a:rect b="b" l="l" r="r" t="t"/>
              <a:pathLst>
                <a:path extrusionOk="0" h="10954" w="11079">
                  <a:moveTo>
                    <a:pt x="5540" y="302"/>
                  </a:moveTo>
                  <a:cubicBezTo>
                    <a:pt x="6993" y="302"/>
                    <a:pt x="8246" y="828"/>
                    <a:pt x="9199" y="1780"/>
                  </a:cubicBezTo>
                  <a:cubicBezTo>
                    <a:pt x="10126" y="2708"/>
                    <a:pt x="10753" y="4061"/>
                    <a:pt x="10753" y="5440"/>
                  </a:cubicBezTo>
                  <a:cubicBezTo>
                    <a:pt x="10753" y="6893"/>
                    <a:pt x="10126" y="8146"/>
                    <a:pt x="9199" y="9074"/>
                  </a:cubicBezTo>
                  <a:cubicBezTo>
                    <a:pt x="8246" y="10026"/>
                    <a:pt x="6993" y="10653"/>
                    <a:pt x="5540" y="10653"/>
                  </a:cubicBezTo>
                  <a:cubicBezTo>
                    <a:pt x="4061" y="10653"/>
                    <a:pt x="2808" y="10026"/>
                    <a:pt x="1880" y="9074"/>
                  </a:cubicBezTo>
                  <a:cubicBezTo>
                    <a:pt x="928" y="8146"/>
                    <a:pt x="302" y="6893"/>
                    <a:pt x="302" y="5440"/>
                  </a:cubicBezTo>
                  <a:cubicBezTo>
                    <a:pt x="302" y="4061"/>
                    <a:pt x="928" y="2708"/>
                    <a:pt x="1880" y="1780"/>
                  </a:cubicBezTo>
                  <a:cubicBezTo>
                    <a:pt x="2808" y="828"/>
                    <a:pt x="4061" y="302"/>
                    <a:pt x="5540" y="302"/>
                  </a:cubicBezTo>
                  <a:close/>
                  <a:moveTo>
                    <a:pt x="5540" y="1"/>
                  </a:moveTo>
                  <a:cubicBezTo>
                    <a:pt x="2507" y="1"/>
                    <a:pt x="1" y="2407"/>
                    <a:pt x="1" y="5440"/>
                  </a:cubicBezTo>
                  <a:cubicBezTo>
                    <a:pt x="1" y="8447"/>
                    <a:pt x="2507" y="10953"/>
                    <a:pt x="5540" y="10953"/>
                  </a:cubicBezTo>
                  <a:cubicBezTo>
                    <a:pt x="8572" y="10953"/>
                    <a:pt x="11079" y="8447"/>
                    <a:pt x="11079" y="5440"/>
                  </a:cubicBezTo>
                  <a:cubicBezTo>
                    <a:pt x="11079" y="2407"/>
                    <a:pt x="8572" y="1"/>
                    <a:pt x="5540" y="1"/>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2" name="Google Shape;1192;p67"/>
            <p:cNvSpPr/>
            <p:nvPr/>
          </p:nvSpPr>
          <p:spPr>
            <a:xfrm>
              <a:off x="2163560" y="2870104"/>
              <a:ext cx="182129" cy="8099"/>
            </a:xfrm>
            <a:custGeom>
              <a:rect b="b" l="l" r="r" t="t"/>
              <a:pathLst>
                <a:path extrusionOk="0" h="428" w="9625">
                  <a:moveTo>
                    <a:pt x="1" y="1"/>
                  </a:moveTo>
                  <a:lnTo>
                    <a:pt x="1" y="427"/>
                  </a:lnTo>
                  <a:lnTo>
                    <a:pt x="9625" y="427"/>
                  </a:lnTo>
                  <a:lnTo>
                    <a:pt x="962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3" name="Google Shape;1193;p67"/>
            <p:cNvSpPr/>
            <p:nvPr/>
          </p:nvSpPr>
          <p:spPr>
            <a:xfrm>
              <a:off x="2827483" y="2870104"/>
              <a:ext cx="182129" cy="8099"/>
            </a:xfrm>
            <a:custGeom>
              <a:rect b="b" l="l" r="r" t="t"/>
              <a:pathLst>
                <a:path extrusionOk="0" h="428" w="9625">
                  <a:moveTo>
                    <a:pt x="1" y="1"/>
                  </a:moveTo>
                  <a:lnTo>
                    <a:pt x="1" y="427"/>
                  </a:lnTo>
                  <a:lnTo>
                    <a:pt x="9625" y="427"/>
                  </a:lnTo>
                  <a:lnTo>
                    <a:pt x="962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4" name="Google Shape;1194;p67"/>
            <p:cNvSpPr/>
            <p:nvPr/>
          </p:nvSpPr>
          <p:spPr>
            <a:xfrm>
              <a:off x="3250495" y="1182803"/>
              <a:ext cx="454348" cy="454348"/>
            </a:xfrm>
            <a:custGeom>
              <a:rect b="b" l="l" r="r" t="t"/>
              <a:pathLst>
                <a:path extrusionOk="0" h="24011" w="24011">
                  <a:moveTo>
                    <a:pt x="12006" y="1"/>
                  </a:moveTo>
                  <a:cubicBezTo>
                    <a:pt x="5314" y="1"/>
                    <a:pt x="1" y="5414"/>
                    <a:pt x="1" y="12006"/>
                  </a:cubicBezTo>
                  <a:cubicBezTo>
                    <a:pt x="1" y="18697"/>
                    <a:pt x="5314" y="24011"/>
                    <a:pt x="12006" y="24011"/>
                  </a:cubicBezTo>
                  <a:cubicBezTo>
                    <a:pt x="18597" y="24011"/>
                    <a:pt x="24011" y="18697"/>
                    <a:pt x="24011" y="12006"/>
                  </a:cubicBezTo>
                  <a:cubicBezTo>
                    <a:pt x="24011" y="5414"/>
                    <a:pt x="18597" y="1"/>
                    <a:pt x="1200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5" name="Google Shape;1195;p67"/>
            <p:cNvSpPr/>
            <p:nvPr/>
          </p:nvSpPr>
          <p:spPr>
            <a:xfrm>
              <a:off x="3246711" y="1178546"/>
              <a:ext cx="462409" cy="462409"/>
            </a:xfrm>
            <a:custGeom>
              <a:rect b="b" l="l" r="r" t="t"/>
              <a:pathLst>
                <a:path extrusionOk="0" h="24437" w="24437">
                  <a:moveTo>
                    <a:pt x="12206" y="426"/>
                  </a:moveTo>
                  <a:cubicBezTo>
                    <a:pt x="15439" y="426"/>
                    <a:pt x="18371" y="1779"/>
                    <a:pt x="20552" y="3885"/>
                  </a:cubicBezTo>
                  <a:cubicBezTo>
                    <a:pt x="22657" y="6065"/>
                    <a:pt x="24010" y="8998"/>
                    <a:pt x="24010" y="12231"/>
                  </a:cubicBezTo>
                  <a:cubicBezTo>
                    <a:pt x="24010" y="15464"/>
                    <a:pt x="22657" y="18496"/>
                    <a:pt x="20552" y="20577"/>
                  </a:cubicBezTo>
                  <a:cubicBezTo>
                    <a:pt x="18371" y="22782"/>
                    <a:pt x="15439" y="24035"/>
                    <a:pt x="12206" y="24035"/>
                  </a:cubicBezTo>
                  <a:cubicBezTo>
                    <a:pt x="8973" y="24035"/>
                    <a:pt x="5940" y="22782"/>
                    <a:pt x="3860" y="20577"/>
                  </a:cubicBezTo>
                  <a:cubicBezTo>
                    <a:pt x="1654" y="18496"/>
                    <a:pt x="401" y="15464"/>
                    <a:pt x="401" y="12231"/>
                  </a:cubicBezTo>
                  <a:cubicBezTo>
                    <a:pt x="401" y="8998"/>
                    <a:pt x="1654" y="6065"/>
                    <a:pt x="3860" y="3885"/>
                  </a:cubicBezTo>
                  <a:cubicBezTo>
                    <a:pt x="5940" y="1779"/>
                    <a:pt x="8973" y="426"/>
                    <a:pt x="12206" y="426"/>
                  </a:cubicBezTo>
                  <a:close/>
                  <a:moveTo>
                    <a:pt x="12206" y="0"/>
                  </a:moveTo>
                  <a:cubicBezTo>
                    <a:pt x="5414" y="0"/>
                    <a:pt x="0" y="5539"/>
                    <a:pt x="0" y="12231"/>
                  </a:cubicBezTo>
                  <a:cubicBezTo>
                    <a:pt x="0" y="19023"/>
                    <a:pt x="5414" y="24436"/>
                    <a:pt x="12206" y="24436"/>
                  </a:cubicBezTo>
                  <a:cubicBezTo>
                    <a:pt x="18898" y="24436"/>
                    <a:pt x="24437" y="19023"/>
                    <a:pt x="24437" y="12231"/>
                  </a:cubicBezTo>
                  <a:cubicBezTo>
                    <a:pt x="24437" y="5539"/>
                    <a:pt x="18898" y="0"/>
                    <a:pt x="12206"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6" name="Google Shape;1196;p67"/>
            <p:cNvSpPr/>
            <p:nvPr/>
          </p:nvSpPr>
          <p:spPr>
            <a:xfrm>
              <a:off x="3379011" y="1240192"/>
              <a:ext cx="106723" cy="242170"/>
            </a:xfrm>
            <a:custGeom>
              <a:rect b="b" l="l" r="r" t="t"/>
              <a:pathLst>
                <a:path extrusionOk="0" h="12798" w="5640">
                  <a:moveTo>
                    <a:pt x="5214" y="0"/>
                  </a:moveTo>
                  <a:cubicBezTo>
                    <a:pt x="5013" y="0"/>
                    <a:pt x="4788" y="201"/>
                    <a:pt x="4788" y="401"/>
                  </a:cubicBezTo>
                  <a:lnTo>
                    <a:pt x="4788" y="8772"/>
                  </a:lnTo>
                  <a:lnTo>
                    <a:pt x="201" y="12005"/>
                  </a:lnTo>
                  <a:cubicBezTo>
                    <a:pt x="1" y="12206"/>
                    <a:pt x="1" y="12406"/>
                    <a:pt x="101" y="12632"/>
                  </a:cubicBezTo>
                  <a:cubicBezTo>
                    <a:pt x="160" y="12749"/>
                    <a:pt x="296" y="12798"/>
                    <a:pt x="439" y="12798"/>
                  </a:cubicBezTo>
                  <a:cubicBezTo>
                    <a:pt x="540" y="12798"/>
                    <a:pt x="645" y="12774"/>
                    <a:pt x="728" y="12732"/>
                  </a:cubicBezTo>
                  <a:lnTo>
                    <a:pt x="5414" y="9273"/>
                  </a:lnTo>
                  <a:cubicBezTo>
                    <a:pt x="5540" y="9273"/>
                    <a:pt x="5640" y="9073"/>
                    <a:pt x="5640" y="8973"/>
                  </a:cubicBezTo>
                  <a:lnTo>
                    <a:pt x="5640" y="401"/>
                  </a:lnTo>
                  <a:cubicBezTo>
                    <a:pt x="5640" y="201"/>
                    <a:pt x="5414" y="0"/>
                    <a:pt x="521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7" name="Google Shape;1197;p67"/>
            <p:cNvSpPr/>
            <p:nvPr/>
          </p:nvSpPr>
          <p:spPr>
            <a:xfrm>
              <a:off x="2432455" y="1340723"/>
              <a:ext cx="53134" cy="138494"/>
            </a:xfrm>
            <a:custGeom>
              <a:rect b="b" l="l" r="r" t="t"/>
              <a:pathLst>
                <a:path extrusionOk="0" h="7319" w="2808">
                  <a:moveTo>
                    <a:pt x="301" y="0"/>
                  </a:moveTo>
                  <a:lnTo>
                    <a:pt x="1" y="101"/>
                  </a:lnTo>
                  <a:cubicBezTo>
                    <a:pt x="727" y="2507"/>
                    <a:pt x="1554" y="4913"/>
                    <a:pt x="2407" y="7319"/>
                  </a:cubicBezTo>
                  <a:lnTo>
                    <a:pt x="2808" y="7219"/>
                  </a:lnTo>
                  <a:cubicBezTo>
                    <a:pt x="1980" y="4813"/>
                    <a:pt x="1153" y="2407"/>
                    <a:pt x="301"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8" name="Google Shape;1198;p67"/>
            <p:cNvSpPr/>
            <p:nvPr/>
          </p:nvSpPr>
          <p:spPr>
            <a:xfrm>
              <a:off x="2683319" y="1340723"/>
              <a:ext cx="53607" cy="138494"/>
            </a:xfrm>
            <a:custGeom>
              <a:rect b="b" l="l" r="r" t="t"/>
              <a:pathLst>
                <a:path extrusionOk="0" h="7319" w="2833">
                  <a:moveTo>
                    <a:pt x="2507" y="0"/>
                  </a:moveTo>
                  <a:cubicBezTo>
                    <a:pt x="1680" y="2407"/>
                    <a:pt x="828" y="4813"/>
                    <a:pt x="1" y="7219"/>
                  </a:cubicBezTo>
                  <a:lnTo>
                    <a:pt x="427" y="7319"/>
                  </a:lnTo>
                  <a:cubicBezTo>
                    <a:pt x="1254" y="4913"/>
                    <a:pt x="2081" y="2507"/>
                    <a:pt x="2833" y="101"/>
                  </a:cubicBezTo>
                  <a:lnTo>
                    <a:pt x="2507" y="0"/>
                  </a:ln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9" name="Google Shape;1199;p67"/>
            <p:cNvSpPr/>
            <p:nvPr/>
          </p:nvSpPr>
          <p:spPr>
            <a:xfrm>
              <a:off x="2580423" y="1350676"/>
              <a:ext cx="8080" cy="118587"/>
            </a:xfrm>
            <a:custGeom>
              <a:rect b="b" l="l" r="r" t="t"/>
              <a:pathLst>
                <a:path extrusionOk="0" h="6267" w="427">
                  <a:moveTo>
                    <a:pt x="0" y="1"/>
                  </a:moveTo>
                  <a:lnTo>
                    <a:pt x="0" y="6266"/>
                  </a:lnTo>
                  <a:lnTo>
                    <a:pt x="426" y="6266"/>
                  </a:lnTo>
                  <a:lnTo>
                    <a:pt x="426" y="1"/>
                  </a:ln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0" name="Google Shape;1200;p67"/>
            <p:cNvSpPr/>
            <p:nvPr/>
          </p:nvSpPr>
          <p:spPr>
            <a:xfrm>
              <a:off x="1193295" y="2773376"/>
              <a:ext cx="551572" cy="8080"/>
            </a:xfrm>
            <a:custGeom>
              <a:rect b="b" l="l" r="r" t="t"/>
              <a:pathLst>
                <a:path extrusionOk="0" h="427" w="29149">
                  <a:moveTo>
                    <a:pt x="0" y="0"/>
                  </a:moveTo>
                  <a:lnTo>
                    <a:pt x="0" y="426"/>
                  </a:lnTo>
                  <a:lnTo>
                    <a:pt x="29148" y="426"/>
                  </a:lnTo>
                  <a:lnTo>
                    <a:pt x="29148" y="0"/>
                  </a:lnTo>
                  <a:close/>
                </a:path>
              </a:pathLst>
            </a:custGeom>
            <a:solidFill>
              <a:schemeClr val="accent2"/>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1" name="Google Shape;1201;p67"/>
            <p:cNvSpPr/>
            <p:nvPr/>
          </p:nvSpPr>
          <p:spPr>
            <a:xfrm>
              <a:off x="1612504" y="2717879"/>
              <a:ext cx="270819" cy="8080"/>
            </a:xfrm>
            <a:custGeom>
              <a:rect b="b" l="l" r="r" t="t"/>
              <a:pathLst>
                <a:path extrusionOk="0" h="427" w="14312">
                  <a:moveTo>
                    <a:pt x="1" y="1"/>
                  </a:moveTo>
                  <a:lnTo>
                    <a:pt x="1" y="427"/>
                  </a:lnTo>
                  <a:lnTo>
                    <a:pt x="14312" y="427"/>
                  </a:lnTo>
                  <a:lnTo>
                    <a:pt x="14312" y="1"/>
                  </a:lnTo>
                  <a:close/>
                </a:path>
              </a:pathLst>
            </a:custGeom>
            <a:solidFill>
              <a:schemeClr val="accent2"/>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2" name="Google Shape;1202;p67"/>
            <p:cNvSpPr/>
            <p:nvPr/>
          </p:nvSpPr>
          <p:spPr>
            <a:xfrm>
              <a:off x="3462001" y="2101393"/>
              <a:ext cx="618444" cy="8080"/>
            </a:xfrm>
            <a:custGeom>
              <a:rect b="b" l="l" r="r" t="t"/>
              <a:pathLst>
                <a:path extrusionOk="0" h="427" w="32683">
                  <a:moveTo>
                    <a:pt x="1" y="0"/>
                  </a:moveTo>
                  <a:lnTo>
                    <a:pt x="1" y="426"/>
                  </a:lnTo>
                  <a:lnTo>
                    <a:pt x="32683" y="426"/>
                  </a:lnTo>
                  <a:lnTo>
                    <a:pt x="32683" y="0"/>
                  </a:lnTo>
                  <a:close/>
                </a:path>
              </a:pathLst>
            </a:custGeom>
            <a:solidFill>
              <a:srgbClr val="BEBAC6"/>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3" name="Google Shape;1203;p67"/>
            <p:cNvSpPr/>
            <p:nvPr/>
          </p:nvSpPr>
          <p:spPr>
            <a:xfrm>
              <a:off x="3333486" y="2046369"/>
              <a:ext cx="357616" cy="7607"/>
            </a:xfrm>
            <a:custGeom>
              <a:rect b="b" l="l" r="r" t="t"/>
              <a:pathLst>
                <a:path extrusionOk="0" h="402" w="18899">
                  <a:moveTo>
                    <a:pt x="1" y="1"/>
                  </a:moveTo>
                  <a:lnTo>
                    <a:pt x="1" y="402"/>
                  </a:lnTo>
                  <a:lnTo>
                    <a:pt x="18898" y="402"/>
                  </a:lnTo>
                  <a:lnTo>
                    <a:pt x="18898" y="1"/>
                  </a:lnTo>
                  <a:close/>
                </a:path>
              </a:pathLst>
            </a:custGeom>
            <a:solidFill>
              <a:srgbClr val="BEBAC6"/>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04" name="Google Shape;1204;p67"/>
            <p:cNvGrpSpPr/>
            <p:nvPr/>
          </p:nvGrpSpPr>
          <p:grpSpPr>
            <a:xfrm flipH="1">
              <a:off x="936623" y="1445473"/>
              <a:ext cx="734772" cy="588731"/>
              <a:chOff x="10049025" y="922900"/>
              <a:chExt cx="537625" cy="430800"/>
            </a:xfrm>
          </p:grpSpPr>
          <p:sp>
            <p:nvSpPr>
              <p:cNvPr id="1205" name="Google Shape;1205;p67"/>
              <p:cNvSpPr/>
              <p:nvPr/>
            </p:nvSpPr>
            <p:spPr>
              <a:xfrm>
                <a:off x="10056525" y="930425"/>
                <a:ext cx="521975" cy="331475"/>
              </a:xfrm>
              <a:custGeom>
                <a:rect b="b" l="l" r="r" t="t"/>
                <a:pathLst>
                  <a:path extrusionOk="0" h="13259" w="20879">
                    <a:moveTo>
                      <a:pt x="14412" y="0"/>
                    </a:moveTo>
                    <a:lnTo>
                      <a:pt x="1" y="226"/>
                    </a:lnTo>
                    <a:cubicBezTo>
                      <a:pt x="1254" y="2506"/>
                      <a:pt x="2407" y="4812"/>
                      <a:pt x="3334" y="7218"/>
                    </a:cubicBezTo>
                    <a:lnTo>
                      <a:pt x="12532" y="13258"/>
                    </a:lnTo>
                    <a:lnTo>
                      <a:pt x="20878" y="12757"/>
                    </a:lnTo>
                    <a:lnTo>
                      <a:pt x="14412"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6" name="Google Shape;1206;p67"/>
              <p:cNvSpPr/>
              <p:nvPr/>
            </p:nvSpPr>
            <p:spPr>
              <a:xfrm>
                <a:off x="10049025" y="922900"/>
                <a:ext cx="537625" cy="347150"/>
              </a:xfrm>
              <a:custGeom>
                <a:rect b="b" l="l" r="r" t="t"/>
                <a:pathLst>
                  <a:path extrusionOk="0" h="13886" w="21505">
                    <a:moveTo>
                      <a:pt x="14574" y="527"/>
                    </a:moveTo>
                    <a:cubicBezTo>
                      <a:pt x="16433" y="4242"/>
                      <a:pt x="18292" y="7862"/>
                      <a:pt x="20151" y="11579"/>
                    </a:cubicBezTo>
                    <a:cubicBezTo>
                      <a:pt x="20376" y="11973"/>
                      <a:pt x="20614" y="12366"/>
                      <a:pt x="20804" y="12760"/>
                    </a:cubicBezTo>
                    <a:lnTo>
                      <a:pt x="20804" y="12760"/>
                    </a:lnTo>
                    <a:cubicBezTo>
                      <a:pt x="18222" y="12953"/>
                      <a:pt x="15639" y="13167"/>
                      <a:pt x="13033" y="13359"/>
                    </a:cubicBezTo>
                    <a:lnTo>
                      <a:pt x="12933" y="13359"/>
                    </a:lnTo>
                    <a:cubicBezTo>
                      <a:pt x="12832" y="13359"/>
                      <a:pt x="12732" y="13259"/>
                      <a:pt x="12732" y="13259"/>
                    </a:cubicBezTo>
                    <a:cubicBezTo>
                      <a:pt x="12206" y="12933"/>
                      <a:pt x="11780" y="12632"/>
                      <a:pt x="11379" y="12306"/>
                    </a:cubicBezTo>
                    <a:cubicBezTo>
                      <a:pt x="9800" y="11379"/>
                      <a:pt x="8346" y="10326"/>
                      <a:pt x="6892" y="9399"/>
                    </a:cubicBezTo>
                    <a:cubicBezTo>
                      <a:pt x="5891" y="8707"/>
                      <a:pt x="4889" y="8106"/>
                      <a:pt x="3909" y="7402"/>
                    </a:cubicBezTo>
                    <a:lnTo>
                      <a:pt x="3909" y="7402"/>
                    </a:lnTo>
                    <a:cubicBezTo>
                      <a:pt x="2933" y="5179"/>
                      <a:pt x="1872" y="2958"/>
                      <a:pt x="726" y="817"/>
                    </a:cubicBezTo>
                    <a:lnTo>
                      <a:pt x="726" y="817"/>
                    </a:lnTo>
                    <a:cubicBezTo>
                      <a:pt x="4768" y="720"/>
                      <a:pt x="8788" y="623"/>
                      <a:pt x="12832" y="527"/>
                    </a:cubicBezTo>
                    <a:close/>
                    <a:moveTo>
                      <a:pt x="14712" y="0"/>
                    </a:moveTo>
                    <a:cubicBezTo>
                      <a:pt x="10527" y="101"/>
                      <a:pt x="6366" y="201"/>
                      <a:pt x="2181" y="301"/>
                    </a:cubicBezTo>
                    <a:lnTo>
                      <a:pt x="301" y="301"/>
                    </a:lnTo>
                    <a:cubicBezTo>
                      <a:pt x="100" y="301"/>
                      <a:pt x="0" y="527"/>
                      <a:pt x="100" y="727"/>
                    </a:cubicBezTo>
                    <a:cubicBezTo>
                      <a:pt x="1343" y="2890"/>
                      <a:pt x="2364" y="5176"/>
                      <a:pt x="3408" y="7560"/>
                    </a:cubicBezTo>
                    <a:lnTo>
                      <a:pt x="3408" y="7560"/>
                    </a:lnTo>
                    <a:cubicBezTo>
                      <a:pt x="3411" y="7606"/>
                      <a:pt x="3428" y="7647"/>
                      <a:pt x="3462" y="7679"/>
                    </a:cubicBezTo>
                    <a:lnTo>
                      <a:pt x="3462" y="7679"/>
                    </a:lnTo>
                    <a:cubicBezTo>
                      <a:pt x="3505" y="7746"/>
                      <a:pt x="3576" y="7784"/>
                      <a:pt x="3651" y="7796"/>
                    </a:cubicBezTo>
                    <a:lnTo>
                      <a:pt x="3651" y="7796"/>
                    </a:lnTo>
                    <a:cubicBezTo>
                      <a:pt x="6015" y="9352"/>
                      <a:pt x="8285" y="10978"/>
                      <a:pt x="10652" y="12532"/>
                    </a:cubicBezTo>
                    <a:cubicBezTo>
                      <a:pt x="11153" y="12832"/>
                      <a:pt x="11679" y="13259"/>
                      <a:pt x="12206" y="13559"/>
                    </a:cubicBezTo>
                    <a:cubicBezTo>
                      <a:pt x="12406" y="13685"/>
                      <a:pt x="12632" y="13885"/>
                      <a:pt x="12832" y="13885"/>
                    </a:cubicBezTo>
                    <a:cubicBezTo>
                      <a:pt x="13258" y="13885"/>
                      <a:pt x="13785" y="13785"/>
                      <a:pt x="14286" y="13785"/>
                    </a:cubicBezTo>
                    <a:cubicBezTo>
                      <a:pt x="15138" y="13685"/>
                      <a:pt x="16065" y="13685"/>
                      <a:pt x="16918" y="13559"/>
                    </a:cubicBezTo>
                    <a:cubicBezTo>
                      <a:pt x="18371" y="13459"/>
                      <a:pt x="19725" y="13359"/>
                      <a:pt x="21178" y="13259"/>
                    </a:cubicBezTo>
                    <a:cubicBezTo>
                      <a:pt x="21404" y="13259"/>
                      <a:pt x="21504" y="13058"/>
                      <a:pt x="21404" y="12933"/>
                    </a:cubicBezTo>
                    <a:lnTo>
                      <a:pt x="15765" y="1654"/>
                    </a:lnTo>
                    <a:cubicBezTo>
                      <a:pt x="15439" y="1153"/>
                      <a:pt x="15138" y="627"/>
                      <a:pt x="14912" y="101"/>
                    </a:cubicBezTo>
                    <a:cubicBezTo>
                      <a:pt x="14812" y="101"/>
                      <a:pt x="14812" y="0"/>
                      <a:pt x="14712"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7" name="Google Shape;1207;p67"/>
              <p:cNvSpPr/>
              <p:nvPr/>
            </p:nvSpPr>
            <p:spPr>
              <a:xfrm>
                <a:off x="10351650" y="961750"/>
                <a:ext cx="44500" cy="75825"/>
              </a:xfrm>
              <a:custGeom>
                <a:rect b="b" l="l" r="r" t="t"/>
                <a:pathLst>
                  <a:path extrusionOk="0" h="3033" w="1780">
                    <a:moveTo>
                      <a:pt x="1780" y="0"/>
                    </a:moveTo>
                    <a:lnTo>
                      <a:pt x="1780" y="0"/>
                    </a:lnTo>
                    <a:cubicBezTo>
                      <a:pt x="1153" y="953"/>
                      <a:pt x="527" y="1980"/>
                      <a:pt x="0" y="3033"/>
                    </a:cubicBezTo>
                    <a:lnTo>
                      <a:pt x="1780" y="0"/>
                    </a:lnTo>
                    <a:close/>
                  </a:path>
                </a:pathLst>
              </a:custGeom>
              <a:solidFill>
                <a:srgbClr val="F467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8" name="Google Shape;1208;p67"/>
              <p:cNvSpPr/>
              <p:nvPr/>
            </p:nvSpPr>
            <p:spPr>
              <a:xfrm>
                <a:off x="10344450" y="955525"/>
                <a:ext cx="60000" cy="88025"/>
              </a:xfrm>
              <a:custGeom>
                <a:rect b="b" l="l" r="r" t="t"/>
                <a:pathLst>
                  <a:path extrusionOk="0" h="3521" w="2400">
                    <a:moveTo>
                      <a:pt x="2109" y="0"/>
                    </a:moveTo>
                    <a:cubicBezTo>
                      <a:pt x="2021" y="0"/>
                      <a:pt x="1921" y="44"/>
                      <a:pt x="1842" y="149"/>
                    </a:cubicBezTo>
                    <a:cubicBezTo>
                      <a:pt x="1216" y="1101"/>
                      <a:pt x="589" y="2129"/>
                      <a:pt x="88" y="3182"/>
                    </a:cubicBezTo>
                    <a:cubicBezTo>
                      <a:pt x="1" y="3321"/>
                      <a:pt x="180" y="3520"/>
                      <a:pt x="331" y="3520"/>
                    </a:cubicBezTo>
                    <a:cubicBezTo>
                      <a:pt x="397" y="3520"/>
                      <a:pt x="458" y="3482"/>
                      <a:pt x="489" y="3382"/>
                    </a:cubicBezTo>
                    <a:cubicBezTo>
                      <a:pt x="1116" y="2354"/>
                      <a:pt x="1642" y="1302"/>
                      <a:pt x="2268" y="349"/>
                    </a:cubicBezTo>
                    <a:cubicBezTo>
                      <a:pt x="2399" y="154"/>
                      <a:pt x="2274" y="0"/>
                      <a:pt x="2109"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9" name="Google Shape;1209;p67"/>
              <p:cNvSpPr/>
              <p:nvPr/>
            </p:nvSpPr>
            <p:spPr>
              <a:xfrm>
                <a:off x="10098525" y="969875"/>
                <a:ext cx="31350" cy="33875"/>
              </a:xfrm>
              <a:custGeom>
                <a:rect b="b" l="l" r="r" t="t"/>
                <a:pathLst>
                  <a:path extrusionOk="0" h="1355" w="1254">
                    <a:moveTo>
                      <a:pt x="0" y="1"/>
                    </a:moveTo>
                    <a:lnTo>
                      <a:pt x="0" y="1"/>
                    </a:lnTo>
                    <a:cubicBezTo>
                      <a:pt x="401" y="527"/>
                      <a:pt x="827" y="928"/>
                      <a:pt x="1253" y="1354"/>
                    </a:cubicBezTo>
                    <a:lnTo>
                      <a:pt x="0" y="1"/>
                    </a:lnTo>
                    <a:close/>
                  </a:path>
                </a:pathLst>
              </a:custGeom>
              <a:solidFill>
                <a:srgbClr val="F467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0" name="Google Shape;1210;p67"/>
              <p:cNvSpPr/>
              <p:nvPr/>
            </p:nvSpPr>
            <p:spPr>
              <a:xfrm>
                <a:off x="10090375" y="965025"/>
                <a:ext cx="44500" cy="45625"/>
              </a:xfrm>
              <a:custGeom>
                <a:rect b="b" l="l" r="r" t="t"/>
                <a:pathLst>
                  <a:path extrusionOk="0" h="1825" w="1780">
                    <a:moveTo>
                      <a:pt x="323" y="1"/>
                    </a:moveTo>
                    <a:cubicBezTo>
                      <a:pt x="245" y="1"/>
                      <a:pt x="163" y="32"/>
                      <a:pt x="101" y="95"/>
                    </a:cubicBezTo>
                    <a:cubicBezTo>
                      <a:pt x="0" y="195"/>
                      <a:pt x="0" y="295"/>
                      <a:pt x="101" y="396"/>
                    </a:cubicBezTo>
                    <a:cubicBezTo>
                      <a:pt x="527" y="822"/>
                      <a:pt x="953" y="1348"/>
                      <a:pt x="1354" y="1749"/>
                    </a:cubicBezTo>
                    <a:cubicBezTo>
                      <a:pt x="1416" y="1799"/>
                      <a:pt x="1498" y="1824"/>
                      <a:pt x="1576" y="1824"/>
                    </a:cubicBezTo>
                    <a:cubicBezTo>
                      <a:pt x="1654" y="1824"/>
                      <a:pt x="1730" y="1799"/>
                      <a:pt x="1780" y="1749"/>
                    </a:cubicBezTo>
                    <a:lnTo>
                      <a:pt x="1780" y="1348"/>
                    </a:lnTo>
                    <a:lnTo>
                      <a:pt x="527" y="95"/>
                    </a:lnTo>
                    <a:cubicBezTo>
                      <a:pt x="476" y="32"/>
                      <a:pt x="401" y="1"/>
                      <a:pt x="323"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1" name="Google Shape;1211;p67"/>
              <p:cNvSpPr/>
              <p:nvPr/>
            </p:nvSpPr>
            <p:spPr>
              <a:xfrm>
                <a:off x="10479475" y="1207350"/>
                <a:ext cx="57675" cy="15700"/>
              </a:xfrm>
              <a:custGeom>
                <a:rect b="b" l="l" r="r" t="t"/>
                <a:pathLst>
                  <a:path extrusionOk="0" h="628" w="2307">
                    <a:moveTo>
                      <a:pt x="0" y="1"/>
                    </a:moveTo>
                    <a:lnTo>
                      <a:pt x="2306" y="627"/>
                    </a:lnTo>
                    <a:cubicBezTo>
                      <a:pt x="1579" y="427"/>
                      <a:pt x="827" y="201"/>
                      <a:pt x="0" y="1"/>
                    </a:cubicBezTo>
                    <a:close/>
                  </a:path>
                </a:pathLst>
              </a:custGeom>
              <a:solidFill>
                <a:srgbClr val="F467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2" name="Google Shape;1212;p67"/>
              <p:cNvSpPr/>
              <p:nvPr/>
            </p:nvSpPr>
            <p:spPr>
              <a:xfrm>
                <a:off x="10474450" y="1201025"/>
                <a:ext cx="67700" cy="28075"/>
              </a:xfrm>
              <a:custGeom>
                <a:rect b="b" l="l" r="r" t="t"/>
                <a:pathLst>
                  <a:path extrusionOk="0" h="1123" w="2708">
                    <a:moveTo>
                      <a:pt x="193" y="1"/>
                    </a:moveTo>
                    <a:cubicBezTo>
                      <a:pt x="99" y="1"/>
                      <a:pt x="1" y="83"/>
                      <a:pt x="1" y="154"/>
                    </a:cubicBezTo>
                    <a:cubicBezTo>
                      <a:pt x="1" y="354"/>
                      <a:pt x="1" y="454"/>
                      <a:pt x="201" y="555"/>
                    </a:cubicBezTo>
                    <a:cubicBezTo>
                      <a:pt x="928" y="680"/>
                      <a:pt x="1655" y="880"/>
                      <a:pt x="2407" y="1081"/>
                    </a:cubicBezTo>
                    <a:cubicBezTo>
                      <a:pt x="2436" y="1110"/>
                      <a:pt x="2474" y="1122"/>
                      <a:pt x="2513" y="1122"/>
                    </a:cubicBezTo>
                    <a:cubicBezTo>
                      <a:pt x="2607" y="1122"/>
                      <a:pt x="2708" y="1052"/>
                      <a:pt x="2708" y="981"/>
                    </a:cubicBezTo>
                    <a:cubicBezTo>
                      <a:pt x="2708" y="780"/>
                      <a:pt x="2708" y="680"/>
                      <a:pt x="2507" y="555"/>
                    </a:cubicBezTo>
                    <a:cubicBezTo>
                      <a:pt x="1780" y="354"/>
                      <a:pt x="1028" y="154"/>
                      <a:pt x="302" y="53"/>
                    </a:cubicBezTo>
                    <a:cubicBezTo>
                      <a:pt x="272" y="16"/>
                      <a:pt x="233" y="1"/>
                      <a:pt x="193"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3" name="Google Shape;1213;p67"/>
              <p:cNvSpPr/>
              <p:nvPr/>
            </p:nvSpPr>
            <p:spPr>
              <a:xfrm>
                <a:off x="10074700" y="1008725"/>
                <a:ext cx="384125" cy="339625"/>
              </a:xfrm>
              <a:custGeom>
                <a:rect b="b" l="l" r="r" t="t"/>
                <a:pathLst>
                  <a:path extrusionOk="0" h="13585" w="15365">
                    <a:moveTo>
                      <a:pt x="3359" y="1"/>
                    </a:moveTo>
                    <a:cubicBezTo>
                      <a:pt x="1981" y="2206"/>
                      <a:pt x="853" y="4487"/>
                      <a:pt x="1" y="6793"/>
                    </a:cubicBezTo>
                    <a:cubicBezTo>
                      <a:pt x="1" y="6793"/>
                      <a:pt x="1154" y="8998"/>
                      <a:pt x="4286" y="11079"/>
                    </a:cubicBezTo>
                    <a:cubicBezTo>
                      <a:pt x="7319" y="13159"/>
                      <a:pt x="10026" y="13585"/>
                      <a:pt x="10026" y="13585"/>
                    </a:cubicBezTo>
                    <a:cubicBezTo>
                      <a:pt x="12006" y="11906"/>
                      <a:pt x="14111" y="9725"/>
                      <a:pt x="15364" y="7520"/>
                    </a:cubicBezTo>
                    <a:cubicBezTo>
                      <a:pt x="15364" y="7520"/>
                      <a:pt x="13585" y="3986"/>
                      <a:pt x="10251" y="1981"/>
                    </a:cubicBezTo>
                    <a:cubicBezTo>
                      <a:pt x="6893" y="101"/>
                      <a:pt x="3359" y="1"/>
                      <a:pt x="335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4" name="Google Shape;1214;p67"/>
              <p:cNvSpPr/>
              <p:nvPr/>
            </p:nvSpPr>
            <p:spPr>
              <a:xfrm>
                <a:off x="10067175" y="1002600"/>
                <a:ext cx="399150" cy="351100"/>
              </a:xfrm>
              <a:custGeom>
                <a:rect b="b" l="l" r="r" t="t"/>
                <a:pathLst>
                  <a:path extrusionOk="0" h="14044" w="15966">
                    <a:moveTo>
                      <a:pt x="3795" y="575"/>
                    </a:moveTo>
                    <a:cubicBezTo>
                      <a:pt x="8594" y="722"/>
                      <a:pt x="13202" y="3473"/>
                      <a:pt x="15385" y="7757"/>
                    </a:cubicBezTo>
                    <a:lnTo>
                      <a:pt x="15385" y="7757"/>
                    </a:lnTo>
                    <a:cubicBezTo>
                      <a:pt x="14070" y="9966"/>
                      <a:pt x="12272" y="11875"/>
                      <a:pt x="10281" y="13504"/>
                    </a:cubicBezTo>
                    <a:lnTo>
                      <a:pt x="10227" y="13504"/>
                    </a:lnTo>
                    <a:cubicBezTo>
                      <a:pt x="10126" y="13504"/>
                      <a:pt x="10026" y="13404"/>
                      <a:pt x="9801" y="13404"/>
                    </a:cubicBezTo>
                    <a:cubicBezTo>
                      <a:pt x="9400" y="13304"/>
                      <a:pt x="8973" y="13203"/>
                      <a:pt x="8447" y="13003"/>
                    </a:cubicBezTo>
                    <a:cubicBezTo>
                      <a:pt x="6993" y="12477"/>
                      <a:pt x="5540" y="11750"/>
                      <a:pt x="4161" y="10697"/>
                    </a:cubicBezTo>
                    <a:cubicBezTo>
                      <a:pt x="3034" y="9870"/>
                      <a:pt x="1981" y="8918"/>
                      <a:pt x="1154" y="7865"/>
                    </a:cubicBezTo>
                    <a:cubicBezTo>
                      <a:pt x="928" y="7564"/>
                      <a:pt x="728" y="7364"/>
                      <a:pt x="628" y="7038"/>
                    </a:cubicBezTo>
                    <a:cubicBezTo>
                      <a:pt x="543" y="7038"/>
                      <a:pt x="530" y="6967"/>
                      <a:pt x="528" y="6944"/>
                    </a:cubicBezTo>
                    <a:lnTo>
                      <a:pt x="528" y="6944"/>
                    </a:lnTo>
                    <a:cubicBezTo>
                      <a:pt x="528" y="6950"/>
                      <a:pt x="530" y="6953"/>
                      <a:pt x="533" y="6953"/>
                    </a:cubicBezTo>
                    <a:cubicBezTo>
                      <a:pt x="567" y="6953"/>
                      <a:pt x="728" y="6612"/>
                      <a:pt x="728" y="6612"/>
                    </a:cubicBezTo>
                    <a:cubicBezTo>
                      <a:pt x="828" y="6311"/>
                      <a:pt x="928" y="5985"/>
                      <a:pt x="1029" y="5785"/>
                    </a:cubicBezTo>
                    <a:cubicBezTo>
                      <a:pt x="1863" y="3944"/>
                      <a:pt x="2769" y="2200"/>
                      <a:pt x="3795" y="575"/>
                    </a:cubicBezTo>
                    <a:close/>
                    <a:moveTo>
                      <a:pt x="3780" y="1"/>
                    </a:moveTo>
                    <a:cubicBezTo>
                      <a:pt x="3694" y="1"/>
                      <a:pt x="3610" y="12"/>
                      <a:pt x="3535" y="45"/>
                    </a:cubicBezTo>
                    <a:cubicBezTo>
                      <a:pt x="3234" y="146"/>
                      <a:pt x="3134" y="672"/>
                      <a:pt x="2908" y="872"/>
                    </a:cubicBezTo>
                    <a:cubicBezTo>
                      <a:pt x="2708" y="1399"/>
                      <a:pt x="2407" y="1825"/>
                      <a:pt x="2181" y="2351"/>
                    </a:cubicBezTo>
                    <a:cubicBezTo>
                      <a:pt x="1655" y="3278"/>
                      <a:pt x="1154" y="4331"/>
                      <a:pt x="728" y="5359"/>
                    </a:cubicBezTo>
                    <a:cubicBezTo>
                      <a:pt x="527" y="5785"/>
                      <a:pt x="302" y="6211"/>
                      <a:pt x="201" y="6612"/>
                    </a:cubicBezTo>
                    <a:cubicBezTo>
                      <a:pt x="101" y="6837"/>
                      <a:pt x="1" y="7038"/>
                      <a:pt x="101" y="7238"/>
                    </a:cubicBezTo>
                    <a:cubicBezTo>
                      <a:pt x="201" y="7464"/>
                      <a:pt x="402" y="7765"/>
                      <a:pt x="628" y="7990"/>
                    </a:cubicBezTo>
                    <a:cubicBezTo>
                      <a:pt x="1029" y="8492"/>
                      <a:pt x="1455" y="9018"/>
                      <a:pt x="1881" y="9444"/>
                    </a:cubicBezTo>
                    <a:cubicBezTo>
                      <a:pt x="3435" y="10998"/>
                      <a:pt x="5314" y="12251"/>
                      <a:pt x="7294" y="13103"/>
                    </a:cubicBezTo>
                    <a:cubicBezTo>
                      <a:pt x="8247" y="13504"/>
                      <a:pt x="9299" y="13930"/>
                      <a:pt x="10327" y="14030"/>
                    </a:cubicBezTo>
                    <a:cubicBezTo>
                      <a:pt x="10356" y="14039"/>
                      <a:pt x="10383" y="14044"/>
                      <a:pt x="10407" y="14044"/>
                    </a:cubicBezTo>
                    <a:cubicBezTo>
                      <a:pt x="10491" y="14044"/>
                      <a:pt x="10542" y="13993"/>
                      <a:pt x="10562" y="13922"/>
                    </a:cubicBezTo>
                    <a:lnTo>
                      <a:pt x="10562" y="13922"/>
                    </a:lnTo>
                    <a:cubicBezTo>
                      <a:pt x="12112" y="12671"/>
                      <a:pt x="13562" y="11220"/>
                      <a:pt x="14713" y="9644"/>
                    </a:cubicBezTo>
                    <a:cubicBezTo>
                      <a:pt x="15039" y="9243"/>
                      <a:pt x="15339" y="8817"/>
                      <a:pt x="15565" y="8391"/>
                    </a:cubicBezTo>
                    <a:cubicBezTo>
                      <a:pt x="15765" y="8191"/>
                      <a:pt x="15966" y="7865"/>
                      <a:pt x="15866" y="7664"/>
                    </a:cubicBezTo>
                    <a:cubicBezTo>
                      <a:pt x="15866" y="7464"/>
                      <a:pt x="15665" y="7238"/>
                      <a:pt x="15565" y="7038"/>
                    </a:cubicBezTo>
                    <a:cubicBezTo>
                      <a:pt x="13986" y="4431"/>
                      <a:pt x="11680" y="2351"/>
                      <a:pt x="8873" y="1198"/>
                    </a:cubicBezTo>
                    <a:cubicBezTo>
                      <a:pt x="7420" y="572"/>
                      <a:pt x="5841" y="246"/>
                      <a:pt x="4287" y="45"/>
                    </a:cubicBezTo>
                    <a:cubicBezTo>
                      <a:pt x="4136" y="45"/>
                      <a:pt x="3953" y="1"/>
                      <a:pt x="378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5" name="Google Shape;1215;p67"/>
              <p:cNvSpPr/>
              <p:nvPr/>
            </p:nvSpPr>
            <p:spPr>
              <a:xfrm>
                <a:off x="10111675" y="1019375"/>
                <a:ext cx="94000" cy="198650"/>
              </a:xfrm>
              <a:custGeom>
                <a:rect b="b" l="l" r="r" t="t"/>
                <a:pathLst>
                  <a:path extrusionOk="0" h="7946" w="3760">
                    <a:moveTo>
                      <a:pt x="3760" y="1"/>
                    </a:moveTo>
                    <a:lnTo>
                      <a:pt x="3760" y="1"/>
                    </a:lnTo>
                    <a:cubicBezTo>
                      <a:pt x="2507" y="2607"/>
                      <a:pt x="1128" y="5214"/>
                      <a:pt x="0" y="7946"/>
                    </a:cubicBezTo>
                    <a:lnTo>
                      <a:pt x="3760" y="1"/>
                    </a:lnTo>
                    <a:close/>
                  </a:path>
                </a:pathLst>
              </a:custGeom>
              <a:solidFill>
                <a:srgbClr val="F467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6" name="Google Shape;1216;p67"/>
              <p:cNvSpPr/>
              <p:nvPr/>
            </p:nvSpPr>
            <p:spPr>
              <a:xfrm>
                <a:off x="10101750" y="1013500"/>
                <a:ext cx="113225" cy="210150"/>
              </a:xfrm>
              <a:custGeom>
                <a:rect b="b" l="l" r="r" t="t"/>
                <a:pathLst>
                  <a:path extrusionOk="0" h="8406" w="4529">
                    <a:moveTo>
                      <a:pt x="4160" y="0"/>
                    </a:moveTo>
                    <a:cubicBezTo>
                      <a:pt x="4080" y="0"/>
                      <a:pt x="3998" y="40"/>
                      <a:pt x="3931" y="136"/>
                    </a:cubicBezTo>
                    <a:cubicBezTo>
                      <a:pt x="2678" y="2742"/>
                      <a:pt x="1325" y="5349"/>
                      <a:pt x="72" y="7955"/>
                    </a:cubicBezTo>
                    <a:cubicBezTo>
                      <a:pt x="0" y="8186"/>
                      <a:pt x="194" y="8405"/>
                      <a:pt x="385" y="8405"/>
                    </a:cubicBezTo>
                    <a:cubicBezTo>
                      <a:pt x="462" y="8405"/>
                      <a:pt x="540" y="8368"/>
                      <a:pt x="598" y="8281"/>
                    </a:cubicBezTo>
                    <a:cubicBezTo>
                      <a:pt x="1851" y="5675"/>
                      <a:pt x="3104" y="3043"/>
                      <a:pt x="4458" y="436"/>
                    </a:cubicBezTo>
                    <a:cubicBezTo>
                      <a:pt x="4528" y="225"/>
                      <a:pt x="4350" y="0"/>
                      <a:pt x="416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7" name="Google Shape;1217;p67"/>
              <p:cNvSpPr/>
              <p:nvPr/>
            </p:nvSpPr>
            <p:spPr>
              <a:xfrm>
                <a:off x="10139875" y="1035050"/>
                <a:ext cx="120325" cy="219325"/>
              </a:xfrm>
              <a:custGeom>
                <a:rect b="b" l="l" r="r" t="t"/>
                <a:pathLst>
                  <a:path extrusionOk="0" h="8773" w="4813">
                    <a:moveTo>
                      <a:pt x="4812" y="1"/>
                    </a:moveTo>
                    <a:lnTo>
                      <a:pt x="1692" y="5688"/>
                    </a:lnTo>
                    <a:lnTo>
                      <a:pt x="1692" y="5688"/>
                    </a:lnTo>
                    <a:cubicBezTo>
                      <a:pt x="2744" y="3794"/>
                      <a:pt x="3805" y="1902"/>
                      <a:pt x="4812" y="1"/>
                    </a:cubicBezTo>
                    <a:close/>
                    <a:moveTo>
                      <a:pt x="1692" y="5688"/>
                    </a:moveTo>
                    <a:cubicBezTo>
                      <a:pt x="1122" y="6714"/>
                      <a:pt x="555" y="7742"/>
                      <a:pt x="0" y="8773"/>
                    </a:cubicBezTo>
                    <a:lnTo>
                      <a:pt x="1692" y="5688"/>
                    </a:lnTo>
                    <a:close/>
                  </a:path>
                </a:pathLst>
              </a:custGeom>
              <a:solidFill>
                <a:srgbClr val="F467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8" name="Google Shape;1218;p67"/>
              <p:cNvSpPr/>
              <p:nvPr/>
            </p:nvSpPr>
            <p:spPr>
              <a:xfrm>
                <a:off x="10131375" y="1029075"/>
                <a:ext cx="137750" cy="231275"/>
              </a:xfrm>
              <a:custGeom>
                <a:rect b="b" l="l" r="r" t="t"/>
                <a:pathLst>
                  <a:path extrusionOk="0" h="9251" w="5510">
                    <a:moveTo>
                      <a:pt x="5130" y="1"/>
                    </a:moveTo>
                    <a:cubicBezTo>
                      <a:pt x="5053" y="1"/>
                      <a:pt x="4982" y="40"/>
                      <a:pt x="4952" y="139"/>
                    </a:cubicBezTo>
                    <a:cubicBezTo>
                      <a:pt x="3273" y="3047"/>
                      <a:pt x="1719" y="5979"/>
                      <a:pt x="140" y="8911"/>
                    </a:cubicBezTo>
                    <a:cubicBezTo>
                      <a:pt x="1" y="9050"/>
                      <a:pt x="212" y="9250"/>
                      <a:pt x="387" y="9250"/>
                    </a:cubicBezTo>
                    <a:cubicBezTo>
                      <a:pt x="465" y="9250"/>
                      <a:pt x="535" y="9211"/>
                      <a:pt x="566" y="9112"/>
                    </a:cubicBezTo>
                    <a:cubicBezTo>
                      <a:pt x="2120" y="6179"/>
                      <a:pt x="3799" y="3272"/>
                      <a:pt x="5353" y="340"/>
                    </a:cubicBezTo>
                    <a:cubicBezTo>
                      <a:pt x="5509" y="201"/>
                      <a:pt x="5304" y="1"/>
                      <a:pt x="513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9" name="Google Shape;1219;p67"/>
              <p:cNvSpPr/>
              <p:nvPr/>
            </p:nvSpPr>
            <p:spPr>
              <a:xfrm>
                <a:off x="10176825" y="1053225"/>
                <a:ext cx="132875" cy="224325"/>
              </a:xfrm>
              <a:custGeom>
                <a:rect b="b" l="l" r="r" t="t"/>
                <a:pathLst>
                  <a:path extrusionOk="0" h="8973" w="5315">
                    <a:moveTo>
                      <a:pt x="5314" y="0"/>
                    </a:moveTo>
                    <a:lnTo>
                      <a:pt x="5314" y="0"/>
                    </a:lnTo>
                    <a:cubicBezTo>
                      <a:pt x="3334" y="2933"/>
                      <a:pt x="1555" y="5965"/>
                      <a:pt x="1" y="8973"/>
                    </a:cubicBezTo>
                    <a:lnTo>
                      <a:pt x="5314" y="0"/>
                    </a:lnTo>
                    <a:close/>
                  </a:path>
                </a:pathLst>
              </a:custGeom>
              <a:solidFill>
                <a:srgbClr val="F467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0" name="Google Shape;1220;p67"/>
              <p:cNvSpPr/>
              <p:nvPr/>
            </p:nvSpPr>
            <p:spPr>
              <a:xfrm>
                <a:off x="10166900" y="1045925"/>
                <a:ext cx="152025" cy="240375"/>
              </a:xfrm>
              <a:custGeom>
                <a:rect b="b" l="l" r="r" t="t"/>
                <a:pathLst>
                  <a:path extrusionOk="0" h="9615" w="6081">
                    <a:moveTo>
                      <a:pt x="5672" y="0"/>
                    </a:moveTo>
                    <a:cubicBezTo>
                      <a:pt x="5602" y="0"/>
                      <a:pt x="5539" y="28"/>
                      <a:pt x="5511" y="92"/>
                    </a:cubicBezTo>
                    <a:cubicBezTo>
                      <a:pt x="3531" y="3124"/>
                      <a:pt x="1751" y="6032"/>
                      <a:pt x="72" y="9165"/>
                    </a:cubicBezTo>
                    <a:cubicBezTo>
                      <a:pt x="1" y="9396"/>
                      <a:pt x="195" y="9614"/>
                      <a:pt x="385" y="9614"/>
                    </a:cubicBezTo>
                    <a:cubicBezTo>
                      <a:pt x="463" y="9614"/>
                      <a:pt x="540" y="9578"/>
                      <a:pt x="598" y="9490"/>
                    </a:cubicBezTo>
                    <a:cubicBezTo>
                      <a:pt x="2177" y="6358"/>
                      <a:pt x="3932" y="3325"/>
                      <a:pt x="5937" y="393"/>
                    </a:cubicBezTo>
                    <a:cubicBezTo>
                      <a:pt x="6080" y="177"/>
                      <a:pt x="5851" y="0"/>
                      <a:pt x="5672"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1" name="Google Shape;1221;p67"/>
              <p:cNvSpPr/>
              <p:nvPr/>
            </p:nvSpPr>
            <p:spPr>
              <a:xfrm>
                <a:off x="10208175" y="1082050"/>
                <a:ext cx="138475" cy="216800"/>
              </a:xfrm>
              <a:custGeom>
                <a:rect b="b" l="l" r="r" t="t"/>
                <a:pathLst>
                  <a:path extrusionOk="0" h="8672" w="5539">
                    <a:moveTo>
                      <a:pt x="5539" y="0"/>
                    </a:moveTo>
                    <a:lnTo>
                      <a:pt x="0" y="8672"/>
                    </a:lnTo>
                    <a:cubicBezTo>
                      <a:pt x="1980" y="5840"/>
                      <a:pt x="3760" y="2933"/>
                      <a:pt x="5539" y="0"/>
                    </a:cubicBezTo>
                    <a:close/>
                  </a:path>
                </a:pathLst>
              </a:custGeom>
              <a:solidFill>
                <a:srgbClr val="F467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2" name="Google Shape;1222;p67"/>
              <p:cNvSpPr/>
              <p:nvPr/>
            </p:nvSpPr>
            <p:spPr>
              <a:xfrm>
                <a:off x="10199025" y="1074750"/>
                <a:ext cx="154450" cy="229800"/>
              </a:xfrm>
              <a:custGeom>
                <a:rect b="b" l="l" r="r" t="t"/>
                <a:pathLst>
                  <a:path extrusionOk="0" h="9192" w="6178">
                    <a:moveTo>
                      <a:pt x="5787" y="0"/>
                    </a:moveTo>
                    <a:cubicBezTo>
                      <a:pt x="5711" y="0"/>
                      <a:pt x="5636" y="28"/>
                      <a:pt x="5579" y="92"/>
                    </a:cubicBezTo>
                    <a:cubicBezTo>
                      <a:pt x="3900" y="3099"/>
                      <a:pt x="2020" y="5931"/>
                      <a:pt x="141" y="8864"/>
                    </a:cubicBezTo>
                    <a:cubicBezTo>
                      <a:pt x="1" y="9003"/>
                      <a:pt x="214" y="9191"/>
                      <a:pt x="390" y="9191"/>
                    </a:cubicBezTo>
                    <a:cubicBezTo>
                      <a:pt x="466" y="9191"/>
                      <a:pt x="536" y="9156"/>
                      <a:pt x="567" y="9064"/>
                    </a:cubicBezTo>
                    <a:cubicBezTo>
                      <a:pt x="2547" y="6232"/>
                      <a:pt x="4326" y="3325"/>
                      <a:pt x="6105" y="392"/>
                    </a:cubicBezTo>
                    <a:cubicBezTo>
                      <a:pt x="6177" y="177"/>
                      <a:pt x="5979" y="0"/>
                      <a:pt x="5787"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3" name="Google Shape;1223;p67"/>
              <p:cNvSpPr/>
              <p:nvPr/>
            </p:nvSpPr>
            <p:spPr>
              <a:xfrm>
                <a:off x="10249525" y="1105225"/>
                <a:ext cx="130975" cy="211800"/>
              </a:xfrm>
              <a:custGeom>
                <a:rect b="b" l="l" r="r" t="t"/>
                <a:pathLst>
                  <a:path extrusionOk="0" h="8472" w="5239">
                    <a:moveTo>
                      <a:pt x="5238" y="1"/>
                    </a:moveTo>
                    <a:lnTo>
                      <a:pt x="1466" y="6101"/>
                    </a:lnTo>
                    <a:lnTo>
                      <a:pt x="1466" y="6101"/>
                    </a:lnTo>
                    <a:cubicBezTo>
                      <a:pt x="2796" y="4100"/>
                      <a:pt x="4064" y="2088"/>
                      <a:pt x="5238" y="1"/>
                    </a:cubicBezTo>
                    <a:close/>
                    <a:moveTo>
                      <a:pt x="1466" y="6101"/>
                    </a:moveTo>
                    <a:cubicBezTo>
                      <a:pt x="1263" y="6407"/>
                      <a:pt x="1058" y="6713"/>
                      <a:pt x="852" y="7018"/>
                    </a:cubicBezTo>
                    <a:cubicBezTo>
                      <a:pt x="527" y="7519"/>
                      <a:pt x="226" y="7945"/>
                      <a:pt x="0" y="8472"/>
                    </a:cubicBezTo>
                    <a:lnTo>
                      <a:pt x="1466" y="6101"/>
                    </a:lnTo>
                    <a:close/>
                  </a:path>
                </a:pathLst>
              </a:custGeom>
              <a:solidFill>
                <a:srgbClr val="F467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4" name="Google Shape;1224;p67"/>
              <p:cNvSpPr/>
              <p:nvPr/>
            </p:nvSpPr>
            <p:spPr>
              <a:xfrm>
                <a:off x="10241025" y="1099025"/>
                <a:ext cx="147775" cy="223975"/>
              </a:xfrm>
              <a:custGeom>
                <a:rect b="b" l="l" r="r" t="t"/>
                <a:pathLst>
                  <a:path extrusionOk="0" h="8959" w="5911">
                    <a:moveTo>
                      <a:pt x="5617" y="1"/>
                    </a:moveTo>
                    <a:cubicBezTo>
                      <a:pt x="5529" y="1"/>
                      <a:pt x="5430" y="45"/>
                      <a:pt x="5353" y="148"/>
                    </a:cubicBezTo>
                    <a:cubicBezTo>
                      <a:pt x="4526" y="1627"/>
                      <a:pt x="3699" y="2980"/>
                      <a:pt x="2746" y="4434"/>
                    </a:cubicBezTo>
                    <a:cubicBezTo>
                      <a:pt x="2345" y="5161"/>
                      <a:pt x="1919" y="5787"/>
                      <a:pt x="1393" y="6514"/>
                    </a:cubicBezTo>
                    <a:cubicBezTo>
                      <a:pt x="967" y="7141"/>
                      <a:pt x="466" y="7893"/>
                      <a:pt x="140" y="8620"/>
                    </a:cubicBezTo>
                    <a:cubicBezTo>
                      <a:pt x="1" y="8759"/>
                      <a:pt x="151" y="8958"/>
                      <a:pt x="332" y="8958"/>
                    </a:cubicBezTo>
                    <a:cubicBezTo>
                      <a:pt x="411" y="8958"/>
                      <a:pt x="497" y="8920"/>
                      <a:pt x="566" y="8820"/>
                    </a:cubicBezTo>
                    <a:cubicBezTo>
                      <a:pt x="967" y="8093"/>
                      <a:pt x="1393" y="7467"/>
                      <a:pt x="1919" y="6740"/>
                    </a:cubicBezTo>
                    <a:cubicBezTo>
                      <a:pt x="2345" y="6113"/>
                      <a:pt x="2746" y="5386"/>
                      <a:pt x="3273" y="4760"/>
                    </a:cubicBezTo>
                    <a:cubicBezTo>
                      <a:pt x="4100" y="3281"/>
                      <a:pt x="4952" y="1828"/>
                      <a:pt x="5779" y="374"/>
                    </a:cubicBezTo>
                    <a:cubicBezTo>
                      <a:pt x="5910" y="160"/>
                      <a:pt x="5783" y="1"/>
                      <a:pt x="5617"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5" name="Google Shape;1225;p67"/>
              <p:cNvSpPr/>
              <p:nvPr/>
            </p:nvSpPr>
            <p:spPr>
              <a:xfrm>
                <a:off x="10289000" y="1142200"/>
                <a:ext cx="125325" cy="190500"/>
              </a:xfrm>
              <a:custGeom>
                <a:rect b="b" l="l" r="r" t="t"/>
                <a:pathLst>
                  <a:path extrusionOk="0" h="7620" w="5013">
                    <a:moveTo>
                      <a:pt x="5013" y="0"/>
                    </a:moveTo>
                    <a:lnTo>
                      <a:pt x="0" y="7619"/>
                    </a:lnTo>
                    <a:cubicBezTo>
                      <a:pt x="1780" y="5113"/>
                      <a:pt x="3434" y="2607"/>
                      <a:pt x="5013" y="0"/>
                    </a:cubicBezTo>
                    <a:close/>
                  </a:path>
                </a:pathLst>
              </a:custGeom>
              <a:solidFill>
                <a:srgbClr val="F467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6" name="Google Shape;1226;p67"/>
              <p:cNvSpPr/>
              <p:nvPr/>
            </p:nvSpPr>
            <p:spPr>
              <a:xfrm>
                <a:off x="10279925" y="1135550"/>
                <a:ext cx="143025" cy="201675"/>
              </a:xfrm>
              <a:custGeom>
                <a:rect b="b" l="l" r="r" t="t"/>
                <a:pathLst>
                  <a:path extrusionOk="0" h="8067" w="5721">
                    <a:moveTo>
                      <a:pt x="5437" y="0"/>
                    </a:moveTo>
                    <a:cubicBezTo>
                      <a:pt x="5348" y="0"/>
                      <a:pt x="5247" y="49"/>
                      <a:pt x="5175" y="166"/>
                    </a:cubicBezTo>
                    <a:cubicBezTo>
                      <a:pt x="3596" y="2773"/>
                      <a:pt x="1917" y="5279"/>
                      <a:pt x="163" y="7685"/>
                    </a:cubicBezTo>
                    <a:cubicBezTo>
                      <a:pt x="0" y="7902"/>
                      <a:pt x="176" y="8066"/>
                      <a:pt x="362" y="8066"/>
                    </a:cubicBezTo>
                    <a:cubicBezTo>
                      <a:pt x="434" y="8066"/>
                      <a:pt x="508" y="8042"/>
                      <a:pt x="564" y="7986"/>
                    </a:cubicBezTo>
                    <a:cubicBezTo>
                      <a:pt x="2343" y="5580"/>
                      <a:pt x="4022" y="2973"/>
                      <a:pt x="5576" y="367"/>
                    </a:cubicBezTo>
                    <a:cubicBezTo>
                      <a:pt x="5721" y="157"/>
                      <a:pt x="5597" y="0"/>
                      <a:pt x="5437"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7" name="Google Shape;1227;p67"/>
              <p:cNvSpPr/>
              <p:nvPr/>
            </p:nvSpPr>
            <p:spPr>
              <a:xfrm>
                <a:off x="10377975" y="1199200"/>
                <a:ext cx="49525" cy="68325"/>
              </a:xfrm>
              <a:custGeom>
                <a:rect b="b" l="l" r="r" t="t"/>
                <a:pathLst>
                  <a:path extrusionOk="0" h="2733" w="1981">
                    <a:moveTo>
                      <a:pt x="1980" y="1"/>
                    </a:moveTo>
                    <a:lnTo>
                      <a:pt x="0" y="2733"/>
                    </a:lnTo>
                    <a:cubicBezTo>
                      <a:pt x="627" y="1881"/>
                      <a:pt x="1353" y="953"/>
                      <a:pt x="1980" y="1"/>
                    </a:cubicBezTo>
                    <a:close/>
                  </a:path>
                </a:pathLst>
              </a:custGeom>
              <a:solidFill>
                <a:srgbClr val="F467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8" name="Google Shape;1228;p67"/>
              <p:cNvSpPr/>
              <p:nvPr/>
            </p:nvSpPr>
            <p:spPr>
              <a:xfrm>
                <a:off x="10369825" y="1193550"/>
                <a:ext cx="66175" cy="80875"/>
              </a:xfrm>
              <a:custGeom>
                <a:rect b="b" l="l" r="r" t="t"/>
                <a:pathLst>
                  <a:path extrusionOk="0" h="3235" w="2647">
                    <a:moveTo>
                      <a:pt x="2311" y="0"/>
                    </a:moveTo>
                    <a:cubicBezTo>
                      <a:pt x="2232" y="0"/>
                      <a:pt x="2148" y="36"/>
                      <a:pt x="2080" y="127"/>
                    </a:cubicBezTo>
                    <a:cubicBezTo>
                      <a:pt x="1454" y="1079"/>
                      <a:pt x="827" y="1906"/>
                      <a:pt x="101" y="2859"/>
                    </a:cubicBezTo>
                    <a:cubicBezTo>
                      <a:pt x="0" y="2959"/>
                      <a:pt x="0" y="3059"/>
                      <a:pt x="101" y="3159"/>
                    </a:cubicBezTo>
                    <a:cubicBezTo>
                      <a:pt x="151" y="3209"/>
                      <a:pt x="232" y="3235"/>
                      <a:pt x="301" y="3235"/>
                    </a:cubicBezTo>
                    <a:cubicBezTo>
                      <a:pt x="370" y="3235"/>
                      <a:pt x="426" y="3209"/>
                      <a:pt x="426" y="3159"/>
                    </a:cubicBezTo>
                    <a:cubicBezTo>
                      <a:pt x="1153" y="2332"/>
                      <a:pt x="1880" y="1280"/>
                      <a:pt x="2507" y="352"/>
                    </a:cubicBezTo>
                    <a:cubicBezTo>
                      <a:pt x="2647" y="195"/>
                      <a:pt x="2493" y="0"/>
                      <a:pt x="2311"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9" name="Google Shape;1229;p67"/>
              <p:cNvSpPr/>
              <p:nvPr/>
            </p:nvSpPr>
            <p:spPr>
              <a:xfrm>
                <a:off x="10202525" y="1050725"/>
                <a:ext cx="13175" cy="28825"/>
              </a:xfrm>
              <a:custGeom>
                <a:rect b="b" l="l" r="r" t="t"/>
                <a:pathLst>
                  <a:path extrusionOk="0" h="1153" w="527">
                    <a:moveTo>
                      <a:pt x="527" y="0"/>
                    </a:moveTo>
                    <a:lnTo>
                      <a:pt x="527" y="0"/>
                    </a:lnTo>
                    <a:cubicBezTo>
                      <a:pt x="494" y="69"/>
                      <a:pt x="465" y="135"/>
                      <a:pt x="436" y="198"/>
                    </a:cubicBezTo>
                    <a:lnTo>
                      <a:pt x="436" y="198"/>
                    </a:lnTo>
                    <a:lnTo>
                      <a:pt x="527" y="0"/>
                    </a:lnTo>
                    <a:close/>
                    <a:moveTo>
                      <a:pt x="436" y="198"/>
                    </a:moveTo>
                    <a:lnTo>
                      <a:pt x="1" y="1153"/>
                    </a:lnTo>
                    <a:cubicBezTo>
                      <a:pt x="190" y="796"/>
                      <a:pt x="291" y="527"/>
                      <a:pt x="436" y="198"/>
                    </a:cubicBezTo>
                    <a:close/>
                  </a:path>
                </a:pathLst>
              </a:custGeom>
              <a:solidFill>
                <a:srgbClr val="F467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0" name="Google Shape;1230;p67"/>
              <p:cNvSpPr/>
              <p:nvPr/>
            </p:nvSpPr>
            <p:spPr>
              <a:xfrm>
                <a:off x="10195000" y="1045700"/>
                <a:ext cx="28850" cy="38875"/>
              </a:xfrm>
              <a:custGeom>
                <a:rect b="b" l="l" r="r" t="t"/>
                <a:pathLst>
                  <a:path extrusionOk="0" h="1555" w="1154">
                    <a:moveTo>
                      <a:pt x="928" y="1"/>
                    </a:moveTo>
                    <a:cubicBezTo>
                      <a:pt x="828" y="1"/>
                      <a:pt x="728" y="1"/>
                      <a:pt x="627" y="101"/>
                    </a:cubicBezTo>
                    <a:cubicBezTo>
                      <a:pt x="427" y="502"/>
                      <a:pt x="201" y="828"/>
                      <a:pt x="101" y="1128"/>
                    </a:cubicBezTo>
                    <a:cubicBezTo>
                      <a:pt x="1" y="1254"/>
                      <a:pt x="1" y="1454"/>
                      <a:pt x="101" y="1554"/>
                    </a:cubicBezTo>
                    <a:cubicBezTo>
                      <a:pt x="302" y="1554"/>
                      <a:pt x="427" y="1554"/>
                      <a:pt x="527" y="1454"/>
                    </a:cubicBezTo>
                    <a:cubicBezTo>
                      <a:pt x="728" y="1028"/>
                      <a:pt x="928" y="727"/>
                      <a:pt x="1053" y="402"/>
                    </a:cubicBezTo>
                    <a:cubicBezTo>
                      <a:pt x="1154" y="301"/>
                      <a:pt x="1154" y="101"/>
                      <a:pt x="92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1" name="Google Shape;1231;p67"/>
              <p:cNvSpPr/>
              <p:nvPr/>
            </p:nvSpPr>
            <p:spPr>
              <a:xfrm>
                <a:off x="10098525" y="1136550"/>
                <a:ext cx="20700" cy="39500"/>
              </a:xfrm>
              <a:custGeom>
                <a:rect b="b" l="l" r="r" t="t"/>
                <a:pathLst>
                  <a:path extrusionOk="0" h="1580" w="828">
                    <a:moveTo>
                      <a:pt x="827" y="1"/>
                    </a:moveTo>
                    <a:lnTo>
                      <a:pt x="0" y="1580"/>
                    </a:lnTo>
                    <a:cubicBezTo>
                      <a:pt x="301" y="1053"/>
                      <a:pt x="627" y="527"/>
                      <a:pt x="827" y="1"/>
                    </a:cubicBezTo>
                    <a:close/>
                  </a:path>
                </a:pathLst>
              </a:custGeom>
              <a:solidFill>
                <a:srgbClr val="F467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2" name="Google Shape;1232;p67"/>
              <p:cNvSpPr/>
              <p:nvPr/>
            </p:nvSpPr>
            <p:spPr>
              <a:xfrm>
                <a:off x="10090375" y="1129675"/>
                <a:ext cx="36975" cy="52425"/>
              </a:xfrm>
              <a:custGeom>
                <a:rect b="b" l="l" r="r" t="t"/>
                <a:pathLst>
                  <a:path extrusionOk="0" h="2097" w="1479">
                    <a:moveTo>
                      <a:pt x="1116" y="0"/>
                    </a:moveTo>
                    <a:cubicBezTo>
                      <a:pt x="1053" y="0"/>
                      <a:pt x="1003" y="25"/>
                      <a:pt x="953" y="75"/>
                    </a:cubicBezTo>
                    <a:cubicBezTo>
                      <a:pt x="627" y="602"/>
                      <a:pt x="426" y="1228"/>
                      <a:pt x="101" y="1754"/>
                    </a:cubicBezTo>
                    <a:cubicBezTo>
                      <a:pt x="0" y="1855"/>
                      <a:pt x="101" y="1955"/>
                      <a:pt x="226" y="2055"/>
                    </a:cubicBezTo>
                    <a:cubicBezTo>
                      <a:pt x="255" y="2085"/>
                      <a:pt x="285" y="2097"/>
                      <a:pt x="314" y="2097"/>
                    </a:cubicBezTo>
                    <a:cubicBezTo>
                      <a:pt x="385" y="2097"/>
                      <a:pt x="456" y="2026"/>
                      <a:pt x="527" y="1955"/>
                    </a:cubicBezTo>
                    <a:cubicBezTo>
                      <a:pt x="852" y="1429"/>
                      <a:pt x="1153" y="902"/>
                      <a:pt x="1479" y="401"/>
                    </a:cubicBezTo>
                    <a:cubicBezTo>
                      <a:pt x="1479" y="276"/>
                      <a:pt x="1479" y="75"/>
                      <a:pt x="1354" y="75"/>
                    </a:cubicBezTo>
                    <a:cubicBezTo>
                      <a:pt x="1253" y="25"/>
                      <a:pt x="1178" y="0"/>
                      <a:pt x="111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3" name="Google Shape;1233;p67"/>
              <p:cNvSpPr/>
              <p:nvPr/>
            </p:nvSpPr>
            <p:spPr>
              <a:xfrm>
                <a:off x="10278350" y="1100225"/>
                <a:ext cx="28825" cy="55150"/>
              </a:xfrm>
              <a:custGeom>
                <a:rect b="b" l="l" r="r" t="t"/>
                <a:pathLst>
                  <a:path extrusionOk="0" h="2206" w="1153">
                    <a:moveTo>
                      <a:pt x="1153" y="0"/>
                    </a:moveTo>
                    <a:lnTo>
                      <a:pt x="1153" y="0"/>
                    </a:lnTo>
                    <a:cubicBezTo>
                      <a:pt x="905" y="424"/>
                      <a:pt x="699" y="847"/>
                      <a:pt x="486" y="1276"/>
                    </a:cubicBezTo>
                    <a:lnTo>
                      <a:pt x="486" y="1276"/>
                    </a:lnTo>
                    <a:lnTo>
                      <a:pt x="1153" y="0"/>
                    </a:lnTo>
                    <a:close/>
                    <a:moveTo>
                      <a:pt x="486" y="1276"/>
                    </a:moveTo>
                    <a:lnTo>
                      <a:pt x="0" y="2206"/>
                    </a:lnTo>
                    <a:cubicBezTo>
                      <a:pt x="178" y="1892"/>
                      <a:pt x="334" y="1582"/>
                      <a:pt x="486" y="1276"/>
                    </a:cubicBezTo>
                    <a:close/>
                  </a:path>
                </a:pathLst>
              </a:custGeom>
              <a:solidFill>
                <a:srgbClr val="F467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4" name="Google Shape;1234;p67"/>
              <p:cNvSpPr/>
              <p:nvPr/>
            </p:nvSpPr>
            <p:spPr>
              <a:xfrm>
                <a:off x="10269825" y="1093700"/>
                <a:ext cx="46050" cy="67350"/>
              </a:xfrm>
              <a:custGeom>
                <a:rect b="b" l="l" r="r" t="t"/>
                <a:pathLst>
                  <a:path extrusionOk="0" h="2694" w="1842">
                    <a:moveTo>
                      <a:pt x="1503" y="1"/>
                    </a:moveTo>
                    <a:cubicBezTo>
                      <a:pt x="1415" y="1"/>
                      <a:pt x="1328" y="48"/>
                      <a:pt x="1294" y="161"/>
                    </a:cubicBezTo>
                    <a:cubicBezTo>
                      <a:pt x="867" y="888"/>
                      <a:pt x="441" y="1614"/>
                      <a:pt x="141" y="2341"/>
                    </a:cubicBezTo>
                    <a:cubicBezTo>
                      <a:pt x="0" y="2499"/>
                      <a:pt x="154" y="2693"/>
                      <a:pt x="337" y="2693"/>
                    </a:cubicBezTo>
                    <a:cubicBezTo>
                      <a:pt x="415" y="2693"/>
                      <a:pt x="499" y="2657"/>
                      <a:pt x="567" y="2567"/>
                    </a:cubicBezTo>
                    <a:cubicBezTo>
                      <a:pt x="968" y="1840"/>
                      <a:pt x="1294" y="1088"/>
                      <a:pt x="1695" y="361"/>
                    </a:cubicBezTo>
                    <a:cubicBezTo>
                      <a:pt x="1842" y="165"/>
                      <a:pt x="1669" y="1"/>
                      <a:pt x="1503"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5" name="Google Shape;1235;p67"/>
              <p:cNvSpPr/>
              <p:nvPr/>
            </p:nvSpPr>
            <p:spPr>
              <a:xfrm>
                <a:off x="10346625" y="1191700"/>
                <a:ext cx="7550" cy="15675"/>
              </a:xfrm>
              <a:custGeom>
                <a:rect b="b" l="l" r="r" t="t"/>
                <a:pathLst>
                  <a:path extrusionOk="0" h="627" w="302">
                    <a:moveTo>
                      <a:pt x="302" y="0"/>
                    </a:moveTo>
                    <a:lnTo>
                      <a:pt x="302" y="0"/>
                    </a:lnTo>
                    <a:cubicBezTo>
                      <a:pt x="252" y="100"/>
                      <a:pt x="201" y="207"/>
                      <a:pt x="151" y="314"/>
                    </a:cubicBezTo>
                    <a:lnTo>
                      <a:pt x="302" y="0"/>
                    </a:lnTo>
                    <a:close/>
                    <a:moveTo>
                      <a:pt x="151" y="314"/>
                    </a:moveTo>
                    <a:lnTo>
                      <a:pt x="1" y="627"/>
                    </a:lnTo>
                    <a:cubicBezTo>
                      <a:pt x="51" y="527"/>
                      <a:pt x="101" y="420"/>
                      <a:pt x="151" y="314"/>
                    </a:cubicBezTo>
                    <a:close/>
                  </a:path>
                </a:pathLst>
              </a:custGeom>
              <a:solidFill>
                <a:srgbClr val="F467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6" name="Google Shape;1236;p67"/>
              <p:cNvSpPr/>
              <p:nvPr/>
            </p:nvSpPr>
            <p:spPr>
              <a:xfrm>
                <a:off x="10338500" y="1184575"/>
                <a:ext cx="23825" cy="30325"/>
              </a:xfrm>
              <a:custGeom>
                <a:rect b="b" l="l" r="r" t="t"/>
                <a:pathLst>
                  <a:path extrusionOk="0" h="1213" w="953">
                    <a:moveTo>
                      <a:pt x="617" y="1"/>
                    </a:moveTo>
                    <a:cubicBezTo>
                      <a:pt x="541" y="1"/>
                      <a:pt x="484" y="56"/>
                      <a:pt x="426" y="185"/>
                    </a:cubicBezTo>
                    <a:cubicBezTo>
                      <a:pt x="326" y="385"/>
                      <a:pt x="201" y="586"/>
                      <a:pt x="0" y="812"/>
                    </a:cubicBezTo>
                    <a:cubicBezTo>
                      <a:pt x="0" y="912"/>
                      <a:pt x="0" y="1112"/>
                      <a:pt x="100" y="1213"/>
                    </a:cubicBezTo>
                    <a:cubicBezTo>
                      <a:pt x="201" y="1213"/>
                      <a:pt x="426" y="1213"/>
                      <a:pt x="526" y="1112"/>
                    </a:cubicBezTo>
                    <a:cubicBezTo>
                      <a:pt x="627" y="812"/>
                      <a:pt x="727" y="586"/>
                      <a:pt x="827" y="385"/>
                    </a:cubicBezTo>
                    <a:cubicBezTo>
                      <a:pt x="953" y="285"/>
                      <a:pt x="953" y="85"/>
                      <a:pt x="827" y="85"/>
                    </a:cubicBezTo>
                    <a:cubicBezTo>
                      <a:pt x="742" y="31"/>
                      <a:pt x="674" y="1"/>
                      <a:pt x="617"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237" name="Google Shape;1237;p67"/>
          <p:cNvSpPr txBox="1"/>
          <p:nvPr/>
        </p:nvSpPr>
        <p:spPr>
          <a:xfrm>
            <a:off x="302425" y="2568425"/>
            <a:ext cx="5487300" cy="3370800"/>
          </a:xfrm>
          <a:prstGeom prst="rect">
            <a:avLst/>
          </a:prstGeom>
          <a:noFill/>
          <a:ln>
            <a:noFill/>
          </a:ln>
        </p:spPr>
        <p:txBody>
          <a:bodyPr anchorCtr="0" anchor="t" bIns="91425" lIns="91425" spcFirstLastPara="1" rIns="91425" wrap="square" tIns="91425">
            <a:spAutoFit/>
          </a:bodyPr>
          <a:lstStyle/>
          <a:p>
            <a:pPr indent="-298450" lvl="0" marL="457200" rtl="0" algn="l">
              <a:lnSpc>
                <a:spcPct val="100000"/>
              </a:lnSpc>
              <a:spcBef>
                <a:spcPts val="0"/>
              </a:spcBef>
              <a:spcAft>
                <a:spcPts val="0"/>
              </a:spcAft>
              <a:buClr>
                <a:schemeClr val="dk1"/>
              </a:buClr>
              <a:buSzPts val="1100"/>
              <a:buFont typeface="Didact Gothic"/>
              <a:buChar char="●"/>
            </a:pPr>
            <a:r>
              <a:rPr lang="en" sz="1100">
                <a:solidFill>
                  <a:schemeClr val="dk1"/>
                </a:solidFill>
                <a:highlight>
                  <a:schemeClr val="accent4"/>
                </a:highlight>
                <a:latin typeface="Didact Gothic"/>
                <a:ea typeface="Didact Gothic"/>
                <a:cs typeface="Didact Gothic"/>
                <a:sym typeface="Didact Gothic"/>
              </a:rPr>
              <a:t>Build an Information Security Team</a:t>
            </a:r>
            <a:endParaRPr sz="1100">
              <a:solidFill>
                <a:schemeClr val="dk1"/>
              </a:solidFill>
              <a:highlight>
                <a:schemeClr val="accent4"/>
              </a:highlight>
              <a:latin typeface="Didact Gothic"/>
              <a:ea typeface="Didact Gothic"/>
              <a:cs typeface="Didact Gothic"/>
              <a:sym typeface="Didact Gothic"/>
            </a:endParaRPr>
          </a:p>
          <a:p>
            <a:pPr indent="-298450" lvl="0" marL="457200" rtl="0" algn="l">
              <a:lnSpc>
                <a:spcPct val="100000"/>
              </a:lnSpc>
              <a:spcBef>
                <a:spcPts val="0"/>
              </a:spcBef>
              <a:spcAft>
                <a:spcPts val="0"/>
              </a:spcAft>
              <a:buClr>
                <a:schemeClr val="dk1"/>
              </a:buClr>
              <a:buSzPts val="1100"/>
              <a:buFont typeface="Didact Gothic"/>
              <a:buChar char="●"/>
            </a:pPr>
            <a:r>
              <a:rPr lang="en" sz="1100">
                <a:solidFill>
                  <a:schemeClr val="dk1"/>
                </a:solidFill>
                <a:highlight>
                  <a:schemeClr val="accent4"/>
                </a:highlight>
                <a:latin typeface="Didact Gothic"/>
                <a:ea typeface="Didact Gothic"/>
                <a:cs typeface="Didact Gothic"/>
                <a:sym typeface="Didact Gothic"/>
              </a:rPr>
              <a:t>Inventory and Manage Assets</a:t>
            </a:r>
            <a:endParaRPr sz="1100">
              <a:solidFill>
                <a:schemeClr val="dk1"/>
              </a:solidFill>
              <a:highlight>
                <a:schemeClr val="accent4"/>
              </a:highlight>
              <a:latin typeface="Didact Gothic"/>
              <a:ea typeface="Didact Gothic"/>
              <a:cs typeface="Didact Gothic"/>
              <a:sym typeface="Didact Gothic"/>
            </a:endParaRPr>
          </a:p>
          <a:p>
            <a:pPr indent="-298450" lvl="0" marL="457200" rtl="0" algn="l">
              <a:lnSpc>
                <a:spcPct val="100000"/>
              </a:lnSpc>
              <a:spcBef>
                <a:spcPts val="0"/>
              </a:spcBef>
              <a:spcAft>
                <a:spcPts val="0"/>
              </a:spcAft>
              <a:buClr>
                <a:schemeClr val="dk1"/>
              </a:buClr>
              <a:buSzPts val="1100"/>
              <a:buFont typeface="Didact Gothic"/>
              <a:buChar char="●"/>
            </a:pPr>
            <a:r>
              <a:rPr lang="en" sz="1100">
                <a:solidFill>
                  <a:schemeClr val="dk1"/>
                </a:solidFill>
                <a:highlight>
                  <a:schemeClr val="accent4"/>
                </a:highlight>
                <a:latin typeface="Didact Gothic"/>
                <a:ea typeface="Didact Gothic"/>
                <a:cs typeface="Didact Gothic"/>
                <a:sym typeface="Didact Gothic"/>
              </a:rPr>
              <a:t>Assess Risk</a:t>
            </a:r>
            <a:endParaRPr sz="1100">
              <a:solidFill>
                <a:schemeClr val="dk1"/>
              </a:solidFill>
              <a:highlight>
                <a:schemeClr val="accent4"/>
              </a:highlight>
              <a:latin typeface="Didact Gothic"/>
              <a:ea typeface="Didact Gothic"/>
              <a:cs typeface="Didact Gothic"/>
              <a:sym typeface="Didact Gothic"/>
            </a:endParaRPr>
          </a:p>
          <a:p>
            <a:pPr indent="-298450" lvl="0" marL="457200" rtl="0" algn="l">
              <a:lnSpc>
                <a:spcPct val="100000"/>
              </a:lnSpc>
              <a:spcBef>
                <a:spcPts val="0"/>
              </a:spcBef>
              <a:spcAft>
                <a:spcPts val="0"/>
              </a:spcAft>
              <a:buClr>
                <a:schemeClr val="dk1"/>
              </a:buClr>
              <a:buSzPts val="1100"/>
              <a:buFont typeface="Didact Gothic"/>
              <a:buChar char="●"/>
            </a:pPr>
            <a:r>
              <a:rPr lang="en" sz="1100">
                <a:solidFill>
                  <a:schemeClr val="dk1"/>
                </a:solidFill>
                <a:highlight>
                  <a:schemeClr val="accent4"/>
                </a:highlight>
                <a:latin typeface="Didact Gothic"/>
                <a:ea typeface="Didact Gothic"/>
                <a:cs typeface="Didact Gothic"/>
                <a:sym typeface="Didact Gothic"/>
              </a:rPr>
              <a:t>Manage Risk</a:t>
            </a:r>
            <a:endParaRPr sz="1100">
              <a:solidFill>
                <a:schemeClr val="dk1"/>
              </a:solidFill>
              <a:highlight>
                <a:schemeClr val="accent4"/>
              </a:highlight>
              <a:latin typeface="Didact Gothic"/>
              <a:ea typeface="Didact Gothic"/>
              <a:cs typeface="Didact Gothic"/>
              <a:sym typeface="Didact Gothic"/>
            </a:endParaRPr>
          </a:p>
          <a:p>
            <a:pPr indent="-298450" lvl="0" marL="457200" rtl="0" algn="l">
              <a:lnSpc>
                <a:spcPct val="100000"/>
              </a:lnSpc>
              <a:spcBef>
                <a:spcPts val="0"/>
              </a:spcBef>
              <a:spcAft>
                <a:spcPts val="0"/>
              </a:spcAft>
              <a:buClr>
                <a:schemeClr val="dk1"/>
              </a:buClr>
              <a:buSzPts val="1100"/>
              <a:buFont typeface="Didact Gothic"/>
              <a:buChar char="●"/>
            </a:pPr>
            <a:r>
              <a:rPr lang="en" sz="1100">
                <a:solidFill>
                  <a:schemeClr val="dk1"/>
                </a:solidFill>
                <a:highlight>
                  <a:schemeClr val="accent4"/>
                </a:highlight>
                <a:latin typeface="Didact Gothic"/>
                <a:ea typeface="Didact Gothic"/>
                <a:cs typeface="Didact Gothic"/>
                <a:sym typeface="Didact Gothic"/>
              </a:rPr>
              <a:t> Develop an Incident Management and Disaster Recovery Plan</a:t>
            </a:r>
            <a:endParaRPr sz="1100">
              <a:solidFill>
                <a:schemeClr val="dk1"/>
              </a:solidFill>
              <a:highlight>
                <a:schemeClr val="accent4"/>
              </a:highlight>
              <a:latin typeface="Didact Gothic"/>
              <a:ea typeface="Didact Gothic"/>
              <a:cs typeface="Didact Gothic"/>
              <a:sym typeface="Didact Gothic"/>
            </a:endParaRPr>
          </a:p>
          <a:p>
            <a:pPr indent="-298450" lvl="0" marL="457200" rtl="0" algn="l">
              <a:lnSpc>
                <a:spcPct val="100000"/>
              </a:lnSpc>
              <a:spcBef>
                <a:spcPts val="0"/>
              </a:spcBef>
              <a:spcAft>
                <a:spcPts val="0"/>
              </a:spcAft>
              <a:buClr>
                <a:schemeClr val="dk1"/>
              </a:buClr>
              <a:buSzPts val="1100"/>
              <a:buFont typeface="Didact Gothic"/>
              <a:buChar char="●"/>
            </a:pPr>
            <a:r>
              <a:rPr lang="en" sz="1100">
                <a:solidFill>
                  <a:schemeClr val="dk1"/>
                </a:solidFill>
                <a:highlight>
                  <a:schemeClr val="accent4"/>
                </a:highlight>
                <a:latin typeface="Didact Gothic"/>
                <a:ea typeface="Didact Gothic"/>
                <a:cs typeface="Didact Gothic"/>
                <a:sym typeface="Didact Gothic"/>
              </a:rPr>
              <a:t>  Inventory and Manage Third Parties</a:t>
            </a:r>
            <a:endParaRPr sz="1100">
              <a:solidFill>
                <a:schemeClr val="dk1"/>
              </a:solidFill>
              <a:highlight>
                <a:schemeClr val="accent4"/>
              </a:highlight>
              <a:latin typeface="Didact Gothic"/>
              <a:ea typeface="Didact Gothic"/>
              <a:cs typeface="Didact Gothic"/>
              <a:sym typeface="Didact Gothic"/>
            </a:endParaRPr>
          </a:p>
          <a:p>
            <a:pPr indent="-298450" lvl="0" marL="457200" rtl="0" algn="l">
              <a:lnSpc>
                <a:spcPct val="100000"/>
              </a:lnSpc>
              <a:spcBef>
                <a:spcPts val="0"/>
              </a:spcBef>
              <a:spcAft>
                <a:spcPts val="0"/>
              </a:spcAft>
              <a:buClr>
                <a:schemeClr val="dk1"/>
              </a:buClr>
              <a:buSzPts val="1100"/>
              <a:buFont typeface="Didact Gothic"/>
              <a:buChar char="●"/>
            </a:pPr>
            <a:r>
              <a:rPr lang="en" sz="1100">
                <a:solidFill>
                  <a:schemeClr val="dk1"/>
                </a:solidFill>
                <a:highlight>
                  <a:schemeClr val="accent4"/>
                </a:highlight>
                <a:latin typeface="Didact Gothic"/>
                <a:ea typeface="Didact Gothic"/>
                <a:cs typeface="Didact Gothic"/>
                <a:sym typeface="Didact Gothic"/>
              </a:rPr>
              <a:t> Apply Security Controls</a:t>
            </a:r>
            <a:endParaRPr sz="1100">
              <a:solidFill>
                <a:schemeClr val="dk1"/>
              </a:solidFill>
              <a:highlight>
                <a:schemeClr val="accent4"/>
              </a:highlight>
              <a:latin typeface="Didact Gothic"/>
              <a:ea typeface="Didact Gothic"/>
              <a:cs typeface="Didact Gothic"/>
              <a:sym typeface="Didact Gothic"/>
            </a:endParaRPr>
          </a:p>
          <a:p>
            <a:pPr indent="-298450" lvl="0" marL="457200" rtl="0" algn="l">
              <a:lnSpc>
                <a:spcPct val="100000"/>
              </a:lnSpc>
              <a:spcBef>
                <a:spcPts val="0"/>
              </a:spcBef>
              <a:spcAft>
                <a:spcPts val="0"/>
              </a:spcAft>
              <a:buClr>
                <a:schemeClr val="dk1"/>
              </a:buClr>
              <a:buSzPts val="1100"/>
              <a:buFont typeface="Didact Gothic"/>
              <a:buChar char="●"/>
            </a:pPr>
            <a:r>
              <a:rPr lang="en" sz="1100">
                <a:solidFill>
                  <a:schemeClr val="dk1"/>
                </a:solidFill>
                <a:highlight>
                  <a:schemeClr val="accent4"/>
                </a:highlight>
                <a:latin typeface="Didact Gothic"/>
                <a:ea typeface="Didact Gothic"/>
                <a:cs typeface="Didact Gothic"/>
                <a:sym typeface="Didact Gothic"/>
              </a:rPr>
              <a:t>Establish Security Awareness Training</a:t>
            </a:r>
            <a:endParaRPr sz="1100">
              <a:solidFill>
                <a:schemeClr val="dk1"/>
              </a:solidFill>
              <a:highlight>
                <a:schemeClr val="accent4"/>
              </a:highlight>
              <a:latin typeface="Didact Gothic"/>
              <a:ea typeface="Didact Gothic"/>
              <a:cs typeface="Didact Gothic"/>
              <a:sym typeface="Didact Gothic"/>
            </a:endParaRPr>
          </a:p>
          <a:p>
            <a:pPr indent="-298450" lvl="0" marL="457200" rtl="0" algn="l">
              <a:lnSpc>
                <a:spcPct val="100000"/>
              </a:lnSpc>
              <a:spcBef>
                <a:spcPts val="0"/>
              </a:spcBef>
              <a:spcAft>
                <a:spcPts val="0"/>
              </a:spcAft>
              <a:buClr>
                <a:schemeClr val="dk1"/>
              </a:buClr>
              <a:buSzPts val="1100"/>
              <a:buFont typeface="Didact Gothic"/>
              <a:buChar char="●"/>
            </a:pPr>
            <a:r>
              <a:rPr lang="en" sz="1100">
                <a:solidFill>
                  <a:schemeClr val="dk1"/>
                </a:solidFill>
                <a:highlight>
                  <a:schemeClr val="accent4"/>
                </a:highlight>
                <a:latin typeface="Didact Gothic"/>
                <a:ea typeface="Didact Gothic"/>
                <a:cs typeface="Didact Gothic"/>
                <a:sym typeface="Didact Gothic"/>
              </a:rPr>
              <a:t>Audits - one of the best ways to determine the effectiveness of your information security program is to hire a third-party auditor to offer an unbiased assessment on security gaps.</a:t>
            </a:r>
            <a:endParaRPr sz="1100">
              <a:solidFill>
                <a:schemeClr val="dk1"/>
              </a:solidFill>
              <a:highlight>
                <a:schemeClr val="accent4"/>
              </a:highlight>
              <a:latin typeface="Didact Gothic"/>
              <a:ea typeface="Didact Gothic"/>
              <a:cs typeface="Didact Gothic"/>
              <a:sym typeface="Didact Gothic"/>
            </a:endParaRPr>
          </a:p>
          <a:p>
            <a:pPr indent="-298450" lvl="0" marL="457200" rtl="0" algn="l">
              <a:lnSpc>
                <a:spcPct val="100000"/>
              </a:lnSpc>
              <a:spcBef>
                <a:spcPts val="0"/>
              </a:spcBef>
              <a:spcAft>
                <a:spcPts val="0"/>
              </a:spcAft>
              <a:buClr>
                <a:schemeClr val="dk1"/>
              </a:buClr>
              <a:buSzPts val="1100"/>
              <a:buFont typeface="Didact Gothic"/>
              <a:buChar char="●"/>
            </a:pPr>
            <a:r>
              <a:rPr lang="en" sz="1100">
                <a:solidFill>
                  <a:schemeClr val="dk1"/>
                </a:solidFill>
                <a:highlight>
                  <a:schemeClr val="accent4"/>
                </a:highlight>
                <a:latin typeface="Didact Gothic"/>
                <a:ea typeface="Didact Gothic"/>
                <a:cs typeface="Didact Gothic"/>
                <a:sym typeface="Didact Gothic"/>
              </a:rPr>
              <a:t> Define project procedures.</a:t>
            </a:r>
            <a:endParaRPr sz="1100">
              <a:solidFill>
                <a:schemeClr val="dk1"/>
              </a:solidFill>
              <a:highlight>
                <a:schemeClr val="accent4"/>
              </a:highlight>
              <a:latin typeface="Didact Gothic"/>
              <a:ea typeface="Didact Gothic"/>
              <a:cs typeface="Didact Gothic"/>
              <a:sym typeface="Didact Gothic"/>
            </a:endParaRPr>
          </a:p>
          <a:p>
            <a:pPr indent="-298450" lvl="0" marL="457200" rtl="0" algn="l">
              <a:lnSpc>
                <a:spcPct val="100000"/>
              </a:lnSpc>
              <a:spcBef>
                <a:spcPts val="0"/>
              </a:spcBef>
              <a:spcAft>
                <a:spcPts val="0"/>
              </a:spcAft>
              <a:buClr>
                <a:schemeClr val="dk1"/>
              </a:buClr>
              <a:buSzPts val="1100"/>
              <a:buFont typeface="Didact Gothic"/>
              <a:buChar char="●"/>
            </a:pPr>
            <a:r>
              <a:rPr lang="en" sz="1100">
                <a:solidFill>
                  <a:schemeClr val="dk1"/>
                </a:solidFill>
                <a:highlight>
                  <a:schemeClr val="accent4"/>
                </a:highlight>
                <a:latin typeface="Didact Gothic"/>
                <a:ea typeface="Didact Gothic"/>
                <a:cs typeface="Didact Gothic"/>
                <a:sym typeface="Didact Gothic"/>
              </a:rPr>
              <a:t> Define project work breakdown structure, tasks, owners, resources, budget, and schedule.</a:t>
            </a:r>
            <a:endParaRPr sz="1100">
              <a:solidFill>
                <a:schemeClr val="dk1"/>
              </a:solidFill>
              <a:highlight>
                <a:schemeClr val="accent4"/>
              </a:highlight>
              <a:latin typeface="Didact Gothic"/>
              <a:ea typeface="Didact Gothic"/>
              <a:cs typeface="Didact Gothic"/>
              <a:sym typeface="Didact Gothic"/>
            </a:endParaRPr>
          </a:p>
          <a:p>
            <a:pPr indent="0" lvl="0" marL="457200" rtl="0" algn="l">
              <a:lnSpc>
                <a:spcPct val="100000"/>
              </a:lnSpc>
              <a:spcBef>
                <a:spcPts val="1200"/>
              </a:spcBef>
              <a:spcAft>
                <a:spcPts val="0"/>
              </a:spcAft>
              <a:buNone/>
            </a:pPr>
            <a:r>
              <a:t/>
            </a:r>
            <a:endParaRPr sz="1100">
              <a:solidFill>
                <a:srgbClr val="212529"/>
              </a:solidFill>
              <a:highlight>
                <a:schemeClr val="accent4"/>
              </a:highlight>
              <a:latin typeface="Didact Gothic"/>
              <a:ea typeface="Didact Gothic"/>
              <a:cs typeface="Didact Gothic"/>
              <a:sym typeface="Didact Gothic"/>
            </a:endParaRPr>
          </a:p>
          <a:p>
            <a:pPr indent="0" lvl="0" marL="0" rtl="0" algn="l">
              <a:lnSpc>
                <a:spcPct val="100000"/>
              </a:lnSpc>
              <a:spcBef>
                <a:spcPts val="1200"/>
              </a:spcBef>
              <a:spcAft>
                <a:spcPts val="0"/>
              </a:spcAft>
              <a:buClr>
                <a:schemeClr val="dk1"/>
              </a:buClr>
              <a:buSzPts val="1100"/>
              <a:buFont typeface="Arial"/>
              <a:buNone/>
            </a:pPr>
            <a:r>
              <a:t/>
            </a:r>
            <a:endParaRPr sz="1100">
              <a:solidFill>
                <a:srgbClr val="333333"/>
              </a:solidFill>
              <a:highlight>
                <a:srgbClr val="D5E6FC"/>
              </a:highlight>
              <a:latin typeface="Didact Gothic"/>
              <a:ea typeface="Didact Gothic"/>
              <a:cs typeface="Didact Gothic"/>
              <a:sym typeface="Didact Gothic"/>
            </a:endParaRPr>
          </a:p>
          <a:p>
            <a:pPr indent="0" lvl="0" marL="0" rtl="0" algn="l">
              <a:lnSpc>
                <a:spcPct val="100000"/>
              </a:lnSpc>
              <a:spcBef>
                <a:spcPts val="0"/>
              </a:spcBef>
              <a:spcAft>
                <a:spcPts val="0"/>
              </a:spcAft>
              <a:buNone/>
            </a:pPr>
            <a:r>
              <a:t/>
            </a:r>
            <a:endParaRPr sz="1100">
              <a:latin typeface="Didact Gothic"/>
              <a:ea typeface="Didact Gothic"/>
              <a:cs typeface="Didact Gothic"/>
              <a:sym typeface="Didact Gothic"/>
            </a:endParaRPr>
          </a:p>
        </p:txBody>
      </p:sp>
    </p:spTree>
  </p:cSld>
  <p:clrMapOvr>
    <a:masterClrMapping/>
  </p:clrMapOvr>
  <mc:AlternateContent>
    <mc:Choice Requires="p14">
      <p:transition spd="slow" p14:dur="1000">
        <p:fade/>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1" name="Shape 1241"/>
        <p:cNvGrpSpPr/>
        <p:nvPr/>
      </p:nvGrpSpPr>
      <p:grpSpPr>
        <a:xfrm>
          <a:off x="0" y="0"/>
          <a:ext cx="0" cy="0"/>
          <a:chOff x="0" y="0"/>
          <a:chExt cx="0" cy="0"/>
        </a:xfrm>
      </p:grpSpPr>
      <p:sp>
        <p:nvSpPr>
          <p:cNvPr id="1242" name="Google Shape;1242;p68"/>
          <p:cNvSpPr txBox="1"/>
          <p:nvPr>
            <p:ph type="title"/>
          </p:nvPr>
        </p:nvSpPr>
        <p:spPr>
          <a:xfrm>
            <a:off x="2724150" y="442063"/>
            <a:ext cx="3695700" cy="693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Conclusion</a:t>
            </a:r>
            <a:endParaRPr/>
          </a:p>
        </p:txBody>
      </p:sp>
      <p:sp>
        <p:nvSpPr>
          <p:cNvPr id="1243" name="Google Shape;1243;p68"/>
          <p:cNvSpPr txBox="1"/>
          <p:nvPr>
            <p:ph idx="1" type="subTitle"/>
          </p:nvPr>
        </p:nvSpPr>
        <p:spPr>
          <a:xfrm>
            <a:off x="1895100" y="1829850"/>
            <a:ext cx="4814700" cy="2031900"/>
          </a:xfrm>
          <a:prstGeom prst="rect">
            <a:avLst/>
          </a:prstGeom>
        </p:spPr>
        <p:txBody>
          <a:bodyPr anchorCtr="0" anchor="ctr" bIns="91425" lIns="91425" spcFirstLastPara="1" rIns="91425" wrap="square" tIns="91425">
            <a:noAutofit/>
          </a:bodyPr>
          <a:lstStyle/>
          <a:p>
            <a:pPr indent="0" lvl="0" marL="457200" rtl="0" algn="l">
              <a:spcBef>
                <a:spcPts val="0"/>
              </a:spcBef>
              <a:spcAft>
                <a:spcPts val="0"/>
              </a:spcAft>
              <a:buNone/>
            </a:pPr>
            <a:r>
              <a:t/>
            </a:r>
            <a:endParaRPr/>
          </a:p>
          <a:p>
            <a:pPr indent="0" lvl="0" marL="457200" rtl="0" algn="l">
              <a:spcBef>
                <a:spcPts val="0"/>
              </a:spcBef>
              <a:spcAft>
                <a:spcPts val="0"/>
              </a:spcAft>
              <a:buNone/>
            </a:pPr>
            <a:r>
              <a:rPr lang="en"/>
              <a:t>Attackers are growing just as fast as the </a:t>
            </a:r>
            <a:r>
              <a:rPr lang="en"/>
              <a:t>latest</a:t>
            </a:r>
            <a:r>
              <a:rPr lang="en"/>
              <a:t> encryption methods and strategies. That is why one of the most important things to </a:t>
            </a:r>
            <a:r>
              <a:rPr lang="en"/>
              <a:t>takeaway</a:t>
            </a:r>
            <a:r>
              <a:rPr lang="en"/>
              <a:t> is to be ready and open to keeping up with the necessary education on the fundamental cybersecurity concepts </a:t>
            </a:r>
            <a:endParaRPr/>
          </a:p>
          <a:p>
            <a:pPr indent="0" lvl="0" marL="457200" rtl="0" algn="l">
              <a:spcBef>
                <a:spcPts val="0"/>
              </a:spcBef>
              <a:spcAft>
                <a:spcPts val="0"/>
              </a:spcAft>
              <a:buNone/>
            </a:pPr>
            <a:r>
              <a:t/>
            </a:r>
            <a:endParaRPr/>
          </a:p>
          <a:p>
            <a:pPr indent="0" lvl="0" marL="457200" rtl="0" algn="l">
              <a:spcBef>
                <a:spcPts val="0"/>
              </a:spcBef>
              <a:spcAft>
                <a:spcPts val="0"/>
              </a:spcAft>
              <a:buNone/>
            </a:pPr>
            <a:r>
              <a:rPr lang="en"/>
              <a:t>We all have a part to play in </a:t>
            </a:r>
            <a:r>
              <a:rPr lang="en"/>
              <a:t>safeguarding</a:t>
            </a:r>
            <a:r>
              <a:rPr lang="en"/>
              <a:t> our company and its data using </a:t>
            </a:r>
            <a:r>
              <a:rPr lang="en"/>
              <a:t>tools like the CIA triad and other IS principles/policies.</a:t>
            </a:r>
            <a:endParaRPr/>
          </a:p>
        </p:txBody>
      </p:sp>
      <p:grpSp>
        <p:nvGrpSpPr>
          <p:cNvPr id="1244" name="Google Shape;1244;p68"/>
          <p:cNvGrpSpPr/>
          <p:nvPr/>
        </p:nvGrpSpPr>
        <p:grpSpPr>
          <a:xfrm>
            <a:off x="705696" y="1154056"/>
            <a:ext cx="1709610" cy="2835630"/>
            <a:chOff x="-3347450" y="2717950"/>
            <a:chExt cx="1453750" cy="2411250"/>
          </a:xfrm>
        </p:grpSpPr>
        <p:sp>
          <p:nvSpPr>
            <p:cNvPr id="1245" name="Google Shape;1245;p68"/>
            <p:cNvSpPr/>
            <p:nvPr/>
          </p:nvSpPr>
          <p:spPr>
            <a:xfrm>
              <a:off x="-2940700" y="2717950"/>
              <a:ext cx="358725" cy="393725"/>
            </a:xfrm>
            <a:custGeom>
              <a:rect b="b" l="l" r="r" t="t"/>
              <a:pathLst>
                <a:path extrusionOk="0" h="15749" w="14349">
                  <a:moveTo>
                    <a:pt x="7398" y="1"/>
                  </a:moveTo>
                  <a:cubicBezTo>
                    <a:pt x="7370" y="1"/>
                    <a:pt x="7342" y="1"/>
                    <a:pt x="7315" y="3"/>
                  </a:cubicBezTo>
                  <a:cubicBezTo>
                    <a:pt x="6548" y="52"/>
                    <a:pt x="6134" y="490"/>
                    <a:pt x="5988" y="1111"/>
                  </a:cubicBezTo>
                  <a:cubicBezTo>
                    <a:pt x="5856" y="1573"/>
                    <a:pt x="5446" y="1875"/>
                    <a:pt x="4981" y="1875"/>
                  </a:cubicBezTo>
                  <a:cubicBezTo>
                    <a:pt x="4932" y="1875"/>
                    <a:pt x="4882" y="1872"/>
                    <a:pt x="4832" y="1865"/>
                  </a:cubicBezTo>
                  <a:cubicBezTo>
                    <a:pt x="4753" y="1852"/>
                    <a:pt x="4674" y="1845"/>
                    <a:pt x="4595" y="1845"/>
                  </a:cubicBezTo>
                  <a:cubicBezTo>
                    <a:pt x="4235" y="1845"/>
                    <a:pt x="3884" y="1979"/>
                    <a:pt x="3615" y="2218"/>
                  </a:cubicBezTo>
                  <a:cubicBezTo>
                    <a:pt x="3189" y="2547"/>
                    <a:pt x="2982" y="3070"/>
                    <a:pt x="3079" y="3593"/>
                  </a:cubicBezTo>
                  <a:cubicBezTo>
                    <a:pt x="3152" y="3970"/>
                    <a:pt x="2885" y="4311"/>
                    <a:pt x="2520" y="4360"/>
                  </a:cubicBezTo>
                  <a:cubicBezTo>
                    <a:pt x="2045" y="4384"/>
                    <a:pt x="1619" y="4628"/>
                    <a:pt x="1363" y="5029"/>
                  </a:cubicBezTo>
                  <a:cubicBezTo>
                    <a:pt x="1120" y="5370"/>
                    <a:pt x="1059" y="5796"/>
                    <a:pt x="1169" y="6185"/>
                  </a:cubicBezTo>
                  <a:cubicBezTo>
                    <a:pt x="1290" y="6550"/>
                    <a:pt x="1132" y="6952"/>
                    <a:pt x="804" y="7147"/>
                  </a:cubicBezTo>
                  <a:cubicBezTo>
                    <a:pt x="317" y="7390"/>
                    <a:pt x="13" y="7877"/>
                    <a:pt x="0" y="8412"/>
                  </a:cubicBezTo>
                  <a:cubicBezTo>
                    <a:pt x="0" y="8960"/>
                    <a:pt x="220" y="9483"/>
                    <a:pt x="609" y="9861"/>
                  </a:cubicBezTo>
                  <a:cubicBezTo>
                    <a:pt x="877" y="10153"/>
                    <a:pt x="913" y="10579"/>
                    <a:pt x="694" y="10907"/>
                  </a:cubicBezTo>
                  <a:cubicBezTo>
                    <a:pt x="353" y="11394"/>
                    <a:pt x="341" y="12027"/>
                    <a:pt x="658" y="12526"/>
                  </a:cubicBezTo>
                  <a:cubicBezTo>
                    <a:pt x="938" y="13049"/>
                    <a:pt x="1424" y="13414"/>
                    <a:pt x="2008" y="13524"/>
                  </a:cubicBezTo>
                  <a:cubicBezTo>
                    <a:pt x="2386" y="13597"/>
                    <a:pt x="2666" y="13913"/>
                    <a:pt x="2690" y="14291"/>
                  </a:cubicBezTo>
                  <a:cubicBezTo>
                    <a:pt x="2739" y="14790"/>
                    <a:pt x="2970" y="15374"/>
                    <a:pt x="3773" y="15508"/>
                  </a:cubicBezTo>
                  <a:cubicBezTo>
                    <a:pt x="3926" y="15533"/>
                    <a:pt x="4066" y="15544"/>
                    <a:pt x="4195" y="15544"/>
                  </a:cubicBezTo>
                  <a:cubicBezTo>
                    <a:pt x="4559" y="15544"/>
                    <a:pt x="4832" y="15454"/>
                    <a:pt x="5039" y="15337"/>
                  </a:cubicBezTo>
                  <a:cubicBezTo>
                    <a:pt x="5208" y="15239"/>
                    <a:pt x="5394" y="15192"/>
                    <a:pt x="5579" y="15192"/>
                  </a:cubicBezTo>
                  <a:cubicBezTo>
                    <a:pt x="5808" y="15192"/>
                    <a:pt x="6037" y="15264"/>
                    <a:pt x="6231" y="15398"/>
                  </a:cubicBezTo>
                  <a:cubicBezTo>
                    <a:pt x="6533" y="15632"/>
                    <a:pt x="6905" y="15748"/>
                    <a:pt x="7279" y="15748"/>
                  </a:cubicBezTo>
                  <a:cubicBezTo>
                    <a:pt x="7372" y="15748"/>
                    <a:pt x="7465" y="15741"/>
                    <a:pt x="7558" y="15727"/>
                  </a:cubicBezTo>
                  <a:cubicBezTo>
                    <a:pt x="7935" y="15666"/>
                    <a:pt x="8276" y="15471"/>
                    <a:pt x="8507" y="15167"/>
                  </a:cubicBezTo>
                  <a:cubicBezTo>
                    <a:pt x="8828" y="14727"/>
                    <a:pt x="9347" y="14473"/>
                    <a:pt x="9893" y="14473"/>
                  </a:cubicBezTo>
                  <a:cubicBezTo>
                    <a:pt x="9906" y="14473"/>
                    <a:pt x="9918" y="14473"/>
                    <a:pt x="9931" y="14473"/>
                  </a:cubicBezTo>
                  <a:cubicBezTo>
                    <a:pt x="9967" y="14475"/>
                    <a:pt x="10002" y="14476"/>
                    <a:pt x="10038" y="14476"/>
                  </a:cubicBezTo>
                  <a:cubicBezTo>
                    <a:pt x="10426" y="14476"/>
                    <a:pt x="10800" y="14354"/>
                    <a:pt x="11124" y="14120"/>
                  </a:cubicBezTo>
                  <a:cubicBezTo>
                    <a:pt x="11477" y="13852"/>
                    <a:pt x="11708" y="13463"/>
                    <a:pt x="11793" y="13025"/>
                  </a:cubicBezTo>
                  <a:cubicBezTo>
                    <a:pt x="11890" y="12562"/>
                    <a:pt x="12207" y="12161"/>
                    <a:pt x="12645" y="11966"/>
                  </a:cubicBezTo>
                  <a:cubicBezTo>
                    <a:pt x="13400" y="11650"/>
                    <a:pt x="13947" y="10980"/>
                    <a:pt x="14118" y="10177"/>
                  </a:cubicBezTo>
                  <a:cubicBezTo>
                    <a:pt x="14349" y="9179"/>
                    <a:pt x="14045" y="8583"/>
                    <a:pt x="13716" y="8230"/>
                  </a:cubicBezTo>
                  <a:cubicBezTo>
                    <a:pt x="13460" y="7950"/>
                    <a:pt x="13436" y="7536"/>
                    <a:pt x="13667" y="7244"/>
                  </a:cubicBezTo>
                  <a:cubicBezTo>
                    <a:pt x="13996" y="6818"/>
                    <a:pt x="14264" y="6210"/>
                    <a:pt x="13911" y="5589"/>
                  </a:cubicBezTo>
                  <a:cubicBezTo>
                    <a:pt x="13692" y="5236"/>
                    <a:pt x="13692" y="4798"/>
                    <a:pt x="13899" y="4433"/>
                  </a:cubicBezTo>
                  <a:cubicBezTo>
                    <a:pt x="14227" y="3958"/>
                    <a:pt x="14288" y="3350"/>
                    <a:pt x="14081" y="2814"/>
                  </a:cubicBezTo>
                  <a:cubicBezTo>
                    <a:pt x="13838" y="2218"/>
                    <a:pt x="13424" y="2048"/>
                    <a:pt x="13071" y="2023"/>
                  </a:cubicBezTo>
                  <a:cubicBezTo>
                    <a:pt x="12694" y="1999"/>
                    <a:pt x="12389" y="1719"/>
                    <a:pt x="12341" y="1354"/>
                  </a:cubicBezTo>
                  <a:cubicBezTo>
                    <a:pt x="12243" y="794"/>
                    <a:pt x="11939" y="137"/>
                    <a:pt x="11002" y="27"/>
                  </a:cubicBezTo>
                  <a:cubicBezTo>
                    <a:pt x="10896" y="15"/>
                    <a:pt x="10795" y="10"/>
                    <a:pt x="10700" y="10"/>
                  </a:cubicBezTo>
                  <a:cubicBezTo>
                    <a:pt x="10128" y="10"/>
                    <a:pt x="9742" y="215"/>
                    <a:pt x="9481" y="466"/>
                  </a:cubicBezTo>
                  <a:cubicBezTo>
                    <a:pt x="9335" y="594"/>
                    <a:pt x="9154" y="658"/>
                    <a:pt x="8973" y="658"/>
                  </a:cubicBezTo>
                  <a:cubicBezTo>
                    <a:pt x="8776" y="658"/>
                    <a:pt x="8580" y="581"/>
                    <a:pt x="8434" y="429"/>
                  </a:cubicBezTo>
                  <a:cubicBezTo>
                    <a:pt x="8162" y="157"/>
                    <a:pt x="7783" y="1"/>
                    <a:pt x="7398" y="1"/>
                  </a:cubicBezTo>
                  <a:close/>
                </a:path>
              </a:pathLst>
            </a:custGeom>
            <a:solidFill>
              <a:schemeClr val="accent1"/>
            </a:solid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6" name="Google Shape;1246;p68"/>
            <p:cNvSpPr/>
            <p:nvPr/>
          </p:nvSpPr>
          <p:spPr>
            <a:xfrm>
              <a:off x="-2219625" y="2825725"/>
              <a:ext cx="136325" cy="171925"/>
            </a:xfrm>
            <a:custGeom>
              <a:rect b="b" l="l" r="r" t="t"/>
              <a:pathLst>
                <a:path extrusionOk="0" h="6877" w="5453">
                  <a:moveTo>
                    <a:pt x="670" y="0"/>
                  </a:moveTo>
                  <a:lnTo>
                    <a:pt x="341" y="3359"/>
                  </a:lnTo>
                  <a:lnTo>
                    <a:pt x="85" y="5404"/>
                  </a:lnTo>
                  <a:lnTo>
                    <a:pt x="0" y="6110"/>
                  </a:lnTo>
                  <a:lnTo>
                    <a:pt x="3651" y="6876"/>
                  </a:lnTo>
                  <a:lnTo>
                    <a:pt x="3858" y="5209"/>
                  </a:lnTo>
                  <a:lnTo>
                    <a:pt x="3968" y="4260"/>
                  </a:lnTo>
                  <a:lnTo>
                    <a:pt x="5452" y="986"/>
                  </a:lnTo>
                  <a:lnTo>
                    <a:pt x="670" y="0"/>
                  </a:lnTo>
                  <a:close/>
                </a:path>
              </a:pathLst>
            </a:custGeom>
            <a:solidFill>
              <a:schemeClr val="lt2"/>
            </a:solid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7" name="Google Shape;1247;p68"/>
            <p:cNvSpPr/>
            <p:nvPr/>
          </p:nvSpPr>
          <p:spPr>
            <a:xfrm>
              <a:off x="-2219625" y="2955675"/>
              <a:ext cx="96475" cy="41975"/>
            </a:xfrm>
            <a:custGeom>
              <a:rect b="b" l="l" r="r" t="t"/>
              <a:pathLst>
                <a:path extrusionOk="0" h="1679" w="3859">
                  <a:moveTo>
                    <a:pt x="3155" y="1"/>
                  </a:moveTo>
                  <a:cubicBezTo>
                    <a:pt x="2128" y="1"/>
                    <a:pt x="1107" y="67"/>
                    <a:pt x="85" y="206"/>
                  </a:cubicBezTo>
                  <a:lnTo>
                    <a:pt x="0" y="912"/>
                  </a:lnTo>
                  <a:lnTo>
                    <a:pt x="3651" y="1678"/>
                  </a:lnTo>
                  <a:lnTo>
                    <a:pt x="3858" y="11"/>
                  </a:lnTo>
                  <a:cubicBezTo>
                    <a:pt x="3623" y="4"/>
                    <a:pt x="3389" y="1"/>
                    <a:pt x="3155" y="1"/>
                  </a:cubicBezTo>
                  <a:close/>
                </a:path>
              </a:pathLst>
            </a:custGeom>
            <a:solidFill>
              <a:schemeClr val="accent1"/>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8" name="Google Shape;1248;p68"/>
            <p:cNvSpPr/>
            <p:nvPr/>
          </p:nvSpPr>
          <p:spPr>
            <a:xfrm>
              <a:off x="-2478250" y="2770475"/>
              <a:ext cx="128425" cy="125850"/>
            </a:xfrm>
            <a:custGeom>
              <a:rect b="b" l="l" r="r" t="t"/>
              <a:pathLst>
                <a:path extrusionOk="0" h="5034" w="5137">
                  <a:moveTo>
                    <a:pt x="2389" y="1"/>
                  </a:moveTo>
                  <a:cubicBezTo>
                    <a:pt x="1791" y="1"/>
                    <a:pt x="421" y="237"/>
                    <a:pt x="232" y="2368"/>
                  </a:cubicBezTo>
                  <a:cubicBezTo>
                    <a:pt x="1" y="4985"/>
                    <a:pt x="2118" y="5034"/>
                    <a:pt x="2118" y="5034"/>
                  </a:cubicBezTo>
                  <a:lnTo>
                    <a:pt x="4893" y="4802"/>
                  </a:lnTo>
                  <a:lnTo>
                    <a:pt x="5136" y="665"/>
                  </a:lnTo>
                  <a:lnTo>
                    <a:pt x="2666" y="20"/>
                  </a:lnTo>
                  <a:cubicBezTo>
                    <a:pt x="2666" y="20"/>
                    <a:pt x="2559" y="1"/>
                    <a:pt x="2389" y="1"/>
                  </a:cubicBezTo>
                  <a:close/>
                </a:path>
              </a:pathLst>
            </a:custGeom>
            <a:solidFill>
              <a:schemeClr val="accent3"/>
            </a:solid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9" name="Google Shape;1249;p68"/>
            <p:cNvSpPr/>
            <p:nvPr/>
          </p:nvSpPr>
          <p:spPr>
            <a:xfrm>
              <a:off x="-2480025" y="2800925"/>
              <a:ext cx="127450" cy="95400"/>
            </a:xfrm>
            <a:custGeom>
              <a:rect b="b" l="l" r="r" t="t"/>
              <a:pathLst>
                <a:path extrusionOk="0" h="3816" w="5098">
                  <a:moveTo>
                    <a:pt x="2155" y="0"/>
                  </a:moveTo>
                  <a:cubicBezTo>
                    <a:pt x="800" y="0"/>
                    <a:pt x="1" y="3756"/>
                    <a:pt x="2189" y="3816"/>
                  </a:cubicBezTo>
                  <a:lnTo>
                    <a:pt x="4964" y="3584"/>
                  </a:lnTo>
                  <a:lnTo>
                    <a:pt x="5098" y="445"/>
                  </a:lnTo>
                  <a:cubicBezTo>
                    <a:pt x="5098" y="445"/>
                    <a:pt x="2968" y="92"/>
                    <a:pt x="2250" y="6"/>
                  </a:cubicBezTo>
                  <a:cubicBezTo>
                    <a:pt x="2218" y="2"/>
                    <a:pt x="2186" y="0"/>
                    <a:pt x="2155" y="0"/>
                  </a:cubicBezTo>
                  <a:close/>
                </a:path>
              </a:pathLst>
            </a:custGeom>
            <a:solidFill>
              <a:schemeClr val="accent3"/>
            </a:solid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0" name="Google Shape;1250;p68"/>
            <p:cNvSpPr/>
            <p:nvPr/>
          </p:nvSpPr>
          <p:spPr>
            <a:xfrm>
              <a:off x="-2447975" y="2832100"/>
              <a:ext cx="53725" cy="39975"/>
            </a:xfrm>
            <a:custGeom>
              <a:rect b="b" l="l" r="r" t="t"/>
              <a:pathLst>
                <a:path extrusionOk="0" h="1599" w="2149">
                  <a:moveTo>
                    <a:pt x="591" y="1"/>
                  </a:moveTo>
                  <a:cubicBezTo>
                    <a:pt x="591" y="1"/>
                    <a:pt x="1" y="1598"/>
                    <a:pt x="1168" y="1598"/>
                  </a:cubicBezTo>
                  <a:cubicBezTo>
                    <a:pt x="1198" y="1598"/>
                    <a:pt x="1228" y="1597"/>
                    <a:pt x="1260" y="1595"/>
                  </a:cubicBezTo>
                  <a:cubicBezTo>
                    <a:pt x="1260" y="1595"/>
                    <a:pt x="2112" y="1327"/>
                    <a:pt x="2149" y="135"/>
                  </a:cubicBezTo>
                  <a:lnTo>
                    <a:pt x="591" y="1"/>
                  </a:lnTo>
                  <a:close/>
                </a:path>
              </a:pathLst>
            </a:custGeom>
            <a:solidFill>
              <a:schemeClr val="accent3"/>
            </a:solid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1" name="Google Shape;1251;p68"/>
            <p:cNvSpPr/>
            <p:nvPr/>
          </p:nvSpPr>
          <p:spPr>
            <a:xfrm>
              <a:off x="-2423775" y="2801075"/>
              <a:ext cx="71200" cy="71825"/>
            </a:xfrm>
            <a:custGeom>
              <a:rect b="b" l="l" r="r" t="t"/>
              <a:pathLst>
                <a:path extrusionOk="0" h="2873" w="2848">
                  <a:moveTo>
                    <a:pt x="0" y="0"/>
                  </a:moveTo>
                  <a:lnTo>
                    <a:pt x="0" y="0"/>
                  </a:lnTo>
                  <a:cubicBezTo>
                    <a:pt x="1546" y="317"/>
                    <a:pt x="1375" y="2556"/>
                    <a:pt x="292" y="2836"/>
                  </a:cubicBezTo>
                  <a:lnTo>
                    <a:pt x="2605" y="2873"/>
                  </a:lnTo>
                  <a:lnTo>
                    <a:pt x="2848" y="439"/>
                  </a:lnTo>
                  <a:cubicBezTo>
                    <a:pt x="2848" y="439"/>
                    <a:pt x="1193" y="25"/>
                    <a:pt x="0" y="0"/>
                  </a:cubicBezTo>
                  <a:close/>
                </a:path>
              </a:pathLst>
            </a:custGeom>
            <a:solidFill>
              <a:schemeClr val="accent3"/>
            </a:solid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2" name="Google Shape;1252;p68"/>
            <p:cNvSpPr/>
            <p:nvPr/>
          </p:nvSpPr>
          <p:spPr>
            <a:xfrm>
              <a:off x="-2425300" y="2770950"/>
              <a:ext cx="531600" cy="180750"/>
            </a:xfrm>
            <a:custGeom>
              <a:rect b="b" l="l" r="r" t="t"/>
              <a:pathLst>
                <a:path extrusionOk="0" h="7230" w="21264">
                  <a:moveTo>
                    <a:pt x="548" y="1"/>
                  </a:moveTo>
                  <a:cubicBezTo>
                    <a:pt x="548" y="1"/>
                    <a:pt x="2179" y="1011"/>
                    <a:pt x="2094" y="2751"/>
                  </a:cubicBezTo>
                  <a:cubicBezTo>
                    <a:pt x="1996" y="4503"/>
                    <a:pt x="0" y="5015"/>
                    <a:pt x="0" y="5015"/>
                  </a:cubicBezTo>
                  <a:lnTo>
                    <a:pt x="8738" y="4856"/>
                  </a:lnTo>
                  <a:lnTo>
                    <a:pt x="9688" y="4832"/>
                  </a:lnTo>
                  <a:lnTo>
                    <a:pt x="12341" y="5501"/>
                  </a:lnTo>
                  <a:cubicBezTo>
                    <a:pt x="12341" y="5501"/>
                    <a:pt x="17306" y="6804"/>
                    <a:pt x="19131" y="7205"/>
                  </a:cubicBezTo>
                  <a:cubicBezTo>
                    <a:pt x="19195" y="7222"/>
                    <a:pt x="19257" y="7230"/>
                    <a:pt x="19318" y="7230"/>
                  </a:cubicBezTo>
                  <a:cubicBezTo>
                    <a:pt x="20728" y="7230"/>
                    <a:pt x="21264" y="2933"/>
                    <a:pt x="19338" y="2641"/>
                  </a:cubicBezTo>
                  <a:lnTo>
                    <a:pt x="13984" y="2435"/>
                  </a:lnTo>
                  <a:lnTo>
                    <a:pt x="11379" y="2325"/>
                  </a:lnTo>
                  <a:lnTo>
                    <a:pt x="8909" y="1802"/>
                  </a:lnTo>
                  <a:lnTo>
                    <a:pt x="548" y="1"/>
                  </a:lnTo>
                  <a:close/>
                </a:path>
              </a:pathLst>
            </a:custGeom>
            <a:solidFill>
              <a:schemeClr val="accent2"/>
            </a:solid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3" name="Google Shape;1253;p68"/>
            <p:cNvSpPr/>
            <p:nvPr/>
          </p:nvSpPr>
          <p:spPr>
            <a:xfrm>
              <a:off x="-2207150" y="2815975"/>
              <a:ext cx="131450" cy="78725"/>
            </a:xfrm>
            <a:custGeom>
              <a:rect b="b" l="l" r="r" t="t"/>
              <a:pathLst>
                <a:path extrusionOk="0" h="3149" w="5258">
                  <a:moveTo>
                    <a:pt x="171" y="1"/>
                  </a:moveTo>
                  <a:lnTo>
                    <a:pt x="0" y="3055"/>
                  </a:lnTo>
                  <a:lnTo>
                    <a:pt x="0" y="3055"/>
                  </a:lnTo>
                  <a:lnTo>
                    <a:pt x="949" y="3043"/>
                  </a:lnTo>
                  <a:cubicBezTo>
                    <a:pt x="1233" y="3114"/>
                    <a:pt x="1518" y="3148"/>
                    <a:pt x="1801" y="3148"/>
                  </a:cubicBezTo>
                  <a:cubicBezTo>
                    <a:pt x="3072" y="3148"/>
                    <a:pt x="4277" y="2456"/>
                    <a:pt x="4905" y="1291"/>
                  </a:cubicBezTo>
                  <a:lnTo>
                    <a:pt x="5258" y="634"/>
                  </a:lnTo>
                  <a:lnTo>
                    <a:pt x="2653" y="536"/>
                  </a:lnTo>
                  <a:lnTo>
                    <a:pt x="171"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4" name="Google Shape;1254;p68"/>
            <p:cNvSpPr/>
            <p:nvPr/>
          </p:nvSpPr>
          <p:spPr>
            <a:xfrm>
              <a:off x="-2115875" y="2810400"/>
              <a:ext cx="49600" cy="76750"/>
            </a:xfrm>
            <a:custGeom>
              <a:rect b="b" l="l" r="r" t="t"/>
              <a:pathLst>
                <a:path extrusionOk="0" h="3070" w="1984">
                  <a:moveTo>
                    <a:pt x="1209" y="1"/>
                  </a:moveTo>
                  <a:cubicBezTo>
                    <a:pt x="869" y="1"/>
                    <a:pt x="575" y="239"/>
                    <a:pt x="511" y="589"/>
                  </a:cubicBezTo>
                  <a:lnTo>
                    <a:pt x="256" y="2001"/>
                  </a:lnTo>
                  <a:lnTo>
                    <a:pt x="122" y="2341"/>
                  </a:lnTo>
                  <a:cubicBezTo>
                    <a:pt x="0" y="2658"/>
                    <a:pt x="195" y="2999"/>
                    <a:pt x="511" y="3059"/>
                  </a:cubicBezTo>
                  <a:cubicBezTo>
                    <a:pt x="547" y="3066"/>
                    <a:pt x="582" y="3070"/>
                    <a:pt x="617" y="3070"/>
                  </a:cubicBezTo>
                  <a:cubicBezTo>
                    <a:pt x="763" y="3070"/>
                    <a:pt x="902" y="3011"/>
                    <a:pt x="1010" y="2913"/>
                  </a:cubicBezTo>
                  <a:lnTo>
                    <a:pt x="1497" y="2402"/>
                  </a:lnTo>
                  <a:cubicBezTo>
                    <a:pt x="1570" y="2329"/>
                    <a:pt x="1619" y="2244"/>
                    <a:pt x="1643" y="2147"/>
                  </a:cubicBezTo>
                  <a:lnTo>
                    <a:pt x="1911" y="869"/>
                  </a:lnTo>
                  <a:cubicBezTo>
                    <a:pt x="1984" y="479"/>
                    <a:pt x="1740" y="102"/>
                    <a:pt x="1363" y="17"/>
                  </a:cubicBezTo>
                  <a:cubicBezTo>
                    <a:pt x="1311" y="6"/>
                    <a:pt x="1259" y="1"/>
                    <a:pt x="1209" y="1"/>
                  </a:cubicBezTo>
                  <a:close/>
                </a:path>
              </a:pathLst>
            </a:custGeom>
            <a:solidFill>
              <a:schemeClr val="lt2"/>
            </a:solid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5" name="Google Shape;1255;p68"/>
            <p:cNvSpPr/>
            <p:nvPr/>
          </p:nvSpPr>
          <p:spPr>
            <a:xfrm>
              <a:off x="-2136275" y="2801575"/>
              <a:ext cx="49325" cy="76650"/>
            </a:xfrm>
            <a:custGeom>
              <a:rect b="b" l="l" r="r" t="t"/>
              <a:pathLst>
                <a:path extrusionOk="0" h="3066" w="1973">
                  <a:moveTo>
                    <a:pt x="1197" y="1"/>
                  </a:moveTo>
                  <a:cubicBezTo>
                    <a:pt x="857" y="1"/>
                    <a:pt x="563" y="239"/>
                    <a:pt x="500" y="589"/>
                  </a:cubicBezTo>
                  <a:lnTo>
                    <a:pt x="232" y="1988"/>
                  </a:lnTo>
                  <a:lnTo>
                    <a:pt x="110" y="2341"/>
                  </a:lnTo>
                  <a:cubicBezTo>
                    <a:pt x="1" y="2646"/>
                    <a:pt x="183" y="2986"/>
                    <a:pt x="500" y="3059"/>
                  </a:cubicBezTo>
                  <a:cubicBezTo>
                    <a:pt x="530" y="3063"/>
                    <a:pt x="560" y="3065"/>
                    <a:pt x="589" y="3065"/>
                  </a:cubicBezTo>
                  <a:cubicBezTo>
                    <a:pt x="741" y="3065"/>
                    <a:pt x="885" y="3013"/>
                    <a:pt x="987" y="2901"/>
                  </a:cubicBezTo>
                  <a:lnTo>
                    <a:pt x="1485" y="2402"/>
                  </a:lnTo>
                  <a:cubicBezTo>
                    <a:pt x="1558" y="2329"/>
                    <a:pt x="1607" y="2232"/>
                    <a:pt x="1632" y="2135"/>
                  </a:cubicBezTo>
                  <a:lnTo>
                    <a:pt x="1899" y="857"/>
                  </a:lnTo>
                  <a:cubicBezTo>
                    <a:pt x="1972" y="479"/>
                    <a:pt x="1729" y="102"/>
                    <a:pt x="1352" y="17"/>
                  </a:cubicBezTo>
                  <a:cubicBezTo>
                    <a:pt x="1299" y="6"/>
                    <a:pt x="1248" y="1"/>
                    <a:pt x="1197" y="1"/>
                  </a:cubicBezTo>
                  <a:close/>
                </a:path>
              </a:pathLst>
            </a:custGeom>
            <a:solidFill>
              <a:schemeClr val="lt2"/>
            </a:solid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6" name="Google Shape;1256;p68"/>
            <p:cNvSpPr/>
            <p:nvPr/>
          </p:nvSpPr>
          <p:spPr>
            <a:xfrm>
              <a:off x="-2167600" y="2791775"/>
              <a:ext cx="53250" cy="82300"/>
            </a:xfrm>
            <a:custGeom>
              <a:rect b="b" l="l" r="r" t="t"/>
              <a:pathLst>
                <a:path extrusionOk="0" h="3292" w="2130">
                  <a:moveTo>
                    <a:pt x="1282" y="0"/>
                  </a:moveTo>
                  <a:cubicBezTo>
                    <a:pt x="929" y="0"/>
                    <a:pt x="609" y="259"/>
                    <a:pt x="536" y="628"/>
                  </a:cubicBezTo>
                  <a:lnTo>
                    <a:pt x="268" y="2149"/>
                  </a:lnTo>
                  <a:lnTo>
                    <a:pt x="122" y="2527"/>
                  </a:lnTo>
                  <a:cubicBezTo>
                    <a:pt x="0" y="2855"/>
                    <a:pt x="207" y="3208"/>
                    <a:pt x="548" y="3281"/>
                  </a:cubicBezTo>
                  <a:cubicBezTo>
                    <a:pt x="585" y="3288"/>
                    <a:pt x="623" y="3291"/>
                    <a:pt x="660" y="3291"/>
                  </a:cubicBezTo>
                  <a:cubicBezTo>
                    <a:pt x="815" y="3291"/>
                    <a:pt x="963" y="3231"/>
                    <a:pt x="1071" y="3123"/>
                  </a:cubicBezTo>
                  <a:lnTo>
                    <a:pt x="1594" y="2587"/>
                  </a:lnTo>
                  <a:cubicBezTo>
                    <a:pt x="1668" y="2502"/>
                    <a:pt x="1728" y="2405"/>
                    <a:pt x="1753" y="2295"/>
                  </a:cubicBezTo>
                  <a:lnTo>
                    <a:pt x="2033" y="932"/>
                  </a:lnTo>
                  <a:cubicBezTo>
                    <a:pt x="2130" y="518"/>
                    <a:pt x="1862" y="105"/>
                    <a:pt x="1448" y="20"/>
                  </a:cubicBezTo>
                  <a:cubicBezTo>
                    <a:pt x="1393" y="6"/>
                    <a:pt x="1337" y="0"/>
                    <a:pt x="1282" y="0"/>
                  </a:cubicBezTo>
                  <a:close/>
                </a:path>
              </a:pathLst>
            </a:custGeom>
            <a:solidFill>
              <a:schemeClr val="lt2"/>
            </a:solid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7" name="Google Shape;1257;p68"/>
            <p:cNvSpPr/>
            <p:nvPr/>
          </p:nvSpPr>
          <p:spPr>
            <a:xfrm>
              <a:off x="-2193775" y="2787200"/>
              <a:ext cx="49000" cy="90675"/>
            </a:xfrm>
            <a:custGeom>
              <a:rect b="b" l="l" r="r" t="t"/>
              <a:pathLst>
                <a:path extrusionOk="0" h="3627" w="1960">
                  <a:moveTo>
                    <a:pt x="1110" y="1"/>
                  </a:moveTo>
                  <a:cubicBezTo>
                    <a:pt x="691" y="1"/>
                    <a:pt x="325" y="324"/>
                    <a:pt x="281" y="750"/>
                  </a:cubicBezTo>
                  <a:lnTo>
                    <a:pt x="183" y="1821"/>
                  </a:lnTo>
                  <a:lnTo>
                    <a:pt x="134" y="2417"/>
                  </a:lnTo>
                  <a:lnTo>
                    <a:pt x="25" y="2831"/>
                  </a:lnTo>
                  <a:cubicBezTo>
                    <a:pt x="13" y="2880"/>
                    <a:pt x="1" y="2941"/>
                    <a:pt x="1" y="3002"/>
                  </a:cubicBezTo>
                  <a:cubicBezTo>
                    <a:pt x="1" y="3318"/>
                    <a:pt x="244" y="3586"/>
                    <a:pt x="560" y="3622"/>
                  </a:cubicBezTo>
                  <a:cubicBezTo>
                    <a:pt x="585" y="3625"/>
                    <a:pt x="610" y="3626"/>
                    <a:pt x="634" y="3626"/>
                  </a:cubicBezTo>
                  <a:cubicBezTo>
                    <a:pt x="825" y="3626"/>
                    <a:pt x="1001" y="3542"/>
                    <a:pt x="1120" y="3391"/>
                  </a:cubicBezTo>
                  <a:lnTo>
                    <a:pt x="1644" y="2758"/>
                  </a:lnTo>
                  <a:cubicBezTo>
                    <a:pt x="1717" y="2661"/>
                    <a:pt x="1765" y="2551"/>
                    <a:pt x="1777" y="2442"/>
                  </a:cubicBezTo>
                  <a:lnTo>
                    <a:pt x="1887" y="1456"/>
                  </a:lnTo>
                  <a:lnTo>
                    <a:pt x="1960" y="921"/>
                  </a:lnTo>
                  <a:lnTo>
                    <a:pt x="1960" y="823"/>
                  </a:lnTo>
                  <a:cubicBezTo>
                    <a:pt x="1948" y="409"/>
                    <a:pt x="1631" y="56"/>
                    <a:pt x="1218" y="8"/>
                  </a:cubicBezTo>
                  <a:cubicBezTo>
                    <a:pt x="1182" y="3"/>
                    <a:pt x="1146" y="1"/>
                    <a:pt x="1110" y="1"/>
                  </a:cubicBezTo>
                  <a:close/>
                </a:path>
              </a:pathLst>
            </a:custGeom>
            <a:solidFill>
              <a:schemeClr val="lt2"/>
            </a:solid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8" name="Google Shape;1258;p68"/>
            <p:cNvSpPr/>
            <p:nvPr/>
          </p:nvSpPr>
          <p:spPr>
            <a:xfrm>
              <a:off x="-2193775" y="2823600"/>
              <a:ext cx="47175" cy="54275"/>
            </a:xfrm>
            <a:custGeom>
              <a:rect b="b" l="l" r="r" t="t"/>
              <a:pathLst>
                <a:path extrusionOk="0" h="2171" w="1887">
                  <a:moveTo>
                    <a:pt x="1887" y="0"/>
                  </a:moveTo>
                  <a:lnTo>
                    <a:pt x="183" y="365"/>
                  </a:lnTo>
                  <a:lnTo>
                    <a:pt x="134" y="961"/>
                  </a:lnTo>
                  <a:lnTo>
                    <a:pt x="25" y="1375"/>
                  </a:lnTo>
                  <a:cubicBezTo>
                    <a:pt x="13" y="1424"/>
                    <a:pt x="1" y="1485"/>
                    <a:pt x="1" y="1546"/>
                  </a:cubicBezTo>
                  <a:cubicBezTo>
                    <a:pt x="1" y="1862"/>
                    <a:pt x="244" y="2130"/>
                    <a:pt x="560" y="2166"/>
                  </a:cubicBezTo>
                  <a:cubicBezTo>
                    <a:pt x="584" y="2169"/>
                    <a:pt x="607" y="2170"/>
                    <a:pt x="630" y="2170"/>
                  </a:cubicBezTo>
                  <a:cubicBezTo>
                    <a:pt x="813" y="2170"/>
                    <a:pt x="989" y="2086"/>
                    <a:pt x="1108" y="1935"/>
                  </a:cubicBezTo>
                  <a:lnTo>
                    <a:pt x="1631" y="1302"/>
                  </a:lnTo>
                  <a:cubicBezTo>
                    <a:pt x="1704" y="1217"/>
                    <a:pt x="1753" y="1095"/>
                    <a:pt x="1765" y="986"/>
                  </a:cubicBezTo>
                  <a:lnTo>
                    <a:pt x="1887" y="0"/>
                  </a:lnTo>
                  <a:close/>
                </a:path>
              </a:pathLst>
            </a:custGeom>
            <a:solidFill>
              <a:schemeClr val="accent4"/>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9" name="Google Shape;1259;p68"/>
            <p:cNvSpPr/>
            <p:nvPr/>
          </p:nvSpPr>
          <p:spPr>
            <a:xfrm>
              <a:off x="-2246400" y="2807400"/>
              <a:ext cx="98600" cy="123300"/>
            </a:xfrm>
            <a:custGeom>
              <a:rect b="b" l="l" r="r" t="t"/>
              <a:pathLst>
                <a:path extrusionOk="0" h="4932" w="3944">
                  <a:moveTo>
                    <a:pt x="1853" y="1"/>
                  </a:moveTo>
                  <a:cubicBezTo>
                    <a:pt x="1749" y="1"/>
                    <a:pt x="1655" y="37"/>
                    <a:pt x="1570" y="100"/>
                  </a:cubicBezTo>
                  <a:lnTo>
                    <a:pt x="390" y="1171"/>
                  </a:lnTo>
                  <a:cubicBezTo>
                    <a:pt x="85" y="1451"/>
                    <a:pt x="0" y="1889"/>
                    <a:pt x="183" y="2267"/>
                  </a:cubicBezTo>
                  <a:lnTo>
                    <a:pt x="1497" y="4932"/>
                  </a:lnTo>
                  <a:lnTo>
                    <a:pt x="3383" y="4348"/>
                  </a:lnTo>
                  <a:cubicBezTo>
                    <a:pt x="3469" y="3435"/>
                    <a:pt x="3043" y="2327"/>
                    <a:pt x="2519" y="1561"/>
                  </a:cubicBezTo>
                  <a:lnTo>
                    <a:pt x="2373" y="1342"/>
                  </a:lnTo>
                  <a:lnTo>
                    <a:pt x="3639" y="1050"/>
                  </a:lnTo>
                  <a:cubicBezTo>
                    <a:pt x="3822" y="1001"/>
                    <a:pt x="3943" y="843"/>
                    <a:pt x="3943" y="660"/>
                  </a:cubicBezTo>
                  <a:cubicBezTo>
                    <a:pt x="3943" y="453"/>
                    <a:pt x="3797" y="283"/>
                    <a:pt x="3603" y="259"/>
                  </a:cubicBezTo>
                  <a:lnTo>
                    <a:pt x="1899" y="3"/>
                  </a:lnTo>
                  <a:cubicBezTo>
                    <a:pt x="1883" y="1"/>
                    <a:pt x="1868" y="1"/>
                    <a:pt x="185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0" name="Google Shape;1260;p68"/>
            <p:cNvSpPr/>
            <p:nvPr/>
          </p:nvSpPr>
          <p:spPr>
            <a:xfrm>
              <a:off x="-2246400" y="2807150"/>
              <a:ext cx="98600" cy="123550"/>
            </a:xfrm>
            <a:custGeom>
              <a:rect b="b" l="l" r="r" t="t"/>
              <a:pathLst>
                <a:path extrusionOk="0" fill="none" h="4942" w="3944">
                  <a:moveTo>
                    <a:pt x="1497" y="4942"/>
                  </a:moveTo>
                  <a:lnTo>
                    <a:pt x="183" y="2277"/>
                  </a:lnTo>
                  <a:cubicBezTo>
                    <a:pt x="0" y="1899"/>
                    <a:pt x="85" y="1461"/>
                    <a:pt x="390" y="1181"/>
                  </a:cubicBezTo>
                  <a:lnTo>
                    <a:pt x="1570" y="110"/>
                  </a:lnTo>
                  <a:cubicBezTo>
                    <a:pt x="1668" y="37"/>
                    <a:pt x="1777" y="1"/>
                    <a:pt x="1899" y="13"/>
                  </a:cubicBezTo>
                  <a:lnTo>
                    <a:pt x="3603" y="269"/>
                  </a:lnTo>
                  <a:cubicBezTo>
                    <a:pt x="3797" y="293"/>
                    <a:pt x="3943" y="463"/>
                    <a:pt x="3943" y="670"/>
                  </a:cubicBezTo>
                  <a:lnTo>
                    <a:pt x="3943" y="670"/>
                  </a:lnTo>
                  <a:cubicBezTo>
                    <a:pt x="3943" y="853"/>
                    <a:pt x="3822" y="1011"/>
                    <a:pt x="3639" y="1060"/>
                  </a:cubicBezTo>
                  <a:lnTo>
                    <a:pt x="2373" y="1352"/>
                  </a:lnTo>
                  <a:lnTo>
                    <a:pt x="2519" y="1571"/>
                  </a:lnTo>
                  <a:cubicBezTo>
                    <a:pt x="3043" y="2337"/>
                    <a:pt x="3469" y="3445"/>
                    <a:pt x="3383" y="4358"/>
                  </a:cubicBezTo>
                </a:path>
              </a:pathLst>
            </a:custGeom>
            <a:no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1" name="Google Shape;1261;p68"/>
            <p:cNvSpPr/>
            <p:nvPr/>
          </p:nvSpPr>
          <p:spPr>
            <a:xfrm>
              <a:off x="-2537275" y="2968725"/>
              <a:ext cx="441500" cy="352950"/>
            </a:xfrm>
            <a:custGeom>
              <a:rect b="b" l="l" r="r" t="t"/>
              <a:pathLst>
                <a:path extrusionOk="0" h="14118" w="17660">
                  <a:moveTo>
                    <a:pt x="12463" y="0"/>
                  </a:moveTo>
                  <a:lnTo>
                    <a:pt x="10430" y="7180"/>
                  </a:lnTo>
                  <a:lnTo>
                    <a:pt x="1" y="5732"/>
                  </a:lnTo>
                  <a:lnTo>
                    <a:pt x="1242" y="10040"/>
                  </a:lnTo>
                  <a:lnTo>
                    <a:pt x="2435" y="14117"/>
                  </a:lnTo>
                  <a:lnTo>
                    <a:pt x="13205" y="14117"/>
                  </a:lnTo>
                  <a:cubicBezTo>
                    <a:pt x="13214" y="14117"/>
                    <a:pt x="13223" y="14117"/>
                    <a:pt x="13231" y="14117"/>
                  </a:cubicBezTo>
                  <a:cubicBezTo>
                    <a:pt x="14352" y="14117"/>
                    <a:pt x="15325" y="13342"/>
                    <a:pt x="15590" y="12243"/>
                  </a:cubicBezTo>
                  <a:cubicBezTo>
                    <a:pt x="16649" y="7764"/>
                    <a:pt x="17659" y="949"/>
                    <a:pt x="17659" y="949"/>
                  </a:cubicBezTo>
                  <a:cubicBezTo>
                    <a:pt x="15627" y="243"/>
                    <a:pt x="12463" y="0"/>
                    <a:pt x="12463" y="0"/>
                  </a:cubicBezTo>
                  <a:close/>
                </a:path>
              </a:pathLst>
            </a:custGeom>
            <a:solidFill>
              <a:schemeClr val="accent6"/>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2" name="Google Shape;1262;p68"/>
            <p:cNvSpPr/>
            <p:nvPr/>
          </p:nvSpPr>
          <p:spPr>
            <a:xfrm>
              <a:off x="-2506225" y="3206264"/>
              <a:ext cx="180125" cy="111075"/>
            </a:xfrm>
            <a:custGeom>
              <a:rect b="b" l="l" r="r" t="t"/>
              <a:pathLst>
                <a:path extrusionOk="0" h="4443" w="7205">
                  <a:moveTo>
                    <a:pt x="609" y="0"/>
                  </a:moveTo>
                  <a:lnTo>
                    <a:pt x="0" y="365"/>
                  </a:lnTo>
                  <a:lnTo>
                    <a:pt x="1193" y="4442"/>
                  </a:lnTo>
                  <a:lnTo>
                    <a:pt x="7205" y="4442"/>
                  </a:lnTo>
                  <a:lnTo>
                    <a:pt x="609"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3" name="Google Shape;1263;p68"/>
            <p:cNvSpPr/>
            <p:nvPr/>
          </p:nvSpPr>
          <p:spPr>
            <a:xfrm>
              <a:off x="-2321850" y="3145377"/>
              <a:ext cx="45350" cy="52575"/>
            </a:xfrm>
            <a:custGeom>
              <a:rect b="b" l="l" r="r" t="t"/>
              <a:pathLst>
                <a:path extrusionOk="0" h="2103" w="1814">
                  <a:moveTo>
                    <a:pt x="0" y="1"/>
                  </a:moveTo>
                  <a:lnTo>
                    <a:pt x="1035" y="1997"/>
                  </a:lnTo>
                  <a:cubicBezTo>
                    <a:pt x="1068" y="2069"/>
                    <a:pt x="1136" y="2103"/>
                    <a:pt x="1204" y="2103"/>
                  </a:cubicBezTo>
                  <a:cubicBezTo>
                    <a:pt x="1286" y="2103"/>
                    <a:pt x="1368" y="2053"/>
                    <a:pt x="1387" y="1960"/>
                  </a:cubicBezTo>
                  <a:lnTo>
                    <a:pt x="1813" y="244"/>
                  </a:lnTo>
                  <a:lnTo>
                    <a:pt x="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4" name="Google Shape;1264;p68"/>
            <p:cNvSpPr/>
            <p:nvPr/>
          </p:nvSpPr>
          <p:spPr>
            <a:xfrm>
              <a:off x="-2225725" y="3008875"/>
              <a:ext cx="115950" cy="22850"/>
            </a:xfrm>
            <a:custGeom>
              <a:rect b="b" l="l" r="r" t="t"/>
              <a:pathLst>
                <a:path extrusionOk="0" fill="none" h="914" w="4638">
                  <a:moveTo>
                    <a:pt x="1" y="0"/>
                  </a:moveTo>
                  <a:cubicBezTo>
                    <a:pt x="609" y="61"/>
                    <a:pt x="2897" y="353"/>
                    <a:pt x="4638" y="913"/>
                  </a:cubicBezTo>
                </a:path>
              </a:pathLst>
            </a:custGeom>
            <a:no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5" name="Google Shape;1265;p68"/>
            <p:cNvSpPr/>
            <p:nvPr/>
          </p:nvSpPr>
          <p:spPr>
            <a:xfrm>
              <a:off x="-2881675" y="3132100"/>
              <a:ext cx="591475" cy="1051500"/>
            </a:xfrm>
            <a:custGeom>
              <a:rect b="b" l="l" r="r" t="t"/>
              <a:pathLst>
                <a:path extrusionOk="0" h="42060" w="23659">
                  <a:moveTo>
                    <a:pt x="13643" y="0"/>
                  </a:moveTo>
                  <a:lnTo>
                    <a:pt x="5112" y="1242"/>
                  </a:lnTo>
                  <a:lnTo>
                    <a:pt x="0" y="42060"/>
                  </a:lnTo>
                  <a:lnTo>
                    <a:pt x="23087" y="41524"/>
                  </a:lnTo>
                  <a:lnTo>
                    <a:pt x="23659" y="38810"/>
                  </a:lnTo>
                  <a:lnTo>
                    <a:pt x="13643" y="0"/>
                  </a:lnTo>
                  <a:close/>
                </a:path>
              </a:pathLst>
            </a:custGeom>
            <a:solidFill>
              <a:schemeClr val="accent1"/>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6" name="Google Shape;1266;p68"/>
            <p:cNvSpPr/>
            <p:nvPr/>
          </p:nvSpPr>
          <p:spPr>
            <a:xfrm>
              <a:off x="-2463025" y="4785675"/>
              <a:ext cx="256800" cy="323450"/>
            </a:xfrm>
            <a:custGeom>
              <a:rect b="b" l="l" r="r" t="t"/>
              <a:pathLst>
                <a:path extrusionOk="0" h="12938" w="10272">
                  <a:moveTo>
                    <a:pt x="4661" y="1"/>
                  </a:moveTo>
                  <a:lnTo>
                    <a:pt x="0" y="1790"/>
                  </a:lnTo>
                  <a:lnTo>
                    <a:pt x="998" y="4394"/>
                  </a:lnTo>
                  <a:lnTo>
                    <a:pt x="2763" y="9043"/>
                  </a:lnTo>
                  <a:lnTo>
                    <a:pt x="3152" y="11051"/>
                  </a:lnTo>
                  <a:lnTo>
                    <a:pt x="3530" y="12937"/>
                  </a:lnTo>
                  <a:lnTo>
                    <a:pt x="10272" y="6487"/>
                  </a:lnTo>
                  <a:lnTo>
                    <a:pt x="10272" y="6487"/>
                  </a:lnTo>
                  <a:cubicBezTo>
                    <a:pt x="8945" y="6816"/>
                    <a:pt x="7485" y="7108"/>
                    <a:pt x="6499" y="7303"/>
                  </a:cubicBezTo>
                  <a:lnTo>
                    <a:pt x="6475" y="7303"/>
                  </a:lnTo>
                  <a:cubicBezTo>
                    <a:pt x="6406" y="7317"/>
                    <a:pt x="6337" y="7324"/>
                    <a:pt x="6270" y="7324"/>
                  </a:cubicBezTo>
                  <a:cubicBezTo>
                    <a:pt x="5756" y="7324"/>
                    <a:pt x="5311" y="6928"/>
                    <a:pt x="5258" y="6390"/>
                  </a:cubicBezTo>
                  <a:lnTo>
                    <a:pt x="4856" y="2131"/>
                  </a:lnTo>
                  <a:lnTo>
                    <a:pt x="4661" y="1"/>
                  </a:lnTo>
                  <a:close/>
                </a:path>
              </a:pathLst>
            </a:custGeom>
            <a:solidFill>
              <a:schemeClr val="lt2"/>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7" name="Google Shape;1267;p68"/>
            <p:cNvSpPr/>
            <p:nvPr/>
          </p:nvSpPr>
          <p:spPr>
            <a:xfrm>
              <a:off x="-2463025" y="4785675"/>
              <a:ext cx="256800" cy="323450"/>
            </a:xfrm>
            <a:custGeom>
              <a:rect b="b" l="l" r="r" t="t"/>
              <a:pathLst>
                <a:path extrusionOk="0" fill="none" h="12938" w="10272">
                  <a:moveTo>
                    <a:pt x="3530" y="12937"/>
                  </a:moveTo>
                  <a:lnTo>
                    <a:pt x="3152" y="11051"/>
                  </a:lnTo>
                  <a:lnTo>
                    <a:pt x="2763" y="9043"/>
                  </a:lnTo>
                  <a:lnTo>
                    <a:pt x="998" y="4394"/>
                  </a:lnTo>
                  <a:lnTo>
                    <a:pt x="0" y="1790"/>
                  </a:lnTo>
                  <a:lnTo>
                    <a:pt x="4661" y="1"/>
                  </a:lnTo>
                  <a:lnTo>
                    <a:pt x="4856" y="2131"/>
                  </a:lnTo>
                  <a:lnTo>
                    <a:pt x="5258" y="6390"/>
                  </a:lnTo>
                  <a:cubicBezTo>
                    <a:pt x="5318" y="6998"/>
                    <a:pt x="5878" y="7424"/>
                    <a:pt x="6475" y="7303"/>
                  </a:cubicBezTo>
                  <a:lnTo>
                    <a:pt x="6499" y="7303"/>
                  </a:lnTo>
                  <a:cubicBezTo>
                    <a:pt x="7485" y="7108"/>
                    <a:pt x="8945" y="6816"/>
                    <a:pt x="10272" y="6487"/>
                  </a:cubicBezTo>
                </a:path>
              </a:pathLst>
            </a:custGeom>
            <a:no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8" name="Google Shape;1268;p68"/>
            <p:cNvSpPr/>
            <p:nvPr/>
          </p:nvSpPr>
          <p:spPr>
            <a:xfrm>
              <a:off x="-2457567" y="4786765"/>
              <a:ext cx="107753" cy="97492"/>
            </a:xfrm>
            <a:custGeom>
              <a:rect b="b" l="l" r="r" t="t"/>
              <a:pathLst>
                <a:path extrusionOk="0" h="4395" w="4857">
                  <a:moveTo>
                    <a:pt x="4661" y="1"/>
                  </a:moveTo>
                  <a:lnTo>
                    <a:pt x="0" y="1790"/>
                  </a:lnTo>
                  <a:lnTo>
                    <a:pt x="998" y="4394"/>
                  </a:lnTo>
                  <a:lnTo>
                    <a:pt x="4856" y="2131"/>
                  </a:lnTo>
                  <a:lnTo>
                    <a:pt x="4661"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9" name="Google Shape;1269;p68"/>
            <p:cNvSpPr/>
            <p:nvPr/>
          </p:nvSpPr>
          <p:spPr>
            <a:xfrm>
              <a:off x="-2384225" y="4926000"/>
              <a:ext cx="281000" cy="203200"/>
            </a:xfrm>
            <a:custGeom>
              <a:rect b="b" l="l" r="r" t="t"/>
              <a:pathLst>
                <a:path extrusionOk="0" h="8128" w="11240">
                  <a:moveTo>
                    <a:pt x="10282" y="1"/>
                  </a:moveTo>
                  <a:cubicBezTo>
                    <a:pt x="10096" y="1"/>
                    <a:pt x="9842" y="58"/>
                    <a:pt x="9517" y="181"/>
                  </a:cubicBezTo>
                  <a:cubicBezTo>
                    <a:pt x="8093" y="716"/>
                    <a:pt x="5026" y="1361"/>
                    <a:pt x="3347" y="1690"/>
                  </a:cubicBezTo>
                  <a:cubicBezTo>
                    <a:pt x="2836" y="2712"/>
                    <a:pt x="1789" y="4404"/>
                    <a:pt x="0" y="5438"/>
                  </a:cubicBezTo>
                  <a:lnTo>
                    <a:pt x="536" y="8128"/>
                  </a:lnTo>
                  <a:cubicBezTo>
                    <a:pt x="536" y="8128"/>
                    <a:pt x="5842" y="5475"/>
                    <a:pt x="8324" y="3321"/>
                  </a:cubicBezTo>
                  <a:cubicBezTo>
                    <a:pt x="10413" y="1507"/>
                    <a:pt x="11239" y="1"/>
                    <a:pt x="10282" y="1"/>
                  </a:cubicBezTo>
                  <a:close/>
                </a:path>
              </a:pathLst>
            </a:custGeom>
            <a:solidFill>
              <a:schemeClr val="accent3"/>
            </a:solid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0" name="Google Shape;1270;p68"/>
            <p:cNvSpPr/>
            <p:nvPr/>
          </p:nvSpPr>
          <p:spPr>
            <a:xfrm>
              <a:off x="-2745675" y="3615550"/>
              <a:ext cx="419575" cy="1256500"/>
            </a:xfrm>
            <a:custGeom>
              <a:rect b="b" l="l" r="r" t="t"/>
              <a:pathLst>
                <a:path extrusionOk="0" h="50260" w="16783">
                  <a:moveTo>
                    <a:pt x="9955" y="0"/>
                  </a:moveTo>
                  <a:lnTo>
                    <a:pt x="1850" y="2994"/>
                  </a:lnTo>
                  <a:lnTo>
                    <a:pt x="0" y="3676"/>
                  </a:lnTo>
                  <a:lnTo>
                    <a:pt x="365" y="8032"/>
                  </a:lnTo>
                  <a:lnTo>
                    <a:pt x="1412" y="20969"/>
                  </a:lnTo>
                  <a:lnTo>
                    <a:pt x="2300" y="31837"/>
                  </a:lnTo>
                  <a:lnTo>
                    <a:pt x="3079" y="41402"/>
                  </a:lnTo>
                  <a:lnTo>
                    <a:pt x="3797" y="50104"/>
                  </a:lnTo>
                  <a:cubicBezTo>
                    <a:pt x="4799" y="50212"/>
                    <a:pt x="5753" y="50259"/>
                    <a:pt x="6656" y="50259"/>
                  </a:cubicBezTo>
                  <a:cubicBezTo>
                    <a:pt x="12964" y="50259"/>
                    <a:pt x="16783" y="47950"/>
                    <a:pt x="16783" y="47950"/>
                  </a:cubicBezTo>
                  <a:cubicBezTo>
                    <a:pt x="16624" y="30656"/>
                    <a:pt x="12998" y="12827"/>
                    <a:pt x="11099" y="4637"/>
                  </a:cubicBezTo>
                  <a:cubicBezTo>
                    <a:pt x="10418" y="1704"/>
                    <a:pt x="9955" y="0"/>
                    <a:pt x="9955" y="0"/>
                  </a:cubicBezTo>
                  <a:close/>
                </a:path>
              </a:pathLst>
            </a:custGeom>
            <a:solidFill>
              <a:schemeClr val="accent1"/>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1" name="Google Shape;1271;p68"/>
            <p:cNvSpPr/>
            <p:nvPr/>
          </p:nvSpPr>
          <p:spPr>
            <a:xfrm>
              <a:off x="-2708207" y="4114825"/>
              <a:ext cx="83075" cy="535800"/>
            </a:xfrm>
            <a:custGeom>
              <a:rect b="b" l="l" r="r" t="t"/>
              <a:pathLst>
                <a:path extrusionOk="0" h="21432" w="3323">
                  <a:moveTo>
                    <a:pt x="3322" y="0"/>
                  </a:moveTo>
                  <a:lnTo>
                    <a:pt x="0" y="998"/>
                  </a:lnTo>
                  <a:lnTo>
                    <a:pt x="1667" y="21431"/>
                  </a:lnTo>
                  <a:lnTo>
                    <a:pt x="3322"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2" name="Google Shape;1272;p68"/>
            <p:cNvSpPr/>
            <p:nvPr/>
          </p:nvSpPr>
          <p:spPr>
            <a:xfrm>
              <a:off x="-2745675" y="3707425"/>
              <a:ext cx="419575" cy="1179600"/>
            </a:xfrm>
            <a:custGeom>
              <a:rect b="b" l="l" r="r" t="t"/>
              <a:pathLst>
                <a:path extrusionOk="0" fill="none" h="47184" w="16783">
                  <a:moveTo>
                    <a:pt x="16783" y="44275"/>
                  </a:moveTo>
                  <a:cubicBezTo>
                    <a:pt x="15639" y="44883"/>
                    <a:pt x="10698" y="47183"/>
                    <a:pt x="3785" y="46429"/>
                  </a:cubicBezTo>
                  <a:lnTo>
                    <a:pt x="0" y="1"/>
                  </a:lnTo>
                </a:path>
              </a:pathLst>
            </a:custGeom>
            <a:no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3" name="Google Shape;1273;p68"/>
            <p:cNvSpPr/>
            <p:nvPr/>
          </p:nvSpPr>
          <p:spPr>
            <a:xfrm>
              <a:off x="-2655625" y="4761350"/>
              <a:ext cx="305200" cy="55400"/>
            </a:xfrm>
            <a:custGeom>
              <a:rect b="b" l="l" r="r" t="t"/>
              <a:pathLst>
                <a:path extrusionOk="0" fill="none" h="2216" w="12208">
                  <a:moveTo>
                    <a:pt x="1" y="1947"/>
                  </a:moveTo>
                  <a:cubicBezTo>
                    <a:pt x="1" y="1947"/>
                    <a:pt x="7497" y="2215"/>
                    <a:pt x="12207" y="0"/>
                  </a:cubicBezTo>
                </a:path>
              </a:pathLst>
            </a:custGeom>
            <a:no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4" name="Google Shape;1274;p68"/>
            <p:cNvSpPr/>
            <p:nvPr/>
          </p:nvSpPr>
          <p:spPr>
            <a:xfrm>
              <a:off x="-3246475" y="4772600"/>
              <a:ext cx="265950" cy="344125"/>
            </a:xfrm>
            <a:custGeom>
              <a:rect b="b" l="l" r="r" t="t"/>
              <a:pathLst>
                <a:path extrusionOk="0" h="13765" w="10638">
                  <a:moveTo>
                    <a:pt x="6183" y="0"/>
                  </a:moveTo>
                  <a:lnTo>
                    <a:pt x="5806" y="1875"/>
                  </a:lnTo>
                  <a:lnTo>
                    <a:pt x="4929" y="6280"/>
                  </a:lnTo>
                  <a:cubicBezTo>
                    <a:pt x="4829" y="6772"/>
                    <a:pt x="4398" y="7106"/>
                    <a:pt x="3922" y="7106"/>
                  </a:cubicBezTo>
                  <a:cubicBezTo>
                    <a:pt x="3821" y="7106"/>
                    <a:pt x="3718" y="7091"/>
                    <a:pt x="3615" y="7059"/>
                  </a:cubicBezTo>
                  <a:lnTo>
                    <a:pt x="3591" y="7059"/>
                  </a:lnTo>
                  <a:cubicBezTo>
                    <a:pt x="2654" y="6779"/>
                    <a:pt x="1266" y="6341"/>
                    <a:pt x="1" y="5879"/>
                  </a:cubicBezTo>
                  <a:lnTo>
                    <a:pt x="1" y="5879"/>
                  </a:lnTo>
                  <a:lnTo>
                    <a:pt x="5721" y="13765"/>
                  </a:lnTo>
                  <a:lnTo>
                    <a:pt x="6536" y="11148"/>
                  </a:lnTo>
                  <a:lnTo>
                    <a:pt x="7132" y="9177"/>
                  </a:lnTo>
                  <a:lnTo>
                    <a:pt x="9372" y="4747"/>
                  </a:lnTo>
                  <a:lnTo>
                    <a:pt x="10637" y="2264"/>
                  </a:lnTo>
                  <a:lnTo>
                    <a:pt x="6183" y="0"/>
                  </a:lnTo>
                  <a:close/>
                </a:path>
              </a:pathLst>
            </a:custGeom>
            <a:solidFill>
              <a:schemeClr val="lt2"/>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5" name="Google Shape;1275;p68"/>
            <p:cNvSpPr/>
            <p:nvPr/>
          </p:nvSpPr>
          <p:spPr>
            <a:xfrm>
              <a:off x="-3246475" y="4772600"/>
              <a:ext cx="265950" cy="344125"/>
            </a:xfrm>
            <a:custGeom>
              <a:rect b="b" l="l" r="r" t="t"/>
              <a:pathLst>
                <a:path extrusionOk="0" fill="none" h="13765" w="10638">
                  <a:moveTo>
                    <a:pt x="1" y="5879"/>
                  </a:moveTo>
                  <a:cubicBezTo>
                    <a:pt x="1266" y="6341"/>
                    <a:pt x="2654" y="6779"/>
                    <a:pt x="3591" y="7059"/>
                  </a:cubicBezTo>
                  <a:lnTo>
                    <a:pt x="3615" y="7059"/>
                  </a:lnTo>
                  <a:cubicBezTo>
                    <a:pt x="4199" y="7242"/>
                    <a:pt x="4808" y="6876"/>
                    <a:pt x="4929" y="6280"/>
                  </a:cubicBezTo>
                  <a:lnTo>
                    <a:pt x="5806" y="1875"/>
                  </a:lnTo>
                  <a:lnTo>
                    <a:pt x="6183" y="0"/>
                  </a:lnTo>
                  <a:lnTo>
                    <a:pt x="10637" y="2264"/>
                  </a:lnTo>
                  <a:lnTo>
                    <a:pt x="9372" y="4747"/>
                  </a:lnTo>
                  <a:lnTo>
                    <a:pt x="7132" y="9177"/>
                  </a:lnTo>
                  <a:lnTo>
                    <a:pt x="6536" y="11148"/>
                  </a:lnTo>
                  <a:lnTo>
                    <a:pt x="5721" y="13765"/>
                  </a:lnTo>
                </a:path>
              </a:pathLst>
            </a:custGeom>
            <a:no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6" name="Google Shape;1276;p68"/>
            <p:cNvSpPr/>
            <p:nvPr/>
          </p:nvSpPr>
          <p:spPr>
            <a:xfrm>
              <a:off x="-3089881" y="4768258"/>
              <a:ext cx="107749" cy="106095"/>
            </a:xfrm>
            <a:custGeom>
              <a:rect b="b" l="l" r="r" t="t"/>
              <a:pathLst>
                <a:path extrusionOk="0" h="4747" w="4821">
                  <a:moveTo>
                    <a:pt x="378" y="0"/>
                  </a:moveTo>
                  <a:lnTo>
                    <a:pt x="1" y="1875"/>
                  </a:lnTo>
                  <a:cubicBezTo>
                    <a:pt x="1133" y="2897"/>
                    <a:pt x="2325" y="3858"/>
                    <a:pt x="3567" y="4747"/>
                  </a:cubicBezTo>
                  <a:lnTo>
                    <a:pt x="4820" y="2252"/>
                  </a:lnTo>
                  <a:lnTo>
                    <a:pt x="37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7" name="Google Shape;1277;p68"/>
            <p:cNvSpPr/>
            <p:nvPr/>
          </p:nvSpPr>
          <p:spPr>
            <a:xfrm>
              <a:off x="-3347450" y="4888925"/>
              <a:ext cx="264075" cy="227800"/>
            </a:xfrm>
            <a:custGeom>
              <a:rect b="b" l="l" r="r" t="t"/>
              <a:pathLst>
                <a:path extrusionOk="0" h="9112" w="10563">
                  <a:moveTo>
                    <a:pt x="831" y="0"/>
                  </a:moveTo>
                  <a:cubicBezTo>
                    <a:pt x="1" y="0"/>
                    <a:pt x="687" y="1556"/>
                    <a:pt x="2506" y="3513"/>
                  </a:cubicBezTo>
                  <a:cubicBezTo>
                    <a:pt x="4758" y="5923"/>
                    <a:pt x="9760" y="9112"/>
                    <a:pt x="9760" y="9112"/>
                  </a:cubicBezTo>
                  <a:lnTo>
                    <a:pt x="10563" y="6483"/>
                  </a:lnTo>
                  <a:cubicBezTo>
                    <a:pt x="8908" y="5266"/>
                    <a:pt x="8031" y="3477"/>
                    <a:pt x="7630" y="2406"/>
                  </a:cubicBezTo>
                  <a:cubicBezTo>
                    <a:pt x="5999" y="1907"/>
                    <a:pt x="3005" y="946"/>
                    <a:pt x="1654" y="264"/>
                  </a:cubicBezTo>
                  <a:cubicBezTo>
                    <a:pt x="1296" y="84"/>
                    <a:pt x="1023" y="0"/>
                    <a:pt x="831" y="0"/>
                  </a:cubicBezTo>
                  <a:close/>
                </a:path>
              </a:pathLst>
            </a:custGeom>
            <a:solidFill>
              <a:schemeClr val="accent3"/>
            </a:solid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8" name="Google Shape;1278;p68"/>
            <p:cNvSpPr/>
            <p:nvPr/>
          </p:nvSpPr>
          <p:spPr>
            <a:xfrm>
              <a:off x="-2627925" y="3666350"/>
              <a:ext cx="49300" cy="320400"/>
            </a:xfrm>
            <a:custGeom>
              <a:rect b="b" l="l" r="r" t="t"/>
              <a:pathLst>
                <a:path extrusionOk="0" fill="none" h="12816" w="1972">
                  <a:moveTo>
                    <a:pt x="1217" y="1"/>
                  </a:moveTo>
                  <a:lnTo>
                    <a:pt x="1886" y="9578"/>
                  </a:lnTo>
                  <a:cubicBezTo>
                    <a:pt x="1972" y="10820"/>
                    <a:pt x="1363" y="12012"/>
                    <a:pt x="292" y="12657"/>
                  </a:cubicBezTo>
                  <a:lnTo>
                    <a:pt x="0" y="12816"/>
                  </a:lnTo>
                </a:path>
              </a:pathLst>
            </a:custGeom>
            <a:no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9" name="Google Shape;1279;p68"/>
            <p:cNvSpPr/>
            <p:nvPr/>
          </p:nvSpPr>
          <p:spPr>
            <a:xfrm>
              <a:off x="-3139075" y="3688575"/>
              <a:ext cx="519375" cy="1183550"/>
            </a:xfrm>
            <a:custGeom>
              <a:rect b="b" l="l" r="r" t="t"/>
              <a:pathLst>
                <a:path extrusionOk="0" h="47342" w="20775">
                  <a:moveTo>
                    <a:pt x="19972" y="0"/>
                  </a:moveTo>
                  <a:lnTo>
                    <a:pt x="17598" y="73"/>
                  </a:lnTo>
                  <a:lnTo>
                    <a:pt x="10637" y="280"/>
                  </a:lnTo>
                  <a:cubicBezTo>
                    <a:pt x="10333" y="1862"/>
                    <a:pt x="9846" y="4065"/>
                    <a:pt x="9262" y="6633"/>
                  </a:cubicBezTo>
                  <a:cubicBezTo>
                    <a:pt x="6171" y="20105"/>
                    <a:pt x="1" y="43885"/>
                    <a:pt x="1" y="43885"/>
                  </a:cubicBezTo>
                  <a:cubicBezTo>
                    <a:pt x="6037" y="46550"/>
                    <a:pt x="12816" y="47341"/>
                    <a:pt x="12816" y="47341"/>
                  </a:cubicBezTo>
                  <a:cubicBezTo>
                    <a:pt x="12816" y="47341"/>
                    <a:pt x="15797" y="37617"/>
                    <a:pt x="18036" y="28916"/>
                  </a:cubicBezTo>
                  <a:cubicBezTo>
                    <a:pt x="19266" y="24182"/>
                    <a:pt x="20264" y="19728"/>
                    <a:pt x="20446" y="17330"/>
                  </a:cubicBezTo>
                  <a:cubicBezTo>
                    <a:pt x="20775" y="13107"/>
                    <a:pt x="20507" y="7472"/>
                    <a:pt x="20276" y="3797"/>
                  </a:cubicBezTo>
                  <a:cubicBezTo>
                    <a:pt x="20118" y="1521"/>
                    <a:pt x="19972" y="0"/>
                    <a:pt x="19972" y="0"/>
                  </a:cubicBezTo>
                  <a:close/>
                </a:path>
              </a:pathLst>
            </a:custGeom>
            <a:solidFill>
              <a:schemeClr val="accent1"/>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0" name="Google Shape;1280;p68"/>
            <p:cNvSpPr/>
            <p:nvPr/>
          </p:nvSpPr>
          <p:spPr>
            <a:xfrm>
              <a:off x="-3139375" y="3688575"/>
              <a:ext cx="524550" cy="1183550"/>
            </a:xfrm>
            <a:custGeom>
              <a:rect b="b" l="l" r="r" t="t"/>
              <a:pathLst>
                <a:path extrusionOk="0" fill="none" h="47342" w="20982">
                  <a:moveTo>
                    <a:pt x="19971" y="0"/>
                  </a:moveTo>
                  <a:cubicBezTo>
                    <a:pt x="19971" y="0"/>
                    <a:pt x="20981" y="10515"/>
                    <a:pt x="20458" y="17330"/>
                  </a:cubicBezTo>
                  <a:cubicBezTo>
                    <a:pt x="19935" y="24145"/>
                    <a:pt x="12828" y="47341"/>
                    <a:pt x="12828" y="47341"/>
                  </a:cubicBezTo>
                  <a:cubicBezTo>
                    <a:pt x="12828" y="47341"/>
                    <a:pt x="5952" y="46416"/>
                    <a:pt x="0" y="43885"/>
                  </a:cubicBezTo>
                </a:path>
              </a:pathLst>
            </a:custGeom>
            <a:no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1" name="Google Shape;1281;p68"/>
            <p:cNvSpPr/>
            <p:nvPr/>
          </p:nvSpPr>
          <p:spPr>
            <a:xfrm>
              <a:off x="-3072450" y="4736700"/>
              <a:ext cx="273850" cy="67875"/>
            </a:xfrm>
            <a:custGeom>
              <a:rect b="b" l="l" r="r" t="t"/>
              <a:pathLst>
                <a:path extrusionOk="0" fill="none" h="2715" w="10954">
                  <a:moveTo>
                    <a:pt x="1" y="0"/>
                  </a:moveTo>
                  <a:cubicBezTo>
                    <a:pt x="3567" y="1217"/>
                    <a:pt x="7230" y="2130"/>
                    <a:pt x="10954" y="2714"/>
                  </a:cubicBezTo>
                </a:path>
              </a:pathLst>
            </a:custGeom>
            <a:no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2" name="Google Shape;1282;p68"/>
            <p:cNvSpPr/>
            <p:nvPr/>
          </p:nvSpPr>
          <p:spPr>
            <a:xfrm>
              <a:off x="-2956525" y="3141525"/>
              <a:ext cx="531250" cy="591825"/>
            </a:xfrm>
            <a:custGeom>
              <a:rect b="b" l="l" r="r" t="t"/>
              <a:pathLst>
                <a:path extrusionOk="0" h="23673" w="21250">
                  <a:moveTo>
                    <a:pt x="15907" y="1"/>
                  </a:moveTo>
                  <a:lnTo>
                    <a:pt x="2921" y="1424"/>
                  </a:lnTo>
                  <a:lnTo>
                    <a:pt x="1" y="21480"/>
                  </a:lnTo>
                  <a:cubicBezTo>
                    <a:pt x="1" y="21480"/>
                    <a:pt x="3843" y="23673"/>
                    <a:pt x="7990" y="23673"/>
                  </a:cubicBezTo>
                  <a:cubicBezTo>
                    <a:pt x="8057" y="23673"/>
                    <a:pt x="8124" y="23672"/>
                    <a:pt x="8191" y="23671"/>
                  </a:cubicBezTo>
                  <a:cubicBezTo>
                    <a:pt x="12414" y="23586"/>
                    <a:pt x="13789" y="22856"/>
                    <a:pt x="13789" y="22856"/>
                  </a:cubicBezTo>
                  <a:cubicBezTo>
                    <a:pt x="13789" y="22856"/>
                    <a:pt x="14894" y="23150"/>
                    <a:pt x="16254" y="23150"/>
                  </a:cubicBezTo>
                  <a:cubicBezTo>
                    <a:pt x="18427" y="23150"/>
                    <a:pt x="21249" y="22399"/>
                    <a:pt x="21249" y="18499"/>
                  </a:cubicBezTo>
                  <a:cubicBezTo>
                    <a:pt x="21249" y="12170"/>
                    <a:pt x="15907" y="1"/>
                    <a:pt x="15907" y="1"/>
                  </a:cubicBezTo>
                  <a:close/>
                </a:path>
              </a:pathLst>
            </a:custGeom>
            <a:solidFill>
              <a:schemeClr val="accent2"/>
            </a:solid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3" name="Google Shape;1283;p68"/>
            <p:cNvSpPr/>
            <p:nvPr/>
          </p:nvSpPr>
          <p:spPr>
            <a:xfrm>
              <a:off x="-3212400" y="3175000"/>
              <a:ext cx="566225" cy="1142775"/>
            </a:xfrm>
            <a:custGeom>
              <a:rect b="b" l="l" r="r" t="t"/>
              <a:pathLst>
                <a:path extrusionOk="0" h="45711" w="22649">
                  <a:moveTo>
                    <a:pt x="12499" y="0"/>
                  </a:moveTo>
                  <a:cubicBezTo>
                    <a:pt x="12499" y="0"/>
                    <a:pt x="8276" y="26957"/>
                    <a:pt x="1" y="41488"/>
                  </a:cubicBezTo>
                  <a:cubicBezTo>
                    <a:pt x="1" y="41488"/>
                    <a:pt x="6013" y="44579"/>
                    <a:pt x="12499" y="45710"/>
                  </a:cubicBezTo>
                  <a:cubicBezTo>
                    <a:pt x="12499" y="45710"/>
                    <a:pt x="22649" y="22904"/>
                    <a:pt x="19047" y="1716"/>
                  </a:cubicBezTo>
                  <a:lnTo>
                    <a:pt x="12499" y="0"/>
                  </a:lnTo>
                  <a:close/>
                </a:path>
              </a:pathLst>
            </a:custGeom>
            <a:solidFill>
              <a:schemeClr val="accent6"/>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4" name="Google Shape;1284;p68"/>
            <p:cNvSpPr/>
            <p:nvPr/>
          </p:nvSpPr>
          <p:spPr>
            <a:xfrm>
              <a:off x="-3174675" y="4191800"/>
              <a:ext cx="290275" cy="88550"/>
            </a:xfrm>
            <a:custGeom>
              <a:rect b="b" l="l" r="r" t="t"/>
              <a:pathLst>
                <a:path extrusionOk="0" fill="none" h="3542" w="11611">
                  <a:moveTo>
                    <a:pt x="1" y="0"/>
                  </a:moveTo>
                  <a:cubicBezTo>
                    <a:pt x="1" y="0"/>
                    <a:pt x="7145" y="2726"/>
                    <a:pt x="11611" y="3542"/>
                  </a:cubicBezTo>
                </a:path>
              </a:pathLst>
            </a:custGeom>
            <a:no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5" name="Google Shape;1285;p68"/>
            <p:cNvSpPr/>
            <p:nvPr/>
          </p:nvSpPr>
          <p:spPr>
            <a:xfrm>
              <a:off x="-2617900" y="3124500"/>
              <a:ext cx="424150" cy="1142475"/>
            </a:xfrm>
            <a:custGeom>
              <a:rect b="b" l="l" r="r" t="t"/>
              <a:pathLst>
                <a:path extrusionOk="0" h="45699" w="16966">
                  <a:moveTo>
                    <a:pt x="3579" y="0"/>
                  </a:moveTo>
                  <a:lnTo>
                    <a:pt x="1" y="2276"/>
                  </a:lnTo>
                  <a:cubicBezTo>
                    <a:pt x="1" y="2276"/>
                    <a:pt x="10394" y="19472"/>
                    <a:pt x="9019" y="45698"/>
                  </a:cubicBezTo>
                  <a:cubicBezTo>
                    <a:pt x="9019" y="45698"/>
                    <a:pt x="13558" y="44481"/>
                    <a:pt x="16966" y="41633"/>
                  </a:cubicBezTo>
                  <a:cubicBezTo>
                    <a:pt x="16966" y="41633"/>
                    <a:pt x="14373" y="12499"/>
                    <a:pt x="3579" y="0"/>
                  </a:cubicBezTo>
                  <a:close/>
                </a:path>
              </a:pathLst>
            </a:custGeom>
            <a:solidFill>
              <a:schemeClr val="accent6"/>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6" name="Google Shape;1286;p68"/>
            <p:cNvSpPr/>
            <p:nvPr/>
          </p:nvSpPr>
          <p:spPr>
            <a:xfrm>
              <a:off x="-2390925" y="4147075"/>
              <a:ext cx="168875" cy="81250"/>
            </a:xfrm>
            <a:custGeom>
              <a:rect b="b" l="l" r="r" t="t"/>
              <a:pathLst>
                <a:path extrusionOk="0" fill="none" h="3250" w="6755">
                  <a:moveTo>
                    <a:pt x="1" y="3250"/>
                  </a:moveTo>
                  <a:cubicBezTo>
                    <a:pt x="1" y="3250"/>
                    <a:pt x="4236" y="1899"/>
                    <a:pt x="6755" y="0"/>
                  </a:cubicBezTo>
                </a:path>
              </a:pathLst>
            </a:custGeom>
            <a:no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7" name="Google Shape;1287;p68"/>
            <p:cNvSpPr/>
            <p:nvPr/>
          </p:nvSpPr>
          <p:spPr>
            <a:xfrm>
              <a:off x="-2875600" y="3308000"/>
              <a:ext cx="204475" cy="222675"/>
            </a:xfrm>
            <a:custGeom>
              <a:rect b="b" l="l" r="r" t="t"/>
              <a:pathLst>
                <a:path extrusionOk="0" h="8907" w="8179">
                  <a:moveTo>
                    <a:pt x="4122" y="1"/>
                  </a:moveTo>
                  <a:cubicBezTo>
                    <a:pt x="3977" y="1"/>
                    <a:pt x="3844" y="103"/>
                    <a:pt x="3798" y="327"/>
                  </a:cubicBezTo>
                  <a:cubicBezTo>
                    <a:pt x="3542" y="1544"/>
                    <a:pt x="2496" y="4270"/>
                    <a:pt x="2496" y="4270"/>
                  </a:cubicBezTo>
                  <a:lnTo>
                    <a:pt x="548" y="5548"/>
                  </a:lnTo>
                  <a:lnTo>
                    <a:pt x="1" y="5913"/>
                  </a:lnTo>
                  <a:lnTo>
                    <a:pt x="2058" y="8907"/>
                  </a:lnTo>
                  <a:lnTo>
                    <a:pt x="3348" y="7909"/>
                  </a:lnTo>
                  <a:lnTo>
                    <a:pt x="3421" y="7860"/>
                  </a:lnTo>
                  <a:cubicBezTo>
                    <a:pt x="3664" y="7666"/>
                    <a:pt x="3968" y="7556"/>
                    <a:pt x="4272" y="7556"/>
                  </a:cubicBezTo>
                  <a:cubicBezTo>
                    <a:pt x="4516" y="7556"/>
                    <a:pt x="4759" y="7495"/>
                    <a:pt x="4990" y="7386"/>
                  </a:cubicBezTo>
                  <a:lnTo>
                    <a:pt x="7814" y="5925"/>
                  </a:lnTo>
                  <a:cubicBezTo>
                    <a:pt x="7936" y="5864"/>
                    <a:pt x="8021" y="5755"/>
                    <a:pt x="8045" y="5633"/>
                  </a:cubicBezTo>
                  <a:lnTo>
                    <a:pt x="8142" y="5280"/>
                  </a:lnTo>
                  <a:cubicBezTo>
                    <a:pt x="8179" y="5134"/>
                    <a:pt x="8155" y="4988"/>
                    <a:pt x="8069" y="4879"/>
                  </a:cubicBezTo>
                  <a:lnTo>
                    <a:pt x="7972" y="4757"/>
                  </a:lnTo>
                  <a:cubicBezTo>
                    <a:pt x="7887" y="4647"/>
                    <a:pt x="7850" y="4514"/>
                    <a:pt x="7887" y="4380"/>
                  </a:cubicBezTo>
                  <a:lnTo>
                    <a:pt x="7948" y="4027"/>
                  </a:lnTo>
                  <a:cubicBezTo>
                    <a:pt x="7984" y="3881"/>
                    <a:pt x="7936" y="3710"/>
                    <a:pt x="7826" y="3601"/>
                  </a:cubicBezTo>
                  <a:lnTo>
                    <a:pt x="7631" y="3430"/>
                  </a:lnTo>
                  <a:cubicBezTo>
                    <a:pt x="7534" y="3321"/>
                    <a:pt x="7473" y="3175"/>
                    <a:pt x="7497" y="3029"/>
                  </a:cubicBezTo>
                  <a:lnTo>
                    <a:pt x="7546" y="2664"/>
                  </a:lnTo>
                  <a:cubicBezTo>
                    <a:pt x="7546" y="2639"/>
                    <a:pt x="7546" y="2627"/>
                    <a:pt x="7546" y="2603"/>
                  </a:cubicBezTo>
                  <a:cubicBezTo>
                    <a:pt x="7546" y="2433"/>
                    <a:pt x="7449" y="2274"/>
                    <a:pt x="7291" y="2189"/>
                  </a:cubicBezTo>
                  <a:cubicBezTo>
                    <a:pt x="7108" y="2116"/>
                    <a:pt x="6999" y="1921"/>
                    <a:pt x="7023" y="1727"/>
                  </a:cubicBezTo>
                  <a:lnTo>
                    <a:pt x="7047" y="1520"/>
                  </a:lnTo>
                  <a:cubicBezTo>
                    <a:pt x="7059" y="1325"/>
                    <a:pt x="6962" y="1142"/>
                    <a:pt x="6792" y="1057"/>
                  </a:cubicBezTo>
                  <a:lnTo>
                    <a:pt x="6743" y="1033"/>
                  </a:lnTo>
                  <a:cubicBezTo>
                    <a:pt x="6681" y="1004"/>
                    <a:pt x="6614" y="991"/>
                    <a:pt x="6549" y="991"/>
                  </a:cubicBezTo>
                  <a:cubicBezTo>
                    <a:pt x="6448" y="991"/>
                    <a:pt x="6349" y="1023"/>
                    <a:pt x="6268" y="1082"/>
                  </a:cubicBezTo>
                  <a:lnTo>
                    <a:pt x="4990" y="2007"/>
                  </a:lnTo>
                  <a:cubicBezTo>
                    <a:pt x="4939" y="2045"/>
                    <a:pt x="4881" y="2063"/>
                    <a:pt x="4825" y="2063"/>
                  </a:cubicBezTo>
                  <a:cubicBezTo>
                    <a:pt x="4669" y="2063"/>
                    <a:pt x="4522" y="1930"/>
                    <a:pt x="4540" y="1751"/>
                  </a:cubicBezTo>
                  <a:cubicBezTo>
                    <a:pt x="4565" y="1435"/>
                    <a:pt x="4601" y="1045"/>
                    <a:pt x="4613" y="717"/>
                  </a:cubicBezTo>
                  <a:cubicBezTo>
                    <a:pt x="4621" y="266"/>
                    <a:pt x="4355" y="1"/>
                    <a:pt x="4122" y="1"/>
                  </a:cubicBezTo>
                  <a:close/>
                </a:path>
              </a:pathLst>
            </a:custGeom>
            <a:solidFill>
              <a:schemeClr val="lt2"/>
            </a:solid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8" name="Google Shape;1288;p68"/>
            <p:cNvSpPr/>
            <p:nvPr/>
          </p:nvSpPr>
          <p:spPr>
            <a:xfrm>
              <a:off x="-2875600" y="3446700"/>
              <a:ext cx="83700" cy="83975"/>
            </a:xfrm>
            <a:custGeom>
              <a:rect b="b" l="l" r="r" t="t"/>
              <a:pathLst>
                <a:path extrusionOk="0" h="3359" w="3348">
                  <a:moveTo>
                    <a:pt x="548" y="0"/>
                  </a:moveTo>
                  <a:lnTo>
                    <a:pt x="1" y="365"/>
                  </a:lnTo>
                  <a:lnTo>
                    <a:pt x="2058" y="3359"/>
                  </a:lnTo>
                  <a:lnTo>
                    <a:pt x="3348" y="2361"/>
                  </a:lnTo>
                  <a:cubicBezTo>
                    <a:pt x="2471" y="1107"/>
                    <a:pt x="1169" y="329"/>
                    <a:pt x="548" y="0"/>
                  </a:cubicBezTo>
                  <a:close/>
                </a:path>
              </a:pathLst>
            </a:custGeom>
            <a:solidFill>
              <a:schemeClr val="accent1"/>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9" name="Google Shape;1289;p68"/>
            <p:cNvSpPr/>
            <p:nvPr/>
          </p:nvSpPr>
          <p:spPr>
            <a:xfrm>
              <a:off x="-3141475" y="3175000"/>
              <a:ext cx="355975" cy="545500"/>
            </a:xfrm>
            <a:custGeom>
              <a:rect b="b" l="l" r="r" t="t"/>
              <a:pathLst>
                <a:path extrusionOk="0" h="21820" w="14239">
                  <a:moveTo>
                    <a:pt x="9662" y="0"/>
                  </a:moveTo>
                  <a:cubicBezTo>
                    <a:pt x="9662" y="1"/>
                    <a:pt x="1168" y="9992"/>
                    <a:pt x="413" y="16101"/>
                  </a:cubicBezTo>
                  <a:cubicBezTo>
                    <a:pt x="1" y="19445"/>
                    <a:pt x="1492" y="21819"/>
                    <a:pt x="4390" y="21819"/>
                  </a:cubicBezTo>
                  <a:cubicBezTo>
                    <a:pt x="6797" y="21819"/>
                    <a:pt x="10174" y="20182"/>
                    <a:pt x="14238" y="16101"/>
                  </a:cubicBezTo>
                  <a:cubicBezTo>
                    <a:pt x="13374" y="13984"/>
                    <a:pt x="12060" y="12073"/>
                    <a:pt x="10392" y="10503"/>
                  </a:cubicBezTo>
                  <a:lnTo>
                    <a:pt x="8129" y="11586"/>
                  </a:lnTo>
                  <a:cubicBezTo>
                    <a:pt x="8129" y="11586"/>
                    <a:pt x="8287" y="10746"/>
                    <a:pt x="8518" y="9481"/>
                  </a:cubicBezTo>
                  <a:cubicBezTo>
                    <a:pt x="8993" y="6876"/>
                    <a:pt x="9699" y="2483"/>
                    <a:pt x="9662" y="0"/>
                  </a:cubicBezTo>
                  <a:close/>
                </a:path>
              </a:pathLst>
            </a:custGeom>
            <a:solidFill>
              <a:schemeClr val="accent6"/>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0" name="Google Shape;1290;p68"/>
            <p:cNvSpPr/>
            <p:nvPr/>
          </p:nvSpPr>
          <p:spPr>
            <a:xfrm>
              <a:off x="-2905100" y="3088600"/>
              <a:ext cx="399800" cy="158225"/>
            </a:xfrm>
            <a:custGeom>
              <a:rect b="b" l="l" r="r" t="t"/>
              <a:pathLst>
                <a:path extrusionOk="0" h="6329" w="15992">
                  <a:moveTo>
                    <a:pt x="7558" y="0"/>
                  </a:moveTo>
                  <a:lnTo>
                    <a:pt x="1643" y="2641"/>
                  </a:lnTo>
                  <a:lnTo>
                    <a:pt x="110" y="3322"/>
                  </a:lnTo>
                  <a:cubicBezTo>
                    <a:pt x="0" y="3383"/>
                    <a:pt x="0" y="3529"/>
                    <a:pt x="110" y="3590"/>
                  </a:cubicBezTo>
                  <a:cubicBezTo>
                    <a:pt x="1290" y="4113"/>
                    <a:pt x="5769" y="5939"/>
                    <a:pt x="10053" y="6328"/>
                  </a:cubicBezTo>
                  <a:cubicBezTo>
                    <a:pt x="10053" y="6328"/>
                    <a:pt x="13813" y="3541"/>
                    <a:pt x="15943" y="937"/>
                  </a:cubicBezTo>
                  <a:cubicBezTo>
                    <a:pt x="15992" y="864"/>
                    <a:pt x="15943" y="767"/>
                    <a:pt x="15858" y="767"/>
                  </a:cubicBezTo>
                  <a:lnTo>
                    <a:pt x="14288" y="621"/>
                  </a:lnTo>
                  <a:lnTo>
                    <a:pt x="7558" y="0"/>
                  </a:lnTo>
                  <a:close/>
                </a:path>
              </a:pathLst>
            </a:custGeom>
            <a:solidFill>
              <a:schemeClr val="accent3"/>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1" name="Google Shape;1291;p68"/>
            <p:cNvSpPr/>
            <p:nvPr/>
          </p:nvSpPr>
          <p:spPr>
            <a:xfrm>
              <a:off x="-2864025" y="3088600"/>
              <a:ext cx="316125" cy="115325"/>
            </a:xfrm>
            <a:custGeom>
              <a:rect b="b" l="l" r="r" t="t"/>
              <a:pathLst>
                <a:path extrusionOk="0" h="4613" w="12645">
                  <a:moveTo>
                    <a:pt x="5915" y="0"/>
                  </a:moveTo>
                  <a:lnTo>
                    <a:pt x="0" y="2641"/>
                  </a:lnTo>
                  <a:cubicBezTo>
                    <a:pt x="2020" y="3383"/>
                    <a:pt x="5075" y="4333"/>
                    <a:pt x="8032" y="4612"/>
                  </a:cubicBezTo>
                  <a:cubicBezTo>
                    <a:pt x="9651" y="3383"/>
                    <a:pt x="11197" y="2045"/>
                    <a:pt x="12645" y="621"/>
                  </a:cubicBezTo>
                  <a:lnTo>
                    <a:pt x="5915" y="0"/>
                  </a:lnTo>
                  <a:close/>
                </a:path>
              </a:pathLst>
            </a:custGeom>
            <a:solidFill>
              <a:schemeClr val="accent3"/>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2" name="Google Shape;1292;p68"/>
            <p:cNvSpPr/>
            <p:nvPr/>
          </p:nvSpPr>
          <p:spPr>
            <a:xfrm>
              <a:off x="-2775800" y="3018925"/>
              <a:ext cx="139075" cy="133875"/>
            </a:xfrm>
            <a:custGeom>
              <a:rect b="b" l="l" r="r" t="t"/>
              <a:pathLst>
                <a:path extrusionOk="0" h="5355" w="5563">
                  <a:moveTo>
                    <a:pt x="1449" y="0"/>
                  </a:moveTo>
                  <a:lnTo>
                    <a:pt x="1388" y="499"/>
                  </a:lnTo>
                  <a:lnTo>
                    <a:pt x="974" y="3566"/>
                  </a:lnTo>
                  <a:cubicBezTo>
                    <a:pt x="913" y="4041"/>
                    <a:pt x="719" y="4491"/>
                    <a:pt x="414" y="4856"/>
                  </a:cubicBezTo>
                  <a:cubicBezTo>
                    <a:pt x="195" y="5111"/>
                    <a:pt x="1" y="5355"/>
                    <a:pt x="13" y="5355"/>
                  </a:cubicBezTo>
                  <a:lnTo>
                    <a:pt x="5562" y="5355"/>
                  </a:lnTo>
                  <a:cubicBezTo>
                    <a:pt x="5562" y="5355"/>
                    <a:pt x="5282" y="4929"/>
                    <a:pt x="5063" y="4600"/>
                  </a:cubicBezTo>
                  <a:cubicBezTo>
                    <a:pt x="4917" y="4369"/>
                    <a:pt x="4844" y="4101"/>
                    <a:pt x="4869" y="3834"/>
                  </a:cubicBezTo>
                  <a:lnTo>
                    <a:pt x="4917" y="3189"/>
                  </a:lnTo>
                  <a:lnTo>
                    <a:pt x="5124" y="0"/>
                  </a:lnTo>
                  <a:close/>
                </a:path>
              </a:pathLst>
            </a:custGeom>
            <a:solidFill>
              <a:schemeClr val="lt2"/>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3" name="Google Shape;1293;p68"/>
            <p:cNvSpPr/>
            <p:nvPr/>
          </p:nvSpPr>
          <p:spPr>
            <a:xfrm>
              <a:off x="-2775800" y="3018925"/>
              <a:ext cx="139075" cy="133875"/>
            </a:xfrm>
            <a:custGeom>
              <a:rect b="b" l="l" r="r" t="t"/>
              <a:pathLst>
                <a:path extrusionOk="0" fill="none" h="5355" w="5563">
                  <a:moveTo>
                    <a:pt x="13" y="5355"/>
                  </a:moveTo>
                  <a:cubicBezTo>
                    <a:pt x="1" y="5355"/>
                    <a:pt x="195" y="5111"/>
                    <a:pt x="414" y="4856"/>
                  </a:cubicBezTo>
                  <a:cubicBezTo>
                    <a:pt x="719" y="4491"/>
                    <a:pt x="913" y="4041"/>
                    <a:pt x="974" y="3566"/>
                  </a:cubicBezTo>
                  <a:lnTo>
                    <a:pt x="1388" y="499"/>
                  </a:lnTo>
                  <a:lnTo>
                    <a:pt x="1449" y="0"/>
                  </a:lnTo>
                  <a:lnTo>
                    <a:pt x="5124" y="0"/>
                  </a:lnTo>
                  <a:lnTo>
                    <a:pt x="4917" y="3189"/>
                  </a:lnTo>
                  <a:lnTo>
                    <a:pt x="4869" y="3834"/>
                  </a:lnTo>
                  <a:cubicBezTo>
                    <a:pt x="4844" y="4101"/>
                    <a:pt x="4917" y="4369"/>
                    <a:pt x="5063" y="4600"/>
                  </a:cubicBezTo>
                  <a:cubicBezTo>
                    <a:pt x="5282" y="4929"/>
                    <a:pt x="5562" y="5355"/>
                    <a:pt x="5562" y="5355"/>
                  </a:cubicBezTo>
                </a:path>
              </a:pathLst>
            </a:custGeom>
            <a:no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4" name="Google Shape;1294;p68"/>
            <p:cNvSpPr/>
            <p:nvPr/>
          </p:nvSpPr>
          <p:spPr>
            <a:xfrm>
              <a:off x="-2864025" y="3096500"/>
              <a:ext cx="316125" cy="107125"/>
            </a:xfrm>
            <a:custGeom>
              <a:rect b="b" l="l" r="r" t="t"/>
              <a:pathLst>
                <a:path extrusionOk="0" h="4285" w="12645">
                  <a:moveTo>
                    <a:pt x="9274" y="0"/>
                  </a:moveTo>
                  <a:lnTo>
                    <a:pt x="9140" y="767"/>
                  </a:lnTo>
                  <a:cubicBezTo>
                    <a:pt x="8896" y="913"/>
                    <a:pt x="8641" y="1047"/>
                    <a:pt x="8361" y="1132"/>
                  </a:cubicBezTo>
                  <a:cubicBezTo>
                    <a:pt x="7743" y="1349"/>
                    <a:pt x="7075" y="1426"/>
                    <a:pt x="6438" y="1426"/>
                  </a:cubicBezTo>
                  <a:cubicBezTo>
                    <a:pt x="5682" y="1426"/>
                    <a:pt x="4971" y="1318"/>
                    <a:pt x="4442" y="1205"/>
                  </a:cubicBezTo>
                  <a:cubicBezTo>
                    <a:pt x="4138" y="1144"/>
                    <a:pt x="3834" y="1071"/>
                    <a:pt x="3542" y="986"/>
                  </a:cubicBezTo>
                  <a:lnTo>
                    <a:pt x="3359" y="816"/>
                  </a:lnTo>
                  <a:lnTo>
                    <a:pt x="0" y="2325"/>
                  </a:lnTo>
                  <a:cubicBezTo>
                    <a:pt x="2020" y="3067"/>
                    <a:pt x="5075" y="4017"/>
                    <a:pt x="8045" y="4284"/>
                  </a:cubicBezTo>
                  <a:cubicBezTo>
                    <a:pt x="9663" y="3067"/>
                    <a:pt x="11197" y="1729"/>
                    <a:pt x="12645" y="305"/>
                  </a:cubicBezTo>
                  <a:lnTo>
                    <a:pt x="9274" y="0"/>
                  </a:lnTo>
                  <a:close/>
                </a:path>
              </a:pathLst>
            </a:custGeom>
            <a:solidFill>
              <a:schemeClr val="accent2"/>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5" name="Google Shape;1295;p68"/>
            <p:cNvSpPr/>
            <p:nvPr/>
          </p:nvSpPr>
          <p:spPr>
            <a:xfrm>
              <a:off x="-2998886" y="3415252"/>
              <a:ext cx="66350" cy="84925"/>
            </a:xfrm>
            <a:custGeom>
              <a:rect b="b" l="l" r="r" t="t"/>
              <a:pathLst>
                <a:path extrusionOk="0" h="3397" w="2654">
                  <a:moveTo>
                    <a:pt x="2653" y="1"/>
                  </a:moveTo>
                  <a:lnTo>
                    <a:pt x="0" y="3396"/>
                  </a:lnTo>
                  <a:cubicBezTo>
                    <a:pt x="706" y="2897"/>
                    <a:pt x="1461" y="2471"/>
                    <a:pt x="2252" y="2106"/>
                  </a:cubicBezTo>
                  <a:cubicBezTo>
                    <a:pt x="2252" y="2106"/>
                    <a:pt x="2422" y="1266"/>
                    <a:pt x="265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6" name="Google Shape;1296;p68"/>
            <p:cNvSpPr/>
            <p:nvPr/>
          </p:nvSpPr>
          <p:spPr>
            <a:xfrm>
              <a:off x="-3022250" y="3437550"/>
              <a:ext cx="236750" cy="281775"/>
            </a:xfrm>
            <a:custGeom>
              <a:rect b="b" l="l" r="r" t="t"/>
              <a:pathLst>
                <a:path extrusionOk="0" fill="none" h="11271" w="9470">
                  <a:moveTo>
                    <a:pt x="1" y="11270"/>
                  </a:moveTo>
                  <a:cubicBezTo>
                    <a:pt x="2301" y="10869"/>
                    <a:pt x="5964" y="9116"/>
                    <a:pt x="9469" y="5599"/>
                  </a:cubicBezTo>
                  <a:cubicBezTo>
                    <a:pt x="8605" y="3482"/>
                    <a:pt x="7291" y="1571"/>
                    <a:pt x="5623" y="1"/>
                  </a:cubicBezTo>
                  <a:lnTo>
                    <a:pt x="3360" y="1084"/>
                  </a:lnTo>
                </a:path>
              </a:pathLst>
            </a:custGeom>
            <a:noFill/>
            <a:ln cap="rnd" cmpd="sng" w="39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7" name="Google Shape;1297;p68"/>
            <p:cNvSpPr/>
            <p:nvPr/>
          </p:nvSpPr>
          <p:spPr>
            <a:xfrm>
              <a:off x="-3043850" y="3464650"/>
              <a:ext cx="194750" cy="139350"/>
            </a:xfrm>
            <a:custGeom>
              <a:rect b="b" l="l" r="r" t="t"/>
              <a:pathLst>
                <a:path extrusionOk="0" fill="none" h="5574" w="7790">
                  <a:moveTo>
                    <a:pt x="7790" y="5574"/>
                  </a:moveTo>
                  <a:cubicBezTo>
                    <a:pt x="6901" y="2848"/>
                    <a:pt x="4224" y="0"/>
                    <a:pt x="4224" y="0"/>
                  </a:cubicBezTo>
                  <a:cubicBezTo>
                    <a:pt x="3433" y="365"/>
                    <a:pt x="2678" y="791"/>
                    <a:pt x="1960" y="1290"/>
                  </a:cubicBezTo>
                  <a:cubicBezTo>
                    <a:pt x="1242" y="1752"/>
                    <a:pt x="597" y="2300"/>
                    <a:pt x="1" y="2921"/>
                  </a:cubicBezTo>
                </a:path>
              </a:pathLst>
            </a:custGeom>
            <a:no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8" name="Google Shape;1298;p68"/>
            <p:cNvSpPr/>
            <p:nvPr/>
          </p:nvSpPr>
          <p:spPr>
            <a:xfrm>
              <a:off x="-2785525" y="2847925"/>
              <a:ext cx="185300" cy="215825"/>
            </a:xfrm>
            <a:custGeom>
              <a:rect b="b" l="l" r="r" t="t"/>
              <a:pathLst>
                <a:path extrusionOk="0" h="8633" w="7412">
                  <a:moveTo>
                    <a:pt x="4929" y="1"/>
                  </a:moveTo>
                  <a:lnTo>
                    <a:pt x="438" y="1729"/>
                  </a:lnTo>
                  <a:lnTo>
                    <a:pt x="0" y="3944"/>
                  </a:lnTo>
                  <a:cubicBezTo>
                    <a:pt x="0" y="3944"/>
                    <a:pt x="1132" y="7412"/>
                    <a:pt x="3140" y="8361"/>
                  </a:cubicBezTo>
                  <a:cubicBezTo>
                    <a:pt x="3539" y="8547"/>
                    <a:pt x="3950" y="8633"/>
                    <a:pt x="4351" y="8633"/>
                  </a:cubicBezTo>
                  <a:cubicBezTo>
                    <a:pt x="5968" y="8633"/>
                    <a:pt x="7412" y="7245"/>
                    <a:pt x="7168" y="5489"/>
                  </a:cubicBezTo>
                  <a:cubicBezTo>
                    <a:pt x="6876" y="3299"/>
                    <a:pt x="4929" y="1"/>
                    <a:pt x="4929" y="1"/>
                  </a:cubicBezTo>
                  <a:close/>
                </a:path>
              </a:pathLst>
            </a:custGeom>
            <a:solidFill>
              <a:schemeClr val="lt2"/>
            </a:solid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9" name="Google Shape;1299;p68"/>
            <p:cNvSpPr/>
            <p:nvPr/>
          </p:nvSpPr>
          <p:spPr>
            <a:xfrm>
              <a:off x="-2818700" y="2814775"/>
              <a:ext cx="191400" cy="186525"/>
            </a:xfrm>
            <a:custGeom>
              <a:rect b="b" l="l" r="r" t="t"/>
              <a:pathLst>
                <a:path extrusionOk="0" h="7461" w="7656">
                  <a:moveTo>
                    <a:pt x="7120" y="0"/>
                  </a:moveTo>
                  <a:lnTo>
                    <a:pt x="1" y="3030"/>
                  </a:lnTo>
                  <a:lnTo>
                    <a:pt x="195" y="6000"/>
                  </a:lnTo>
                  <a:lnTo>
                    <a:pt x="1996" y="7460"/>
                  </a:lnTo>
                  <a:cubicBezTo>
                    <a:pt x="1996" y="7460"/>
                    <a:pt x="2994" y="6888"/>
                    <a:pt x="2629" y="5720"/>
                  </a:cubicBezTo>
                  <a:cubicBezTo>
                    <a:pt x="2532" y="5464"/>
                    <a:pt x="2641" y="5172"/>
                    <a:pt x="2885" y="5026"/>
                  </a:cubicBezTo>
                  <a:cubicBezTo>
                    <a:pt x="3189" y="4844"/>
                    <a:pt x="3542" y="4479"/>
                    <a:pt x="3627" y="3688"/>
                  </a:cubicBezTo>
                  <a:cubicBezTo>
                    <a:pt x="3652" y="3444"/>
                    <a:pt x="3846" y="3262"/>
                    <a:pt x="4090" y="3237"/>
                  </a:cubicBezTo>
                  <a:cubicBezTo>
                    <a:pt x="4528" y="3213"/>
                    <a:pt x="5185" y="3103"/>
                    <a:pt x="5562" y="2702"/>
                  </a:cubicBezTo>
                  <a:cubicBezTo>
                    <a:pt x="5647" y="2604"/>
                    <a:pt x="5769" y="2552"/>
                    <a:pt x="5893" y="2552"/>
                  </a:cubicBezTo>
                  <a:cubicBezTo>
                    <a:pt x="6001" y="2552"/>
                    <a:pt x="6110" y="2592"/>
                    <a:pt x="6195" y="2677"/>
                  </a:cubicBezTo>
                  <a:cubicBezTo>
                    <a:pt x="6572" y="3079"/>
                    <a:pt x="7108" y="3310"/>
                    <a:pt x="7655" y="3322"/>
                  </a:cubicBezTo>
                  <a:lnTo>
                    <a:pt x="712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0" name="Google Shape;1300;p68"/>
            <p:cNvSpPr/>
            <p:nvPr/>
          </p:nvSpPr>
          <p:spPr>
            <a:xfrm>
              <a:off x="-2803182" y="2985300"/>
              <a:ext cx="73700" cy="56800"/>
            </a:xfrm>
            <a:custGeom>
              <a:rect b="b" l="l" r="r" t="t"/>
              <a:pathLst>
                <a:path extrusionOk="0" h="2272" w="2948">
                  <a:moveTo>
                    <a:pt x="1306" y="0"/>
                  </a:moveTo>
                  <a:cubicBezTo>
                    <a:pt x="1046" y="0"/>
                    <a:pt x="742" y="77"/>
                    <a:pt x="477" y="347"/>
                  </a:cubicBezTo>
                  <a:cubicBezTo>
                    <a:pt x="0" y="843"/>
                    <a:pt x="673" y="2271"/>
                    <a:pt x="1858" y="2271"/>
                  </a:cubicBezTo>
                  <a:cubicBezTo>
                    <a:pt x="2187" y="2271"/>
                    <a:pt x="2554" y="2162"/>
                    <a:pt x="2947" y="1893"/>
                  </a:cubicBezTo>
                  <a:lnTo>
                    <a:pt x="1901" y="128"/>
                  </a:lnTo>
                  <a:cubicBezTo>
                    <a:pt x="1901" y="128"/>
                    <a:pt x="1641" y="0"/>
                    <a:pt x="13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1" name="Google Shape;1301;p68"/>
            <p:cNvSpPr/>
            <p:nvPr/>
          </p:nvSpPr>
          <p:spPr>
            <a:xfrm>
              <a:off x="-2808650" y="2978450"/>
              <a:ext cx="77000" cy="85225"/>
            </a:xfrm>
            <a:custGeom>
              <a:rect b="b" l="l" r="r" t="t"/>
              <a:pathLst>
                <a:path extrusionOk="0" fill="none" h="3409" w="3080">
                  <a:moveTo>
                    <a:pt x="2033" y="402"/>
                  </a:moveTo>
                  <a:cubicBezTo>
                    <a:pt x="2033" y="402"/>
                    <a:pt x="1217" y="1"/>
                    <a:pt x="609" y="621"/>
                  </a:cubicBezTo>
                  <a:cubicBezTo>
                    <a:pt x="0" y="1254"/>
                    <a:pt x="1266" y="3408"/>
                    <a:pt x="3079" y="2167"/>
                  </a:cubicBezTo>
                </a:path>
              </a:pathLst>
            </a:custGeom>
            <a:no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02" name="Google Shape;1302;p68"/>
          <p:cNvGrpSpPr/>
          <p:nvPr/>
        </p:nvGrpSpPr>
        <p:grpSpPr>
          <a:xfrm flipH="1" rot="-5267276">
            <a:off x="6221078" y="-831672"/>
            <a:ext cx="1385993" cy="2705376"/>
            <a:chOff x="409722" y="228600"/>
            <a:chExt cx="1385931" cy="2705253"/>
          </a:xfrm>
        </p:grpSpPr>
        <p:grpSp>
          <p:nvGrpSpPr>
            <p:cNvPr id="1303" name="Google Shape;1303;p68"/>
            <p:cNvGrpSpPr/>
            <p:nvPr/>
          </p:nvGrpSpPr>
          <p:grpSpPr>
            <a:xfrm flipH="1" rot="-617154">
              <a:off x="575967" y="402323"/>
              <a:ext cx="1053440" cy="2450002"/>
              <a:chOff x="3817855" y="1437512"/>
              <a:chExt cx="541146" cy="1128254"/>
            </a:xfrm>
          </p:grpSpPr>
          <p:sp>
            <p:nvSpPr>
              <p:cNvPr id="1304" name="Google Shape;1304;p68"/>
              <p:cNvSpPr/>
              <p:nvPr/>
            </p:nvSpPr>
            <p:spPr>
              <a:xfrm>
                <a:off x="3817855" y="1437512"/>
                <a:ext cx="541146" cy="1128254"/>
              </a:xfrm>
              <a:custGeom>
                <a:rect b="b" l="l" r="r" t="t"/>
                <a:pathLst>
                  <a:path extrusionOk="0" h="59625" w="28598">
                    <a:moveTo>
                      <a:pt x="101" y="0"/>
                    </a:moveTo>
                    <a:lnTo>
                      <a:pt x="1" y="426"/>
                    </a:lnTo>
                    <a:cubicBezTo>
                      <a:pt x="16066" y="3359"/>
                      <a:pt x="28197" y="17344"/>
                      <a:pt x="28197" y="34161"/>
                    </a:cubicBezTo>
                    <a:lnTo>
                      <a:pt x="28197" y="34462"/>
                    </a:lnTo>
                    <a:cubicBezTo>
                      <a:pt x="28096" y="44286"/>
                      <a:pt x="23911" y="53058"/>
                      <a:pt x="17219" y="59324"/>
                    </a:cubicBezTo>
                    <a:lnTo>
                      <a:pt x="17545" y="59625"/>
                    </a:lnTo>
                    <a:cubicBezTo>
                      <a:pt x="24212" y="53359"/>
                      <a:pt x="28497" y="44386"/>
                      <a:pt x="28598" y="34462"/>
                    </a:cubicBezTo>
                    <a:lnTo>
                      <a:pt x="28598" y="34161"/>
                    </a:lnTo>
                    <a:cubicBezTo>
                      <a:pt x="28598" y="17143"/>
                      <a:pt x="16292" y="2933"/>
                      <a:pt x="10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5" name="Google Shape;1305;p68"/>
              <p:cNvSpPr/>
              <p:nvPr/>
            </p:nvSpPr>
            <p:spPr>
              <a:xfrm>
                <a:off x="3985754" y="1615346"/>
                <a:ext cx="39378" cy="29898"/>
              </a:xfrm>
              <a:custGeom>
                <a:rect b="b" l="l" r="r" t="t"/>
                <a:pathLst>
                  <a:path extrusionOk="0" h="1580" w="2081">
                    <a:moveTo>
                      <a:pt x="1053" y="1"/>
                    </a:moveTo>
                    <a:cubicBezTo>
                      <a:pt x="0" y="1"/>
                      <a:pt x="0" y="1580"/>
                      <a:pt x="1053" y="1580"/>
                    </a:cubicBezTo>
                    <a:cubicBezTo>
                      <a:pt x="2080" y="1580"/>
                      <a:pt x="2080" y="1"/>
                      <a:pt x="105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06" name="Google Shape;1306;p68"/>
            <p:cNvSpPr/>
            <p:nvPr/>
          </p:nvSpPr>
          <p:spPr>
            <a:xfrm>
              <a:off x="1419225" y="228600"/>
              <a:ext cx="142800" cy="1428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07" name="Google Shape;1307;p68"/>
          <p:cNvGrpSpPr/>
          <p:nvPr/>
        </p:nvGrpSpPr>
        <p:grpSpPr>
          <a:xfrm flipH="1" rot="5400000">
            <a:off x="1487092" y="3169067"/>
            <a:ext cx="1385931" cy="2705253"/>
            <a:chOff x="409722" y="228600"/>
            <a:chExt cx="1385931" cy="2705253"/>
          </a:xfrm>
        </p:grpSpPr>
        <p:grpSp>
          <p:nvGrpSpPr>
            <p:cNvPr id="1308" name="Google Shape;1308;p68"/>
            <p:cNvGrpSpPr/>
            <p:nvPr/>
          </p:nvGrpSpPr>
          <p:grpSpPr>
            <a:xfrm flipH="1" rot="-617154">
              <a:off x="575967" y="402323"/>
              <a:ext cx="1053440" cy="2450002"/>
              <a:chOff x="3817855" y="1437512"/>
              <a:chExt cx="541146" cy="1128254"/>
            </a:xfrm>
          </p:grpSpPr>
          <p:sp>
            <p:nvSpPr>
              <p:cNvPr id="1309" name="Google Shape;1309;p68"/>
              <p:cNvSpPr/>
              <p:nvPr/>
            </p:nvSpPr>
            <p:spPr>
              <a:xfrm>
                <a:off x="3817855" y="1437512"/>
                <a:ext cx="541146" cy="1128254"/>
              </a:xfrm>
              <a:custGeom>
                <a:rect b="b" l="l" r="r" t="t"/>
                <a:pathLst>
                  <a:path extrusionOk="0" h="59625" w="28598">
                    <a:moveTo>
                      <a:pt x="101" y="0"/>
                    </a:moveTo>
                    <a:lnTo>
                      <a:pt x="1" y="426"/>
                    </a:lnTo>
                    <a:cubicBezTo>
                      <a:pt x="16066" y="3359"/>
                      <a:pt x="28197" y="17344"/>
                      <a:pt x="28197" y="34161"/>
                    </a:cubicBezTo>
                    <a:lnTo>
                      <a:pt x="28197" y="34462"/>
                    </a:lnTo>
                    <a:cubicBezTo>
                      <a:pt x="28096" y="44286"/>
                      <a:pt x="23911" y="53058"/>
                      <a:pt x="17219" y="59324"/>
                    </a:cubicBezTo>
                    <a:lnTo>
                      <a:pt x="17545" y="59625"/>
                    </a:lnTo>
                    <a:cubicBezTo>
                      <a:pt x="24212" y="53359"/>
                      <a:pt x="28497" y="44386"/>
                      <a:pt x="28598" y="34462"/>
                    </a:cubicBezTo>
                    <a:lnTo>
                      <a:pt x="28598" y="34161"/>
                    </a:lnTo>
                    <a:cubicBezTo>
                      <a:pt x="28598" y="17143"/>
                      <a:pt x="16292" y="2933"/>
                      <a:pt x="10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0" name="Google Shape;1310;p68"/>
              <p:cNvSpPr/>
              <p:nvPr/>
            </p:nvSpPr>
            <p:spPr>
              <a:xfrm>
                <a:off x="3985754" y="1615346"/>
                <a:ext cx="39378" cy="29898"/>
              </a:xfrm>
              <a:custGeom>
                <a:rect b="b" l="l" r="r" t="t"/>
                <a:pathLst>
                  <a:path extrusionOk="0" h="1580" w="2081">
                    <a:moveTo>
                      <a:pt x="1053" y="1"/>
                    </a:moveTo>
                    <a:cubicBezTo>
                      <a:pt x="0" y="1"/>
                      <a:pt x="0" y="1580"/>
                      <a:pt x="1053" y="1580"/>
                    </a:cubicBezTo>
                    <a:cubicBezTo>
                      <a:pt x="2080" y="1580"/>
                      <a:pt x="2080" y="1"/>
                      <a:pt x="105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11" name="Google Shape;1311;p68"/>
            <p:cNvSpPr/>
            <p:nvPr/>
          </p:nvSpPr>
          <p:spPr>
            <a:xfrm>
              <a:off x="1419225" y="228600"/>
              <a:ext cx="142800" cy="1428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12" name="Google Shape;1312;p68"/>
          <p:cNvGrpSpPr/>
          <p:nvPr/>
        </p:nvGrpSpPr>
        <p:grpSpPr>
          <a:xfrm>
            <a:off x="6500220" y="1069536"/>
            <a:ext cx="1990641" cy="3004428"/>
            <a:chOff x="6500220" y="1069536"/>
            <a:chExt cx="1990641" cy="3004428"/>
          </a:xfrm>
        </p:grpSpPr>
        <p:grpSp>
          <p:nvGrpSpPr>
            <p:cNvPr id="1313" name="Google Shape;1313;p68"/>
            <p:cNvGrpSpPr/>
            <p:nvPr/>
          </p:nvGrpSpPr>
          <p:grpSpPr>
            <a:xfrm>
              <a:off x="6500220" y="1069536"/>
              <a:ext cx="1990641" cy="3004428"/>
              <a:chOff x="8254750" y="2356513"/>
              <a:chExt cx="1637175" cy="2470950"/>
            </a:xfrm>
          </p:grpSpPr>
          <p:sp>
            <p:nvSpPr>
              <p:cNvPr id="1314" name="Google Shape;1314;p68"/>
              <p:cNvSpPr/>
              <p:nvPr/>
            </p:nvSpPr>
            <p:spPr>
              <a:xfrm>
                <a:off x="9093250" y="2514563"/>
                <a:ext cx="540675" cy="645050"/>
              </a:xfrm>
              <a:custGeom>
                <a:rect b="b" l="l" r="r" t="t"/>
                <a:pathLst>
                  <a:path extrusionOk="0" h="25802" w="21627">
                    <a:moveTo>
                      <a:pt x="5307" y="0"/>
                    </a:moveTo>
                    <a:cubicBezTo>
                      <a:pt x="1205" y="0"/>
                      <a:pt x="1" y="5513"/>
                      <a:pt x="2934" y="8336"/>
                    </a:cubicBezTo>
                    <a:cubicBezTo>
                      <a:pt x="3165" y="8568"/>
                      <a:pt x="3360" y="8823"/>
                      <a:pt x="3518" y="9115"/>
                    </a:cubicBezTo>
                    <a:cubicBezTo>
                      <a:pt x="5830" y="13168"/>
                      <a:pt x="5903" y="25703"/>
                      <a:pt x="14045" y="25800"/>
                    </a:cubicBezTo>
                    <a:cubicBezTo>
                      <a:pt x="14090" y="25801"/>
                      <a:pt x="14135" y="25801"/>
                      <a:pt x="14179" y="25801"/>
                    </a:cubicBezTo>
                    <a:cubicBezTo>
                      <a:pt x="20212" y="25801"/>
                      <a:pt x="21626" y="20924"/>
                      <a:pt x="19911" y="16515"/>
                    </a:cubicBezTo>
                    <a:cubicBezTo>
                      <a:pt x="19132" y="14531"/>
                      <a:pt x="17817" y="12803"/>
                      <a:pt x="16114" y="11537"/>
                    </a:cubicBezTo>
                    <a:cubicBezTo>
                      <a:pt x="10211" y="7168"/>
                      <a:pt x="11939" y="0"/>
                      <a:pt x="5307" y="0"/>
                    </a:cubicBezTo>
                    <a:close/>
                  </a:path>
                </a:pathLst>
              </a:custGeom>
              <a:solidFill>
                <a:schemeClr val="accent3"/>
              </a:solid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5" name="Google Shape;1315;p68"/>
              <p:cNvSpPr/>
              <p:nvPr/>
            </p:nvSpPr>
            <p:spPr>
              <a:xfrm>
                <a:off x="9181175" y="2669713"/>
                <a:ext cx="452750" cy="489900"/>
              </a:xfrm>
              <a:custGeom>
                <a:rect b="b" l="l" r="r" t="t"/>
                <a:pathLst>
                  <a:path extrusionOk="0" h="19596" w="18110">
                    <a:moveTo>
                      <a:pt x="1790" y="1"/>
                    </a:moveTo>
                    <a:cubicBezTo>
                      <a:pt x="1120" y="926"/>
                      <a:pt x="524" y="1899"/>
                      <a:pt x="1" y="2909"/>
                    </a:cubicBezTo>
                    <a:cubicBezTo>
                      <a:pt x="2313" y="6962"/>
                      <a:pt x="2386" y="19497"/>
                      <a:pt x="10528" y="19594"/>
                    </a:cubicBezTo>
                    <a:cubicBezTo>
                      <a:pt x="10573" y="19595"/>
                      <a:pt x="10618" y="19595"/>
                      <a:pt x="10662" y="19595"/>
                    </a:cubicBezTo>
                    <a:cubicBezTo>
                      <a:pt x="16695" y="19595"/>
                      <a:pt x="18109" y="14718"/>
                      <a:pt x="16394" y="10309"/>
                    </a:cubicBezTo>
                    <a:lnTo>
                      <a:pt x="16394" y="10309"/>
                    </a:lnTo>
                    <a:cubicBezTo>
                      <a:pt x="16151" y="10317"/>
                      <a:pt x="15914" y="10321"/>
                      <a:pt x="15680" y="10321"/>
                    </a:cubicBezTo>
                    <a:cubicBezTo>
                      <a:pt x="9064" y="10321"/>
                      <a:pt x="5954" y="7052"/>
                      <a:pt x="4978" y="4078"/>
                    </a:cubicBezTo>
                    <a:cubicBezTo>
                      <a:pt x="3737" y="305"/>
                      <a:pt x="1790" y="1"/>
                      <a:pt x="179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6" name="Google Shape;1316;p68"/>
              <p:cNvSpPr/>
              <p:nvPr/>
            </p:nvSpPr>
            <p:spPr>
              <a:xfrm>
                <a:off x="9210075" y="4356463"/>
                <a:ext cx="219400" cy="396150"/>
              </a:xfrm>
              <a:custGeom>
                <a:rect b="b" l="l" r="r" t="t"/>
                <a:pathLst>
                  <a:path extrusionOk="0" h="15846" w="8776">
                    <a:moveTo>
                      <a:pt x="1" y="1"/>
                    </a:moveTo>
                    <a:cubicBezTo>
                      <a:pt x="1" y="1"/>
                      <a:pt x="768" y="1668"/>
                      <a:pt x="1619" y="3640"/>
                    </a:cubicBezTo>
                    <a:cubicBezTo>
                      <a:pt x="2593" y="5891"/>
                      <a:pt x="3701" y="8544"/>
                      <a:pt x="3932" y="9542"/>
                    </a:cubicBezTo>
                    <a:cubicBezTo>
                      <a:pt x="4053" y="10077"/>
                      <a:pt x="4078" y="11027"/>
                      <a:pt x="4053" y="12110"/>
                    </a:cubicBezTo>
                    <a:cubicBezTo>
                      <a:pt x="4017" y="13302"/>
                      <a:pt x="3920" y="14666"/>
                      <a:pt x="3834" y="15846"/>
                    </a:cubicBezTo>
                    <a:lnTo>
                      <a:pt x="8775" y="8568"/>
                    </a:lnTo>
                    <a:cubicBezTo>
                      <a:pt x="8495" y="8228"/>
                      <a:pt x="8009" y="7948"/>
                      <a:pt x="7291" y="7765"/>
                    </a:cubicBezTo>
                    <a:cubicBezTo>
                      <a:pt x="7291" y="7765"/>
                      <a:pt x="6938" y="5842"/>
                      <a:pt x="6378" y="3494"/>
                    </a:cubicBezTo>
                    <a:cubicBezTo>
                      <a:pt x="6110" y="2374"/>
                      <a:pt x="5794" y="1145"/>
                      <a:pt x="5441" y="1"/>
                    </a:cubicBezTo>
                    <a:close/>
                  </a:path>
                </a:pathLst>
              </a:custGeom>
              <a:solidFill>
                <a:schemeClr val="lt2"/>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7" name="Google Shape;1317;p68"/>
              <p:cNvSpPr/>
              <p:nvPr/>
            </p:nvSpPr>
            <p:spPr>
              <a:xfrm>
                <a:off x="9210075" y="4356463"/>
                <a:ext cx="219400" cy="396150"/>
              </a:xfrm>
              <a:custGeom>
                <a:rect b="b" l="l" r="r" t="t"/>
                <a:pathLst>
                  <a:path extrusionOk="0" fill="none" h="15846" w="8776">
                    <a:moveTo>
                      <a:pt x="3834" y="15846"/>
                    </a:moveTo>
                    <a:cubicBezTo>
                      <a:pt x="3920" y="14666"/>
                      <a:pt x="4017" y="13302"/>
                      <a:pt x="4053" y="12110"/>
                    </a:cubicBezTo>
                    <a:cubicBezTo>
                      <a:pt x="4078" y="11027"/>
                      <a:pt x="4053" y="10077"/>
                      <a:pt x="3932" y="9542"/>
                    </a:cubicBezTo>
                    <a:cubicBezTo>
                      <a:pt x="3701" y="8544"/>
                      <a:pt x="2593" y="5891"/>
                      <a:pt x="1619" y="3640"/>
                    </a:cubicBezTo>
                    <a:cubicBezTo>
                      <a:pt x="768" y="1668"/>
                      <a:pt x="1" y="1"/>
                      <a:pt x="1" y="1"/>
                    </a:cubicBezTo>
                    <a:lnTo>
                      <a:pt x="5441" y="1"/>
                    </a:lnTo>
                    <a:cubicBezTo>
                      <a:pt x="5794" y="1145"/>
                      <a:pt x="6110" y="2374"/>
                      <a:pt x="6378" y="3494"/>
                    </a:cubicBezTo>
                    <a:cubicBezTo>
                      <a:pt x="6938" y="5842"/>
                      <a:pt x="7291" y="7765"/>
                      <a:pt x="7291" y="7765"/>
                    </a:cubicBezTo>
                    <a:cubicBezTo>
                      <a:pt x="8009" y="7948"/>
                      <a:pt x="8495" y="8228"/>
                      <a:pt x="8775" y="8568"/>
                    </a:cubicBezTo>
                  </a:path>
                </a:pathLst>
              </a:custGeom>
              <a:no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8" name="Google Shape;1318;p68"/>
              <p:cNvSpPr/>
              <p:nvPr/>
            </p:nvSpPr>
            <p:spPr>
              <a:xfrm>
                <a:off x="9206158" y="4356463"/>
                <a:ext cx="159450" cy="87350"/>
              </a:xfrm>
              <a:custGeom>
                <a:rect b="b" l="l" r="r" t="t"/>
                <a:pathLst>
                  <a:path extrusionOk="0" h="3494" w="6378">
                    <a:moveTo>
                      <a:pt x="1" y="1"/>
                    </a:moveTo>
                    <a:cubicBezTo>
                      <a:pt x="1" y="1"/>
                      <a:pt x="378" y="3481"/>
                      <a:pt x="6378" y="3494"/>
                    </a:cubicBezTo>
                    <a:cubicBezTo>
                      <a:pt x="6110" y="2362"/>
                      <a:pt x="5794" y="1145"/>
                      <a:pt x="544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9" name="Google Shape;1319;p68"/>
              <p:cNvSpPr/>
              <p:nvPr/>
            </p:nvSpPr>
            <p:spPr>
              <a:xfrm>
                <a:off x="9300150" y="4550588"/>
                <a:ext cx="146350" cy="276875"/>
              </a:xfrm>
              <a:custGeom>
                <a:rect b="b" l="l" r="r" t="t"/>
                <a:pathLst>
                  <a:path extrusionOk="0" h="11075" w="5854">
                    <a:moveTo>
                      <a:pt x="3688" y="0"/>
                    </a:moveTo>
                    <a:cubicBezTo>
                      <a:pt x="2824" y="2702"/>
                      <a:pt x="1375" y="3858"/>
                      <a:pt x="450" y="4345"/>
                    </a:cubicBezTo>
                    <a:cubicBezTo>
                      <a:pt x="377" y="6937"/>
                      <a:pt x="0" y="10332"/>
                      <a:pt x="73" y="10917"/>
                    </a:cubicBezTo>
                    <a:cubicBezTo>
                      <a:pt x="85" y="11025"/>
                      <a:pt x="144" y="11075"/>
                      <a:pt x="240" y="11075"/>
                    </a:cubicBezTo>
                    <a:cubicBezTo>
                      <a:pt x="865" y="11075"/>
                      <a:pt x="3054" y="8957"/>
                      <a:pt x="3688" y="7205"/>
                    </a:cubicBezTo>
                    <a:cubicBezTo>
                      <a:pt x="4430" y="5185"/>
                      <a:pt x="4211" y="5087"/>
                      <a:pt x="5026" y="3456"/>
                    </a:cubicBezTo>
                    <a:cubicBezTo>
                      <a:pt x="5854" y="1813"/>
                      <a:pt x="5769" y="523"/>
                      <a:pt x="3688" y="0"/>
                    </a:cubicBezTo>
                    <a:close/>
                  </a:path>
                </a:pathLst>
              </a:custGeom>
              <a:solidFill>
                <a:schemeClr val="accent3"/>
              </a:solid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0" name="Google Shape;1320;p68"/>
              <p:cNvSpPr/>
              <p:nvPr/>
            </p:nvSpPr>
            <p:spPr>
              <a:xfrm>
                <a:off x="9556325" y="4252163"/>
                <a:ext cx="317050" cy="390625"/>
              </a:xfrm>
              <a:custGeom>
                <a:rect b="b" l="l" r="r" t="t"/>
                <a:pathLst>
                  <a:path extrusionOk="0" h="15625" w="12682">
                    <a:moveTo>
                      <a:pt x="4604" y="0"/>
                    </a:moveTo>
                    <a:cubicBezTo>
                      <a:pt x="2833" y="0"/>
                      <a:pt x="0" y="2019"/>
                      <a:pt x="0" y="2019"/>
                    </a:cubicBezTo>
                    <a:cubicBezTo>
                      <a:pt x="0" y="2019"/>
                      <a:pt x="1156" y="3418"/>
                      <a:pt x="2532" y="5159"/>
                    </a:cubicBezTo>
                    <a:cubicBezTo>
                      <a:pt x="4223" y="7313"/>
                      <a:pt x="6231" y="9990"/>
                      <a:pt x="6779" y="11207"/>
                    </a:cubicBezTo>
                    <a:cubicBezTo>
                      <a:pt x="7010" y="11730"/>
                      <a:pt x="7229" y="12290"/>
                      <a:pt x="7424" y="12850"/>
                    </a:cubicBezTo>
                    <a:cubicBezTo>
                      <a:pt x="7765" y="13823"/>
                      <a:pt x="8057" y="14797"/>
                      <a:pt x="8349" y="15625"/>
                    </a:cubicBezTo>
                    <a:lnTo>
                      <a:pt x="12681" y="13738"/>
                    </a:lnTo>
                    <a:cubicBezTo>
                      <a:pt x="12292" y="12996"/>
                      <a:pt x="11330" y="11767"/>
                      <a:pt x="10539" y="10805"/>
                    </a:cubicBezTo>
                    <a:cubicBezTo>
                      <a:pt x="9870" y="9978"/>
                      <a:pt x="9322" y="9345"/>
                      <a:pt x="9322" y="9345"/>
                    </a:cubicBezTo>
                    <a:cubicBezTo>
                      <a:pt x="9322" y="9345"/>
                      <a:pt x="8105" y="5889"/>
                      <a:pt x="6986" y="3211"/>
                    </a:cubicBezTo>
                    <a:cubicBezTo>
                      <a:pt x="6523" y="2080"/>
                      <a:pt x="6073" y="1082"/>
                      <a:pt x="5744" y="546"/>
                    </a:cubicBezTo>
                    <a:cubicBezTo>
                      <a:pt x="5500" y="154"/>
                      <a:pt x="5092" y="0"/>
                      <a:pt x="4604" y="0"/>
                    </a:cubicBezTo>
                    <a:close/>
                  </a:path>
                </a:pathLst>
              </a:custGeom>
              <a:solidFill>
                <a:schemeClr val="lt2"/>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1" name="Google Shape;1321;p68"/>
              <p:cNvSpPr/>
              <p:nvPr/>
            </p:nvSpPr>
            <p:spPr>
              <a:xfrm>
                <a:off x="9556325" y="4220463"/>
                <a:ext cx="317050" cy="422325"/>
              </a:xfrm>
              <a:custGeom>
                <a:rect b="b" l="l" r="r" t="t"/>
                <a:pathLst>
                  <a:path extrusionOk="0" fill="none" h="16893" w="12682">
                    <a:moveTo>
                      <a:pt x="8349" y="16893"/>
                    </a:moveTo>
                    <a:cubicBezTo>
                      <a:pt x="8057" y="16065"/>
                      <a:pt x="7765" y="15091"/>
                      <a:pt x="7424" y="14118"/>
                    </a:cubicBezTo>
                    <a:cubicBezTo>
                      <a:pt x="7229" y="13558"/>
                      <a:pt x="7010" y="12998"/>
                      <a:pt x="6779" y="12475"/>
                    </a:cubicBezTo>
                    <a:cubicBezTo>
                      <a:pt x="6231" y="11258"/>
                      <a:pt x="4223" y="8581"/>
                      <a:pt x="2532" y="6427"/>
                    </a:cubicBezTo>
                    <a:cubicBezTo>
                      <a:pt x="1156" y="4686"/>
                      <a:pt x="0" y="3287"/>
                      <a:pt x="0" y="3287"/>
                    </a:cubicBezTo>
                    <a:cubicBezTo>
                      <a:pt x="0" y="3287"/>
                      <a:pt x="4613" y="1"/>
                      <a:pt x="5744" y="1814"/>
                    </a:cubicBezTo>
                    <a:cubicBezTo>
                      <a:pt x="6073" y="2350"/>
                      <a:pt x="6523" y="3348"/>
                      <a:pt x="6986" y="4479"/>
                    </a:cubicBezTo>
                    <a:cubicBezTo>
                      <a:pt x="8105" y="7157"/>
                      <a:pt x="9322" y="10613"/>
                      <a:pt x="9322" y="10613"/>
                    </a:cubicBezTo>
                    <a:cubicBezTo>
                      <a:pt x="9322" y="10613"/>
                      <a:pt x="9870" y="11246"/>
                      <a:pt x="10539" y="12073"/>
                    </a:cubicBezTo>
                    <a:cubicBezTo>
                      <a:pt x="11330" y="13035"/>
                      <a:pt x="12292" y="14264"/>
                      <a:pt x="12681" y="15006"/>
                    </a:cubicBezTo>
                  </a:path>
                </a:pathLst>
              </a:custGeom>
              <a:no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2" name="Google Shape;1322;p68"/>
              <p:cNvSpPr/>
              <p:nvPr/>
            </p:nvSpPr>
            <p:spPr>
              <a:xfrm>
                <a:off x="9546533" y="4252113"/>
                <a:ext cx="174950" cy="103750"/>
              </a:xfrm>
              <a:custGeom>
                <a:rect b="b" l="l" r="r" t="t"/>
                <a:pathLst>
                  <a:path extrusionOk="0" h="4150" w="6998">
                    <a:moveTo>
                      <a:pt x="4599" y="1"/>
                    </a:moveTo>
                    <a:cubicBezTo>
                      <a:pt x="2829" y="1"/>
                      <a:pt x="0" y="2009"/>
                      <a:pt x="0" y="2009"/>
                    </a:cubicBezTo>
                    <a:cubicBezTo>
                      <a:pt x="0" y="2009"/>
                      <a:pt x="1145" y="4150"/>
                      <a:pt x="3760" y="4150"/>
                    </a:cubicBezTo>
                    <a:cubicBezTo>
                      <a:pt x="4661" y="4150"/>
                      <a:pt x="5735" y="3896"/>
                      <a:pt x="6998" y="3213"/>
                    </a:cubicBezTo>
                    <a:cubicBezTo>
                      <a:pt x="6523" y="2082"/>
                      <a:pt x="6073" y="1096"/>
                      <a:pt x="5744" y="548"/>
                    </a:cubicBezTo>
                    <a:cubicBezTo>
                      <a:pt x="5499" y="155"/>
                      <a:pt x="5090" y="1"/>
                      <a:pt x="459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3" name="Google Shape;1323;p68"/>
              <p:cNvSpPr/>
              <p:nvPr/>
            </p:nvSpPr>
            <p:spPr>
              <a:xfrm>
                <a:off x="9742225" y="4522288"/>
                <a:ext cx="149700" cy="201200"/>
              </a:xfrm>
              <a:custGeom>
                <a:rect b="b" l="l" r="r" t="t"/>
                <a:pathLst>
                  <a:path extrusionOk="0" h="8048" w="5988">
                    <a:moveTo>
                      <a:pt x="3116" y="0"/>
                    </a:moveTo>
                    <a:cubicBezTo>
                      <a:pt x="2276" y="1741"/>
                      <a:pt x="888" y="2045"/>
                      <a:pt x="0" y="2045"/>
                    </a:cubicBezTo>
                    <a:cubicBezTo>
                      <a:pt x="621" y="3822"/>
                      <a:pt x="1083" y="5623"/>
                      <a:pt x="1667" y="6438"/>
                    </a:cubicBezTo>
                    <a:cubicBezTo>
                      <a:pt x="2341" y="7375"/>
                      <a:pt x="4142" y="8047"/>
                      <a:pt x="4948" y="8047"/>
                    </a:cubicBezTo>
                    <a:cubicBezTo>
                      <a:pt x="5074" y="8047"/>
                      <a:pt x="5176" y="8031"/>
                      <a:pt x="5245" y="7996"/>
                    </a:cubicBezTo>
                    <a:cubicBezTo>
                      <a:pt x="5769" y="7728"/>
                      <a:pt x="5988" y="4321"/>
                      <a:pt x="5257" y="2945"/>
                    </a:cubicBezTo>
                    <a:cubicBezTo>
                      <a:pt x="4856" y="2203"/>
                      <a:pt x="3907" y="974"/>
                      <a:pt x="3116" y="0"/>
                    </a:cubicBezTo>
                    <a:close/>
                  </a:path>
                </a:pathLst>
              </a:custGeom>
              <a:solidFill>
                <a:schemeClr val="accent3"/>
              </a:solid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4" name="Google Shape;1324;p68"/>
              <p:cNvSpPr/>
              <p:nvPr/>
            </p:nvSpPr>
            <p:spPr>
              <a:xfrm>
                <a:off x="9015050" y="3669163"/>
                <a:ext cx="754875" cy="739100"/>
              </a:xfrm>
              <a:custGeom>
                <a:rect b="b" l="l" r="r" t="t"/>
                <a:pathLst>
                  <a:path extrusionOk="0" h="29564" w="30195">
                    <a:moveTo>
                      <a:pt x="19923" y="1"/>
                    </a:moveTo>
                    <a:lnTo>
                      <a:pt x="1" y="3141"/>
                    </a:lnTo>
                    <a:cubicBezTo>
                      <a:pt x="1" y="3141"/>
                      <a:pt x="1169" y="10224"/>
                      <a:pt x="2690" y="17416"/>
                    </a:cubicBezTo>
                    <a:cubicBezTo>
                      <a:pt x="3652" y="21931"/>
                      <a:pt x="4747" y="26483"/>
                      <a:pt x="5782" y="29343"/>
                    </a:cubicBezTo>
                    <a:cubicBezTo>
                      <a:pt x="5782" y="29343"/>
                      <a:pt x="7138" y="29563"/>
                      <a:pt x="9416" y="29563"/>
                    </a:cubicBezTo>
                    <a:cubicBezTo>
                      <a:pt x="10919" y="29563"/>
                      <a:pt x="12824" y="29467"/>
                      <a:pt x="15006" y="29148"/>
                    </a:cubicBezTo>
                    <a:cubicBezTo>
                      <a:pt x="15749" y="29051"/>
                      <a:pt x="16516" y="28904"/>
                      <a:pt x="17319" y="28746"/>
                    </a:cubicBezTo>
                    <a:cubicBezTo>
                      <a:pt x="21858" y="27821"/>
                      <a:pt x="26215" y="26130"/>
                      <a:pt x="30195" y="23744"/>
                    </a:cubicBezTo>
                    <a:cubicBezTo>
                      <a:pt x="30195" y="23744"/>
                      <a:pt x="25935" y="14057"/>
                      <a:pt x="22783" y="6731"/>
                    </a:cubicBezTo>
                    <a:cubicBezTo>
                      <a:pt x="21554" y="3895"/>
                      <a:pt x="20495" y="1425"/>
                      <a:pt x="19923" y="1"/>
                    </a:cubicBezTo>
                    <a:close/>
                  </a:path>
                </a:pathLst>
              </a:custGeom>
              <a:solidFill>
                <a:schemeClr val="accent6"/>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5" name="Google Shape;1325;p68"/>
              <p:cNvSpPr/>
              <p:nvPr/>
            </p:nvSpPr>
            <p:spPr>
              <a:xfrm>
                <a:off x="9308350" y="4003838"/>
                <a:ext cx="139675" cy="394025"/>
              </a:xfrm>
              <a:custGeom>
                <a:rect b="b" l="l" r="r" t="t"/>
                <a:pathLst>
                  <a:path extrusionOk="0" fill="none" h="15761" w="5587">
                    <a:moveTo>
                      <a:pt x="3274" y="15761"/>
                    </a:moveTo>
                    <a:lnTo>
                      <a:pt x="1" y="1"/>
                    </a:lnTo>
                    <a:lnTo>
                      <a:pt x="5587" y="15347"/>
                    </a:lnTo>
                  </a:path>
                </a:pathLst>
              </a:custGeom>
              <a:no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6" name="Google Shape;1326;p68"/>
              <p:cNvSpPr/>
              <p:nvPr/>
            </p:nvSpPr>
            <p:spPr>
              <a:xfrm>
                <a:off x="8254750" y="2871438"/>
                <a:ext cx="272025" cy="181100"/>
              </a:xfrm>
              <a:custGeom>
                <a:rect b="b" l="l" r="r" t="t"/>
                <a:pathLst>
                  <a:path extrusionOk="0" h="7244" w="10881">
                    <a:moveTo>
                      <a:pt x="10880" y="0"/>
                    </a:moveTo>
                    <a:lnTo>
                      <a:pt x="10430" y="61"/>
                    </a:lnTo>
                    <a:lnTo>
                      <a:pt x="6134" y="548"/>
                    </a:lnTo>
                    <a:cubicBezTo>
                      <a:pt x="6134" y="548"/>
                      <a:pt x="4601" y="658"/>
                      <a:pt x="4150" y="670"/>
                    </a:cubicBezTo>
                    <a:cubicBezTo>
                      <a:pt x="3797" y="682"/>
                      <a:pt x="2313" y="925"/>
                      <a:pt x="1753" y="1023"/>
                    </a:cubicBezTo>
                    <a:cubicBezTo>
                      <a:pt x="1619" y="1047"/>
                      <a:pt x="1534" y="1157"/>
                      <a:pt x="1546" y="1278"/>
                    </a:cubicBezTo>
                    <a:cubicBezTo>
                      <a:pt x="1558" y="1400"/>
                      <a:pt x="1643" y="1497"/>
                      <a:pt x="1765" y="1509"/>
                    </a:cubicBezTo>
                    <a:lnTo>
                      <a:pt x="3870" y="1741"/>
                    </a:lnTo>
                    <a:lnTo>
                      <a:pt x="183" y="3262"/>
                    </a:lnTo>
                    <a:cubicBezTo>
                      <a:pt x="49" y="3311"/>
                      <a:pt x="0" y="3481"/>
                      <a:pt x="73" y="3615"/>
                    </a:cubicBezTo>
                    <a:lnTo>
                      <a:pt x="98" y="3664"/>
                    </a:lnTo>
                    <a:cubicBezTo>
                      <a:pt x="145" y="3739"/>
                      <a:pt x="221" y="3785"/>
                      <a:pt x="304" y="3785"/>
                    </a:cubicBezTo>
                    <a:cubicBezTo>
                      <a:pt x="328" y="3785"/>
                      <a:pt x="353" y="3781"/>
                      <a:pt x="378" y="3773"/>
                    </a:cubicBezTo>
                    <a:lnTo>
                      <a:pt x="3152" y="2982"/>
                    </a:lnTo>
                    <a:lnTo>
                      <a:pt x="3286" y="3213"/>
                    </a:lnTo>
                    <a:lnTo>
                      <a:pt x="1035" y="5100"/>
                    </a:lnTo>
                    <a:cubicBezTo>
                      <a:pt x="937" y="5185"/>
                      <a:pt x="913" y="5331"/>
                      <a:pt x="998" y="5440"/>
                    </a:cubicBezTo>
                    <a:lnTo>
                      <a:pt x="1035" y="5489"/>
                    </a:lnTo>
                    <a:cubicBezTo>
                      <a:pt x="1081" y="5551"/>
                      <a:pt x="1152" y="5583"/>
                      <a:pt x="1225" y="5583"/>
                    </a:cubicBezTo>
                    <a:cubicBezTo>
                      <a:pt x="1268" y="5583"/>
                      <a:pt x="1311" y="5572"/>
                      <a:pt x="1351" y="5550"/>
                    </a:cubicBezTo>
                    <a:lnTo>
                      <a:pt x="3846" y="4199"/>
                    </a:lnTo>
                    <a:lnTo>
                      <a:pt x="4065" y="4455"/>
                    </a:lnTo>
                    <a:lnTo>
                      <a:pt x="2592" y="6231"/>
                    </a:lnTo>
                    <a:cubicBezTo>
                      <a:pt x="2495" y="6353"/>
                      <a:pt x="2532" y="6511"/>
                      <a:pt x="2653" y="6597"/>
                    </a:cubicBezTo>
                    <a:lnTo>
                      <a:pt x="2702" y="6621"/>
                    </a:lnTo>
                    <a:cubicBezTo>
                      <a:pt x="2744" y="6647"/>
                      <a:pt x="2793" y="6660"/>
                      <a:pt x="2841" y="6660"/>
                    </a:cubicBezTo>
                    <a:cubicBezTo>
                      <a:pt x="2904" y="6660"/>
                      <a:pt x="2965" y="6638"/>
                      <a:pt x="3006" y="6597"/>
                    </a:cubicBezTo>
                    <a:lnTo>
                      <a:pt x="4515" y="5112"/>
                    </a:lnTo>
                    <a:lnTo>
                      <a:pt x="4807" y="5380"/>
                    </a:lnTo>
                    <a:lnTo>
                      <a:pt x="4138" y="6901"/>
                    </a:lnTo>
                    <a:cubicBezTo>
                      <a:pt x="4065" y="7047"/>
                      <a:pt x="4162" y="7217"/>
                      <a:pt x="4321" y="7242"/>
                    </a:cubicBezTo>
                    <a:lnTo>
                      <a:pt x="4369" y="7242"/>
                    </a:lnTo>
                    <a:cubicBezTo>
                      <a:pt x="4379" y="7243"/>
                      <a:pt x="4389" y="7243"/>
                      <a:pt x="4399" y="7243"/>
                    </a:cubicBezTo>
                    <a:cubicBezTo>
                      <a:pt x="4486" y="7243"/>
                      <a:pt x="4569" y="7197"/>
                      <a:pt x="4613" y="7132"/>
                    </a:cubicBezTo>
                    <a:lnTo>
                      <a:pt x="6730" y="3822"/>
                    </a:lnTo>
                    <a:cubicBezTo>
                      <a:pt x="6901" y="3554"/>
                      <a:pt x="7047" y="3262"/>
                      <a:pt x="7144" y="2958"/>
                    </a:cubicBezTo>
                    <a:lnTo>
                      <a:pt x="7241" y="2678"/>
                    </a:lnTo>
                    <a:lnTo>
                      <a:pt x="8994" y="2848"/>
                    </a:lnTo>
                    <a:lnTo>
                      <a:pt x="10880" y="3043"/>
                    </a:lnTo>
                    <a:lnTo>
                      <a:pt x="10880" y="0"/>
                    </a:lnTo>
                    <a:close/>
                  </a:path>
                </a:pathLst>
              </a:custGeom>
              <a:solidFill>
                <a:schemeClr val="lt2"/>
              </a:solid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7" name="Google Shape;1327;p68"/>
              <p:cNvSpPr/>
              <p:nvPr/>
            </p:nvSpPr>
            <p:spPr>
              <a:xfrm>
                <a:off x="8351800" y="2914338"/>
                <a:ext cx="42325" cy="23450"/>
              </a:xfrm>
              <a:custGeom>
                <a:rect b="b" l="l" r="r" t="t"/>
                <a:pathLst>
                  <a:path extrusionOk="0" h="938" w="1693">
                    <a:moveTo>
                      <a:pt x="0" y="0"/>
                    </a:moveTo>
                    <a:lnTo>
                      <a:pt x="0" y="0"/>
                    </a:lnTo>
                    <a:cubicBezTo>
                      <a:pt x="1" y="1"/>
                      <a:pt x="594" y="938"/>
                      <a:pt x="1652" y="938"/>
                    </a:cubicBezTo>
                    <a:cubicBezTo>
                      <a:pt x="1665" y="938"/>
                      <a:pt x="1679" y="938"/>
                      <a:pt x="1692" y="937"/>
                    </a:cubicBezTo>
                    <a:lnTo>
                      <a:pt x="0" y="0"/>
                    </a:lnTo>
                    <a:close/>
                  </a:path>
                </a:pathLst>
              </a:custGeom>
              <a:solidFill>
                <a:srgbClr val="FFFFFF"/>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8" name="Google Shape;1328;p68"/>
              <p:cNvSpPr/>
              <p:nvPr/>
            </p:nvSpPr>
            <p:spPr>
              <a:xfrm>
                <a:off x="8351800" y="2914338"/>
                <a:ext cx="42325" cy="24050"/>
              </a:xfrm>
              <a:custGeom>
                <a:rect b="b" l="l" r="r" t="t"/>
                <a:pathLst>
                  <a:path extrusionOk="0" fill="none" h="962" w="1693">
                    <a:moveTo>
                      <a:pt x="0" y="0"/>
                    </a:moveTo>
                    <a:cubicBezTo>
                      <a:pt x="0" y="0"/>
                      <a:pt x="609" y="962"/>
                      <a:pt x="1692" y="937"/>
                    </a:cubicBezTo>
                  </a:path>
                </a:pathLst>
              </a:custGeom>
              <a:no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9" name="Google Shape;1329;p68"/>
              <p:cNvSpPr/>
              <p:nvPr/>
            </p:nvSpPr>
            <p:spPr>
              <a:xfrm>
                <a:off x="8514575" y="2827613"/>
                <a:ext cx="514500" cy="227000"/>
              </a:xfrm>
              <a:custGeom>
                <a:rect b="b" l="l" r="r" t="t"/>
                <a:pathLst>
                  <a:path extrusionOk="0" h="9080" w="20580">
                    <a:moveTo>
                      <a:pt x="20580" y="1"/>
                    </a:moveTo>
                    <a:lnTo>
                      <a:pt x="0" y="1376"/>
                    </a:lnTo>
                    <a:lnTo>
                      <a:pt x="0" y="8556"/>
                    </a:lnTo>
                    <a:lnTo>
                      <a:pt x="10369" y="8836"/>
                    </a:lnTo>
                    <a:lnTo>
                      <a:pt x="15809" y="8982"/>
                    </a:lnTo>
                    <a:lnTo>
                      <a:pt x="19667" y="9080"/>
                    </a:lnTo>
                    <a:lnTo>
                      <a:pt x="20178" y="4054"/>
                    </a:lnTo>
                    <a:lnTo>
                      <a:pt x="20349" y="2301"/>
                    </a:lnTo>
                    <a:lnTo>
                      <a:pt x="20580" y="1"/>
                    </a:lnTo>
                    <a:close/>
                  </a:path>
                </a:pathLst>
              </a:custGeom>
              <a:solidFill>
                <a:schemeClr val="accent1"/>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0" name="Google Shape;1330;p68"/>
              <p:cNvSpPr/>
              <p:nvPr/>
            </p:nvSpPr>
            <p:spPr>
              <a:xfrm>
                <a:off x="8773800" y="2877304"/>
                <a:ext cx="249500" cy="169475"/>
              </a:xfrm>
              <a:custGeom>
                <a:rect b="b" l="l" r="r" t="t"/>
                <a:pathLst>
                  <a:path extrusionOk="0" h="6779" w="9980">
                    <a:moveTo>
                      <a:pt x="9980" y="0"/>
                    </a:moveTo>
                    <a:cubicBezTo>
                      <a:pt x="7339" y="1728"/>
                      <a:pt x="2288" y="5038"/>
                      <a:pt x="0" y="6523"/>
                    </a:cubicBezTo>
                    <a:lnTo>
                      <a:pt x="5428" y="6681"/>
                    </a:lnTo>
                    <a:lnTo>
                      <a:pt x="9298" y="6779"/>
                    </a:lnTo>
                    <a:lnTo>
                      <a:pt x="9797" y="1753"/>
                    </a:lnTo>
                    <a:lnTo>
                      <a:pt x="9980"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1" name="Google Shape;1331;p68"/>
              <p:cNvSpPr/>
              <p:nvPr/>
            </p:nvSpPr>
            <p:spPr>
              <a:xfrm>
                <a:off x="8909800" y="2928938"/>
                <a:ext cx="109250" cy="125675"/>
              </a:xfrm>
              <a:custGeom>
                <a:rect b="b" l="l" r="r" t="t"/>
                <a:pathLst>
                  <a:path extrusionOk="0" h="5027" w="4370">
                    <a:moveTo>
                      <a:pt x="4369" y="1"/>
                    </a:moveTo>
                    <a:lnTo>
                      <a:pt x="0" y="4929"/>
                    </a:lnTo>
                    <a:lnTo>
                      <a:pt x="3858" y="5027"/>
                    </a:lnTo>
                    <a:lnTo>
                      <a:pt x="4369" y="1"/>
                    </a:lnTo>
                    <a:close/>
                  </a:path>
                </a:pathLst>
              </a:custGeom>
              <a:solidFill>
                <a:srgbClr val="231F20"/>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2" name="Google Shape;1332;p68"/>
              <p:cNvSpPr/>
              <p:nvPr/>
            </p:nvSpPr>
            <p:spPr>
              <a:xfrm>
                <a:off x="8567825" y="2880563"/>
                <a:ext cx="325" cy="137250"/>
              </a:xfrm>
              <a:custGeom>
                <a:rect b="b" l="l" r="r" t="t"/>
                <a:pathLst>
                  <a:path extrusionOk="0" h="5490" w="13">
                    <a:moveTo>
                      <a:pt x="0" y="1"/>
                    </a:moveTo>
                    <a:lnTo>
                      <a:pt x="12" y="5489"/>
                    </a:lnTo>
                  </a:path>
                </a:pathLst>
              </a:custGeom>
              <a:solidFill>
                <a:srgbClr val="FFFFFF"/>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3" name="Google Shape;1333;p68"/>
              <p:cNvSpPr/>
              <p:nvPr/>
            </p:nvSpPr>
            <p:spPr>
              <a:xfrm>
                <a:off x="8567825" y="2880563"/>
                <a:ext cx="325" cy="137250"/>
              </a:xfrm>
              <a:custGeom>
                <a:rect b="b" l="l" r="r" t="t"/>
                <a:pathLst>
                  <a:path extrusionOk="0" fill="none" h="5490" w="13">
                    <a:moveTo>
                      <a:pt x="0" y="1"/>
                    </a:moveTo>
                    <a:lnTo>
                      <a:pt x="12" y="5489"/>
                    </a:lnTo>
                  </a:path>
                </a:pathLst>
              </a:custGeom>
              <a:no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4" name="Google Shape;1334;p68"/>
              <p:cNvSpPr/>
              <p:nvPr/>
            </p:nvSpPr>
            <p:spPr>
              <a:xfrm>
                <a:off x="9635725" y="2466863"/>
                <a:ext cx="192625" cy="269500"/>
              </a:xfrm>
              <a:custGeom>
                <a:rect b="b" l="l" r="r" t="t"/>
                <a:pathLst>
                  <a:path extrusionOk="0" h="10780" w="7705">
                    <a:moveTo>
                      <a:pt x="4249" y="0"/>
                    </a:moveTo>
                    <a:cubicBezTo>
                      <a:pt x="4161" y="0"/>
                      <a:pt x="4075" y="46"/>
                      <a:pt x="4029" y="131"/>
                    </a:cubicBezTo>
                    <a:lnTo>
                      <a:pt x="2240" y="3697"/>
                    </a:lnTo>
                    <a:lnTo>
                      <a:pt x="2155" y="1567"/>
                    </a:lnTo>
                    <a:cubicBezTo>
                      <a:pt x="2155" y="1458"/>
                      <a:pt x="2069" y="1360"/>
                      <a:pt x="1948" y="1336"/>
                    </a:cubicBezTo>
                    <a:cubicBezTo>
                      <a:pt x="1939" y="1335"/>
                      <a:pt x="1930" y="1335"/>
                      <a:pt x="1921" y="1335"/>
                    </a:cubicBezTo>
                    <a:cubicBezTo>
                      <a:pt x="1809" y="1335"/>
                      <a:pt x="1703" y="1406"/>
                      <a:pt x="1680" y="1519"/>
                    </a:cubicBezTo>
                    <a:cubicBezTo>
                      <a:pt x="1546" y="2078"/>
                      <a:pt x="1193" y="3539"/>
                      <a:pt x="1157" y="3892"/>
                    </a:cubicBezTo>
                    <a:cubicBezTo>
                      <a:pt x="1108" y="4342"/>
                      <a:pt x="877" y="5875"/>
                      <a:pt x="877" y="5875"/>
                    </a:cubicBezTo>
                    <a:lnTo>
                      <a:pt x="658" y="7032"/>
                    </a:lnTo>
                    <a:lnTo>
                      <a:pt x="1" y="10549"/>
                    </a:lnTo>
                    <a:lnTo>
                      <a:pt x="3031" y="10780"/>
                    </a:lnTo>
                    <a:lnTo>
                      <a:pt x="2946" y="7117"/>
                    </a:lnTo>
                    <a:lnTo>
                      <a:pt x="3226" y="7044"/>
                    </a:lnTo>
                    <a:cubicBezTo>
                      <a:pt x="3542" y="6959"/>
                      <a:pt x="3834" y="6849"/>
                      <a:pt x="4114" y="6691"/>
                    </a:cubicBezTo>
                    <a:lnTo>
                      <a:pt x="7570" y="4829"/>
                    </a:lnTo>
                    <a:cubicBezTo>
                      <a:pt x="7655" y="4780"/>
                      <a:pt x="7704" y="4695"/>
                      <a:pt x="7704" y="4598"/>
                    </a:cubicBezTo>
                    <a:lnTo>
                      <a:pt x="7692" y="4549"/>
                    </a:lnTo>
                    <a:cubicBezTo>
                      <a:pt x="7682" y="4421"/>
                      <a:pt x="7577" y="4325"/>
                      <a:pt x="7453" y="4325"/>
                    </a:cubicBezTo>
                    <a:cubicBezTo>
                      <a:pt x="7424" y="4325"/>
                      <a:pt x="7394" y="4330"/>
                      <a:pt x="7363" y="4342"/>
                    </a:cubicBezTo>
                    <a:lnTo>
                      <a:pt x="5806" y="4902"/>
                    </a:lnTo>
                    <a:lnTo>
                      <a:pt x="5562" y="4598"/>
                    </a:lnTo>
                    <a:lnTo>
                      <a:pt x="7157" y="3198"/>
                    </a:lnTo>
                    <a:cubicBezTo>
                      <a:pt x="7242" y="3125"/>
                      <a:pt x="7266" y="3003"/>
                      <a:pt x="7205" y="2894"/>
                    </a:cubicBezTo>
                    <a:lnTo>
                      <a:pt x="7181" y="2845"/>
                    </a:lnTo>
                    <a:cubicBezTo>
                      <a:pt x="7133" y="2757"/>
                      <a:pt x="7047" y="2711"/>
                      <a:pt x="6960" y="2711"/>
                    </a:cubicBezTo>
                    <a:cubicBezTo>
                      <a:pt x="6915" y="2711"/>
                      <a:pt x="6869" y="2723"/>
                      <a:pt x="6828" y="2748"/>
                    </a:cubicBezTo>
                    <a:lnTo>
                      <a:pt x="4929" y="4087"/>
                    </a:lnTo>
                    <a:lnTo>
                      <a:pt x="4698" y="3855"/>
                    </a:lnTo>
                    <a:lnTo>
                      <a:pt x="6232" y="1458"/>
                    </a:lnTo>
                    <a:cubicBezTo>
                      <a:pt x="6305" y="1348"/>
                      <a:pt x="6280" y="1214"/>
                      <a:pt x="6183" y="1141"/>
                    </a:cubicBezTo>
                    <a:lnTo>
                      <a:pt x="6134" y="1093"/>
                    </a:lnTo>
                    <a:cubicBezTo>
                      <a:pt x="6095" y="1053"/>
                      <a:pt x="6039" y="1035"/>
                      <a:pt x="5983" y="1035"/>
                    </a:cubicBezTo>
                    <a:cubicBezTo>
                      <a:pt x="5918" y="1035"/>
                      <a:pt x="5851" y="1059"/>
                      <a:pt x="5806" y="1105"/>
                    </a:cubicBezTo>
                    <a:lnTo>
                      <a:pt x="3761" y="3222"/>
                    </a:lnTo>
                    <a:lnTo>
                      <a:pt x="3542" y="3064"/>
                    </a:lnTo>
                    <a:lnTo>
                      <a:pt x="4528" y="363"/>
                    </a:lnTo>
                    <a:cubicBezTo>
                      <a:pt x="4564" y="265"/>
                      <a:pt x="4528" y="143"/>
                      <a:pt x="4443" y="83"/>
                    </a:cubicBezTo>
                    <a:lnTo>
                      <a:pt x="4394" y="46"/>
                    </a:lnTo>
                    <a:cubicBezTo>
                      <a:pt x="4350" y="15"/>
                      <a:pt x="4299" y="0"/>
                      <a:pt x="4249" y="0"/>
                    </a:cubicBezTo>
                    <a:close/>
                  </a:path>
                </a:pathLst>
              </a:custGeom>
              <a:solidFill>
                <a:schemeClr val="lt2"/>
              </a:solid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5" name="Google Shape;1335;p68"/>
              <p:cNvSpPr/>
              <p:nvPr/>
            </p:nvSpPr>
            <p:spPr>
              <a:xfrm>
                <a:off x="9691700" y="2559588"/>
                <a:ext cx="22850" cy="43825"/>
              </a:xfrm>
              <a:custGeom>
                <a:rect b="b" l="l" r="r" t="t"/>
                <a:pathLst>
                  <a:path extrusionOk="0" h="1753" w="914">
                    <a:moveTo>
                      <a:pt x="1" y="0"/>
                    </a:moveTo>
                    <a:lnTo>
                      <a:pt x="804" y="1753"/>
                    </a:lnTo>
                    <a:cubicBezTo>
                      <a:pt x="914" y="670"/>
                      <a:pt x="1" y="0"/>
                      <a:pt x="1" y="0"/>
                    </a:cubicBezTo>
                    <a:close/>
                  </a:path>
                </a:pathLst>
              </a:custGeom>
              <a:solidFill>
                <a:srgbClr val="FFFFFF"/>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6" name="Google Shape;1336;p68"/>
              <p:cNvSpPr/>
              <p:nvPr/>
            </p:nvSpPr>
            <p:spPr>
              <a:xfrm>
                <a:off x="9691700" y="2559588"/>
                <a:ext cx="22850" cy="43825"/>
              </a:xfrm>
              <a:custGeom>
                <a:rect b="b" l="l" r="r" t="t"/>
                <a:pathLst>
                  <a:path extrusionOk="0" fill="none" h="1753" w="914">
                    <a:moveTo>
                      <a:pt x="1" y="0"/>
                    </a:moveTo>
                    <a:cubicBezTo>
                      <a:pt x="1" y="0"/>
                      <a:pt x="914" y="670"/>
                      <a:pt x="804" y="1753"/>
                    </a:cubicBezTo>
                  </a:path>
                </a:pathLst>
              </a:custGeom>
              <a:no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7" name="Google Shape;1337;p68"/>
              <p:cNvSpPr/>
              <p:nvPr/>
            </p:nvSpPr>
            <p:spPr>
              <a:xfrm>
                <a:off x="9406325" y="2655413"/>
                <a:ext cx="385200" cy="356925"/>
              </a:xfrm>
              <a:custGeom>
                <a:rect b="b" l="l" r="r" t="t"/>
                <a:pathLst>
                  <a:path extrusionOk="0" h="14277" w="15408">
                    <a:moveTo>
                      <a:pt x="8945" y="1"/>
                    </a:moveTo>
                    <a:lnTo>
                      <a:pt x="7911" y="6329"/>
                    </a:lnTo>
                    <a:lnTo>
                      <a:pt x="0" y="6280"/>
                    </a:lnTo>
                    <a:lnTo>
                      <a:pt x="329" y="10382"/>
                    </a:lnTo>
                    <a:lnTo>
                      <a:pt x="658" y="14276"/>
                    </a:lnTo>
                    <a:lnTo>
                      <a:pt x="3591" y="13607"/>
                    </a:lnTo>
                    <a:lnTo>
                      <a:pt x="12219" y="11623"/>
                    </a:lnTo>
                    <a:lnTo>
                      <a:pt x="15408" y="950"/>
                    </a:lnTo>
                    <a:cubicBezTo>
                      <a:pt x="12961" y="366"/>
                      <a:pt x="8945" y="1"/>
                      <a:pt x="8945" y="1"/>
                    </a:cubicBezTo>
                    <a:close/>
                  </a:path>
                </a:pathLst>
              </a:custGeom>
              <a:solidFill>
                <a:schemeClr val="accent1"/>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8" name="Google Shape;1338;p68"/>
              <p:cNvSpPr/>
              <p:nvPr/>
            </p:nvSpPr>
            <p:spPr>
              <a:xfrm>
                <a:off x="9636025" y="2693138"/>
                <a:ext cx="119000" cy="17075"/>
              </a:xfrm>
              <a:custGeom>
                <a:rect b="b" l="l" r="r" t="t"/>
                <a:pathLst>
                  <a:path extrusionOk="0" h="683" w="4760">
                    <a:moveTo>
                      <a:pt x="1" y="1"/>
                    </a:moveTo>
                    <a:lnTo>
                      <a:pt x="4759" y="682"/>
                    </a:lnTo>
                    <a:cubicBezTo>
                      <a:pt x="3287" y="427"/>
                      <a:pt x="2" y="1"/>
                      <a:pt x="1" y="1"/>
                    </a:cubicBezTo>
                    <a:close/>
                  </a:path>
                </a:pathLst>
              </a:custGeom>
              <a:solidFill>
                <a:srgbClr val="FFFFFF"/>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9" name="Google Shape;1339;p68"/>
              <p:cNvSpPr/>
              <p:nvPr/>
            </p:nvSpPr>
            <p:spPr>
              <a:xfrm>
                <a:off x="9636025" y="2693138"/>
                <a:ext cx="119000" cy="17075"/>
              </a:xfrm>
              <a:custGeom>
                <a:rect b="b" l="l" r="r" t="t"/>
                <a:pathLst>
                  <a:path extrusionOk="0" fill="none" h="683" w="4760">
                    <a:moveTo>
                      <a:pt x="1" y="1"/>
                    </a:moveTo>
                    <a:cubicBezTo>
                      <a:pt x="1" y="1"/>
                      <a:pt x="3287" y="427"/>
                      <a:pt x="4759" y="682"/>
                    </a:cubicBezTo>
                  </a:path>
                </a:pathLst>
              </a:custGeom>
              <a:no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0" name="Google Shape;1340;p68"/>
              <p:cNvSpPr/>
              <p:nvPr/>
            </p:nvSpPr>
            <p:spPr>
              <a:xfrm>
                <a:off x="9568175" y="2823430"/>
                <a:ext cx="35625" cy="43825"/>
              </a:xfrm>
              <a:custGeom>
                <a:rect b="b" l="l" r="r" t="t"/>
                <a:pathLst>
                  <a:path extrusionOk="0" h="1753" w="1425">
                    <a:moveTo>
                      <a:pt x="1" y="0"/>
                    </a:moveTo>
                    <a:lnTo>
                      <a:pt x="1145" y="1753"/>
                    </a:lnTo>
                    <a:lnTo>
                      <a:pt x="1425"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1" name="Google Shape;1341;p68"/>
              <p:cNvSpPr/>
              <p:nvPr/>
            </p:nvSpPr>
            <p:spPr>
              <a:xfrm>
                <a:off x="8916475" y="2812113"/>
                <a:ext cx="736925" cy="1121625"/>
              </a:xfrm>
              <a:custGeom>
                <a:rect b="b" l="l" r="r" t="t"/>
                <a:pathLst>
                  <a:path extrusionOk="0" h="44865" w="29477">
                    <a:moveTo>
                      <a:pt x="19582" y="0"/>
                    </a:moveTo>
                    <a:lnTo>
                      <a:pt x="4504" y="621"/>
                    </a:lnTo>
                    <a:cubicBezTo>
                      <a:pt x="1" y="11793"/>
                      <a:pt x="950" y="44214"/>
                      <a:pt x="950" y="44214"/>
                    </a:cubicBezTo>
                    <a:cubicBezTo>
                      <a:pt x="3521" y="44647"/>
                      <a:pt x="6117" y="44864"/>
                      <a:pt x="8716" y="44864"/>
                    </a:cubicBezTo>
                    <a:cubicBezTo>
                      <a:pt x="10200" y="44864"/>
                      <a:pt x="11686" y="44793"/>
                      <a:pt x="13169" y="44652"/>
                    </a:cubicBezTo>
                    <a:lnTo>
                      <a:pt x="13436" y="37910"/>
                    </a:lnTo>
                    <a:lnTo>
                      <a:pt x="17063" y="44104"/>
                    </a:lnTo>
                    <a:cubicBezTo>
                      <a:pt x="24876" y="42631"/>
                      <a:pt x="29476" y="39552"/>
                      <a:pt x="29476" y="39552"/>
                    </a:cubicBezTo>
                    <a:cubicBezTo>
                      <a:pt x="24645" y="31216"/>
                      <a:pt x="19582" y="0"/>
                      <a:pt x="19582" y="0"/>
                    </a:cubicBezTo>
                    <a:close/>
                  </a:path>
                </a:pathLst>
              </a:custGeom>
              <a:solidFill>
                <a:schemeClr val="accent1"/>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2" name="Google Shape;1342;p68"/>
              <p:cNvSpPr/>
              <p:nvPr/>
            </p:nvSpPr>
            <p:spPr>
              <a:xfrm>
                <a:off x="8965475" y="3887013"/>
                <a:ext cx="250100" cy="17375"/>
              </a:xfrm>
              <a:custGeom>
                <a:rect b="b" l="l" r="r" t="t"/>
                <a:pathLst>
                  <a:path extrusionOk="0" fill="none" h="695" w="10004">
                    <a:moveTo>
                      <a:pt x="0" y="1"/>
                    </a:moveTo>
                    <a:cubicBezTo>
                      <a:pt x="0" y="1"/>
                      <a:pt x="5513" y="694"/>
                      <a:pt x="10004" y="183"/>
                    </a:cubicBezTo>
                  </a:path>
                </a:pathLst>
              </a:custGeom>
              <a:no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3" name="Google Shape;1343;p68"/>
              <p:cNvSpPr/>
              <p:nvPr/>
            </p:nvSpPr>
            <p:spPr>
              <a:xfrm>
                <a:off x="9368600" y="3784788"/>
                <a:ext cx="241600" cy="90700"/>
              </a:xfrm>
              <a:custGeom>
                <a:rect b="b" l="l" r="r" t="t"/>
                <a:pathLst>
                  <a:path extrusionOk="0" fill="none" h="3628" w="9664">
                    <a:moveTo>
                      <a:pt x="0" y="3627"/>
                    </a:moveTo>
                    <a:cubicBezTo>
                      <a:pt x="0" y="3627"/>
                      <a:pt x="6000" y="2240"/>
                      <a:pt x="9663" y="0"/>
                    </a:cubicBezTo>
                  </a:path>
                </a:pathLst>
              </a:custGeom>
              <a:no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4" name="Google Shape;1344;p68"/>
              <p:cNvSpPr/>
              <p:nvPr/>
            </p:nvSpPr>
            <p:spPr>
              <a:xfrm>
                <a:off x="9213425" y="2964538"/>
                <a:ext cx="47200" cy="828175"/>
              </a:xfrm>
              <a:custGeom>
                <a:rect b="b" l="l" r="r" t="t"/>
                <a:pathLst>
                  <a:path extrusionOk="0" fill="none" h="33127" w="1888">
                    <a:moveTo>
                      <a:pt x="1" y="0"/>
                    </a:moveTo>
                    <a:cubicBezTo>
                      <a:pt x="1" y="0"/>
                      <a:pt x="25" y="20908"/>
                      <a:pt x="1887" y="33127"/>
                    </a:cubicBezTo>
                  </a:path>
                </a:pathLst>
              </a:custGeom>
              <a:no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5" name="Google Shape;1345;p68"/>
              <p:cNvSpPr/>
              <p:nvPr/>
            </p:nvSpPr>
            <p:spPr>
              <a:xfrm>
                <a:off x="9007150" y="2813492"/>
                <a:ext cx="437225" cy="193525"/>
              </a:xfrm>
              <a:custGeom>
                <a:rect b="b" l="l" r="r" t="t"/>
                <a:pathLst>
                  <a:path extrusionOk="0" h="7741" w="17489">
                    <a:moveTo>
                      <a:pt x="17489" y="0"/>
                    </a:moveTo>
                    <a:lnTo>
                      <a:pt x="15164" y="61"/>
                    </a:lnTo>
                    <a:lnTo>
                      <a:pt x="2325" y="451"/>
                    </a:lnTo>
                    <a:lnTo>
                      <a:pt x="1" y="511"/>
                    </a:lnTo>
                    <a:cubicBezTo>
                      <a:pt x="1" y="511"/>
                      <a:pt x="4406" y="5282"/>
                      <a:pt x="8203" y="7740"/>
                    </a:cubicBezTo>
                    <a:cubicBezTo>
                      <a:pt x="8203" y="7740"/>
                      <a:pt x="14458" y="3408"/>
                      <a:pt x="17489" y="0"/>
                    </a:cubicBezTo>
                    <a:close/>
                  </a:path>
                </a:pathLst>
              </a:custGeom>
              <a:solidFill>
                <a:schemeClr val="lt2"/>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6" name="Google Shape;1346;p68"/>
              <p:cNvSpPr/>
              <p:nvPr/>
            </p:nvSpPr>
            <p:spPr>
              <a:xfrm>
                <a:off x="9065250" y="2808163"/>
                <a:ext cx="321025" cy="141800"/>
              </a:xfrm>
              <a:custGeom>
                <a:rect b="b" l="l" r="r" t="t"/>
                <a:pathLst>
                  <a:path extrusionOk="0" h="5672" w="12841">
                    <a:moveTo>
                      <a:pt x="12840" y="0"/>
                    </a:moveTo>
                    <a:lnTo>
                      <a:pt x="1" y="377"/>
                    </a:lnTo>
                    <a:cubicBezTo>
                      <a:pt x="463" y="864"/>
                      <a:pt x="3433" y="3992"/>
                      <a:pt x="6025" y="5671"/>
                    </a:cubicBezTo>
                    <a:cubicBezTo>
                      <a:pt x="6025" y="5671"/>
                      <a:pt x="10577" y="2519"/>
                      <a:pt x="12840" y="0"/>
                    </a:cubicBezTo>
                    <a:close/>
                  </a:path>
                </a:pathLst>
              </a:custGeom>
              <a:solidFill>
                <a:srgbClr val="CB1C3E"/>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7" name="Google Shape;1347;p68"/>
              <p:cNvSpPr/>
              <p:nvPr/>
            </p:nvSpPr>
            <p:spPr>
              <a:xfrm>
                <a:off x="9144375" y="2710188"/>
                <a:ext cx="141500" cy="148800"/>
              </a:xfrm>
              <a:custGeom>
                <a:rect b="b" l="l" r="r" t="t"/>
                <a:pathLst>
                  <a:path extrusionOk="0" h="5952" w="5660">
                    <a:moveTo>
                      <a:pt x="4698" y="0"/>
                    </a:moveTo>
                    <a:lnTo>
                      <a:pt x="1168" y="1643"/>
                    </a:lnTo>
                    <a:lnTo>
                      <a:pt x="1071" y="3785"/>
                    </a:lnTo>
                    <a:cubicBezTo>
                      <a:pt x="1047" y="4296"/>
                      <a:pt x="876" y="4795"/>
                      <a:pt x="572" y="5197"/>
                    </a:cubicBezTo>
                    <a:lnTo>
                      <a:pt x="0" y="5951"/>
                    </a:lnTo>
                    <a:lnTo>
                      <a:pt x="5659" y="5891"/>
                    </a:lnTo>
                    <a:lnTo>
                      <a:pt x="5087" y="5112"/>
                    </a:lnTo>
                    <a:cubicBezTo>
                      <a:pt x="4844" y="4759"/>
                      <a:pt x="4698" y="4345"/>
                      <a:pt x="4698" y="3907"/>
                    </a:cubicBezTo>
                    <a:lnTo>
                      <a:pt x="4698" y="0"/>
                    </a:lnTo>
                    <a:close/>
                  </a:path>
                </a:pathLst>
              </a:custGeom>
              <a:solidFill>
                <a:schemeClr val="lt2"/>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8" name="Google Shape;1348;p68"/>
              <p:cNvSpPr/>
              <p:nvPr/>
            </p:nvSpPr>
            <p:spPr>
              <a:xfrm>
                <a:off x="9144375" y="2710188"/>
                <a:ext cx="141500" cy="148800"/>
              </a:xfrm>
              <a:custGeom>
                <a:rect b="b" l="l" r="r" t="t"/>
                <a:pathLst>
                  <a:path extrusionOk="0" fill="none" h="5952" w="5660">
                    <a:moveTo>
                      <a:pt x="5659" y="5891"/>
                    </a:moveTo>
                    <a:lnTo>
                      <a:pt x="5087" y="5112"/>
                    </a:lnTo>
                    <a:cubicBezTo>
                      <a:pt x="4844" y="4759"/>
                      <a:pt x="4698" y="4345"/>
                      <a:pt x="4698" y="3907"/>
                    </a:cubicBezTo>
                    <a:lnTo>
                      <a:pt x="4698" y="0"/>
                    </a:lnTo>
                    <a:lnTo>
                      <a:pt x="1168" y="1643"/>
                    </a:lnTo>
                    <a:lnTo>
                      <a:pt x="1071" y="3785"/>
                    </a:lnTo>
                    <a:cubicBezTo>
                      <a:pt x="1047" y="4296"/>
                      <a:pt x="876" y="4795"/>
                      <a:pt x="572" y="5197"/>
                    </a:cubicBezTo>
                    <a:lnTo>
                      <a:pt x="0" y="5951"/>
                    </a:lnTo>
                  </a:path>
                </a:pathLst>
              </a:custGeom>
              <a:no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9" name="Google Shape;1349;p68"/>
              <p:cNvSpPr/>
              <p:nvPr/>
            </p:nvSpPr>
            <p:spPr>
              <a:xfrm>
                <a:off x="9065250" y="2809063"/>
                <a:ext cx="313100" cy="140900"/>
              </a:xfrm>
              <a:custGeom>
                <a:rect b="b" l="l" r="r" t="t"/>
                <a:pathLst>
                  <a:path extrusionOk="0" h="5636" w="12524">
                    <a:moveTo>
                      <a:pt x="11575" y="1"/>
                    </a:moveTo>
                    <a:lnTo>
                      <a:pt x="8739" y="86"/>
                    </a:lnTo>
                    <a:cubicBezTo>
                      <a:pt x="8295" y="689"/>
                      <a:pt x="7520" y="1410"/>
                      <a:pt x="6285" y="1410"/>
                    </a:cubicBezTo>
                    <a:cubicBezTo>
                      <a:pt x="6200" y="1410"/>
                      <a:pt x="6114" y="1407"/>
                      <a:pt x="6025" y="1400"/>
                    </a:cubicBezTo>
                    <a:cubicBezTo>
                      <a:pt x="3847" y="1242"/>
                      <a:pt x="3409" y="512"/>
                      <a:pt x="3409" y="512"/>
                    </a:cubicBezTo>
                    <a:lnTo>
                      <a:pt x="3214" y="244"/>
                    </a:lnTo>
                    <a:lnTo>
                      <a:pt x="1" y="341"/>
                    </a:lnTo>
                    <a:cubicBezTo>
                      <a:pt x="463" y="840"/>
                      <a:pt x="3433" y="3968"/>
                      <a:pt x="6025" y="5635"/>
                    </a:cubicBezTo>
                    <a:cubicBezTo>
                      <a:pt x="6025" y="5635"/>
                      <a:pt x="10187" y="2763"/>
                      <a:pt x="12524" y="305"/>
                    </a:cubicBezTo>
                    <a:lnTo>
                      <a:pt x="11575" y="1"/>
                    </a:lnTo>
                    <a:close/>
                  </a:path>
                </a:pathLst>
              </a:custGeom>
              <a:solidFill>
                <a:schemeClr val="accent3"/>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0" name="Google Shape;1350;p68"/>
              <p:cNvSpPr/>
              <p:nvPr/>
            </p:nvSpPr>
            <p:spPr>
              <a:xfrm>
                <a:off x="9126425" y="2601288"/>
                <a:ext cx="135400" cy="170375"/>
              </a:xfrm>
              <a:custGeom>
                <a:rect b="b" l="l" r="r" t="t"/>
                <a:pathLst>
                  <a:path extrusionOk="0" h="6815" w="5416">
                    <a:moveTo>
                      <a:pt x="2962" y="1"/>
                    </a:moveTo>
                    <a:cubicBezTo>
                      <a:pt x="2183" y="1"/>
                      <a:pt x="1321" y="185"/>
                      <a:pt x="913" y="900"/>
                    </a:cubicBezTo>
                    <a:cubicBezTo>
                      <a:pt x="73" y="2360"/>
                      <a:pt x="0" y="5865"/>
                      <a:pt x="913" y="6596"/>
                    </a:cubicBezTo>
                    <a:cubicBezTo>
                      <a:pt x="1106" y="6750"/>
                      <a:pt x="1375" y="6814"/>
                      <a:pt x="1685" y="6814"/>
                    </a:cubicBezTo>
                    <a:cubicBezTo>
                      <a:pt x="2844" y="6814"/>
                      <a:pt x="4567" y="5912"/>
                      <a:pt x="4941" y="5403"/>
                    </a:cubicBezTo>
                    <a:cubicBezTo>
                      <a:pt x="5416" y="4758"/>
                      <a:pt x="5416" y="3139"/>
                      <a:pt x="5416" y="3139"/>
                    </a:cubicBezTo>
                    <a:cubicBezTo>
                      <a:pt x="5416" y="3139"/>
                      <a:pt x="3700" y="2519"/>
                      <a:pt x="4515" y="206"/>
                    </a:cubicBezTo>
                    <a:cubicBezTo>
                      <a:pt x="4515" y="206"/>
                      <a:pt x="3785" y="1"/>
                      <a:pt x="2962" y="1"/>
                    </a:cubicBezTo>
                    <a:close/>
                  </a:path>
                </a:pathLst>
              </a:custGeom>
              <a:solidFill>
                <a:schemeClr val="lt2"/>
              </a:solid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1" name="Google Shape;1351;p68"/>
              <p:cNvSpPr/>
              <p:nvPr/>
            </p:nvSpPr>
            <p:spPr>
              <a:xfrm>
                <a:off x="9246900" y="2659263"/>
                <a:ext cx="71050" cy="63725"/>
              </a:xfrm>
              <a:custGeom>
                <a:rect b="b" l="l" r="r" t="t"/>
                <a:pathLst>
                  <a:path extrusionOk="0" h="2549" w="2842">
                    <a:moveTo>
                      <a:pt x="1761" y="0"/>
                    </a:moveTo>
                    <a:cubicBezTo>
                      <a:pt x="1116" y="0"/>
                      <a:pt x="597" y="820"/>
                      <a:pt x="597" y="820"/>
                    </a:cubicBezTo>
                    <a:lnTo>
                      <a:pt x="219" y="1283"/>
                    </a:lnTo>
                    <a:lnTo>
                      <a:pt x="0" y="2548"/>
                    </a:lnTo>
                    <a:cubicBezTo>
                      <a:pt x="16" y="2549"/>
                      <a:pt x="32" y="2549"/>
                      <a:pt x="48" y="2549"/>
                    </a:cubicBezTo>
                    <a:cubicBezTo>
                      <a:pt x="1927" y="2549"/>
                      <a:pt x="2842" y="404"/>
                      <a:pt x="2069" y="66"/>
                    </a:cubicBezTo>
                    <a:cubicBezTo>
                      <a:pt x="1964" y="20"/>
                      <a:pt x="1861" y="0"/>
                      <a:pt x="176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2" name="Google Shape;1352;p68"/>
              <p:cNvSpPr/>
              <p:nvPr/>
            </p:nvSpPr>
            <p:spPr>
              <a:xfrm>
                <a:off x="9246900" y="2652388"/>
                <a:ext cx="71225" cy="71500"/>
              </a:xfrm>
              <a:custGeom>
                <a:rect b="b" l="l" r="r" t="t"/>
                <a:pathLst>
                  <a:path extrusionOk="0" fill="none" h="2860" w="2849">
                    <a:moveTo>
                      <a:pt x="219" y="1558"/>
                    </a:moveTo>
                    <a:lnTo>
                      <a:pt x="597" y="1095"/>
                    </a:lnTo>
                    <a:cubicBezTo>
                      <a:pt x="597" y="1095"/>
                      <a:pt x="1290" y="0"/>
                      <a:pt x="2069" y="341"/>
                    </a:cubicBezTo>
                    <a:cubicBezTo>
                      <a:pt x="2848" y="682"/>
                      <a:pt x="1911" y="2860"/>
                      <a:pt x="0" y="2823"/>
                    </a:cubicBezTo>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3" name="Google Shape;1353;p68"/>
              <p:cNvSpPr/>
              <p:nvPr/>
            </p:nvSpPr>
            <p:spPr>
              <a:xfrm>
                <a:off x="8753100" y="2807838"/>
                <a:ext cx="411975" cy="475575"/>
              </a:xfrm>
              <a:custGeom>
                <a:rect b="b" l="l" r="r" t="t"/>
                <a:pathLst>
                  <a:path extrusionOk="0" h="19023" w="16479">
                    <a:moveTo>
                      <a:pt x="13497" y="1"/>
                    </a:moveTo>
                    <a:cubicBezTo>
                      <a:pt x="13205" y="1"/>
                      <a:pt x="12925" y="62"/>
                      <a:pt x="12670" y="183"/>
                    </a:cubicBezTo>
                    <a:cubicBezTo>
                      <a:pt x="3299" y="4625"/>
                      <a:pt x="1" y="17574"/>
                      <a:pt x="1" y="17574"/>
                    </a:cubicBezTo>
                    <a:lnTo>
                      <a:pt x="5295" y="19022"/>
                    </a:lnTo>
                    <a:cubicBezTo>
                      <a:pt x="9262" y="6366"/>
                      <a:pt x="16479" y="281"/>
                      <a:pt x="16479" y="281"/>
                    </a:cubicBezTo>
                    <a:lnTo>
                      <a:pt x="13497" y="1"/>
                    </a:lnTo>
                    <a:close/>
                  </a:path>
                </a:pathLst>
              </a:custGeom>
              <a:solidFill>
                <a:schemeClr val="accent2"/>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4" name="Google Shape;1354;p68"/>
              <p:cNvSpPr/>
              <p:nvPr/>
            </p:nvSpPr>
            <p:spPr>
              <a:xfrm>
                <a:off x="8753100" y="3202663"/>
                <a:ext cx="132375" cy="80750"/>
              </a:xfrm>
              <a:custGeom>
                <a:rect b="b" l="l" r="r" t="t"/>
                <a:pathLst>
                  <a:path extrusionOk="0" h="3230" w="5295">
                    <a:moveTo>
                      <a:pt x="3398" y="1"/>
                    </a:moveTo>
                    <a:cubicBezTo>
                      <a:pt x="3257" y="1"/>
                      <a:pt x="3114" y="37"/>
                      <a:pt x="2982" y="114"/>
                    </a:cubicBezTo>
                    <a:lnTo>
                      <a:pt x="1" y="1781"/>
                    </a:lnTo>
                    <a:lnTo>
                      <a:pt x="5295" y="3229"/>
                    </a:lnTo>
                    <a:lnTo>
                      <a:pt x="5295" y="3229"/>
                    </a:lnTo>
                    <a:lnTo>
                      <a:pt x="4175" y="528"/>
                    </a:lnTo>
                    <a:cubicBezTo>
                      <a:pt x="4039" y="196"/>
                      <a:pt x="3724" y="1"/>
                      <a:pt x="3398" y="1"/>
                    </a:cubicBezTo>
                    <a:close/>
                  </a:path>
                </a:pathLst>
              </a:custGeom>
              <a:solidFill>
                <a:schemeClr val="accent3"/>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5" name="Google Shape;1355;p68"/>
              <p:cNvSpPr/>
              <p:nvPr/>
            </p:nvSpPr>
            <p:spPr>
              <a:xfrm>
                <a:off x="9684100" y="3175688"/>
                <a:ext cx="107725" cy="45350"/>
              </a:xfrm>
              <a:custGeom>
                <a:rect b="b" l="l" r="r" t="t"/>
                <a:pathLst>
                  <a:path extrusionOk="0" h="1814" w="4309">
                    <a:moveTo>
                      <a:pt x="1" y="0"/>
                    </a:moveTo>
                    <a:cubicBezTo>
                      <a:pt x="1" y="1"/>
                      <a:pt x="2897" y="1643"/>
                      <a:pt x="4309" y="1814"/>
                    </a:cubicBezTo>
                    <a:lnTo>
                      <a:pt x="1" y="0"/>
                    </a:lnTo>
                    <a:close/>
                  </a:path>
                </a:pathLst>
              </a:custGeom>
              <a:solidFill>
                <a:srgbClr val="FFFFFF"/>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6" name="Google Shape;1356;p68"/>
              <p:cNvSpPr/>
              <p:nvPr/>
            </p:nvSpPr>
            <p:spPr>
              <a:xfrm>
                <a:off x="9684100" y="3175688"/>
                <a:ext cx="107725" cy="45350"/>
              </a:xfrm>
              <a:custGeom>
                <a:rect b="b" l="l" r="r" t="t"/>
                <a:pathLst>
                  <a:path extrusionOk="0" fill="none" h="1814" w="4309">
                    <a:moveTo>
                      <a:pt x="1" y="0"/>
                    </a:moveTo>
                    <a:cubicBezTo>
                      <a:pt x="1" y="0"/>
                      <a:pt x="2897" y="1643"/>
                      <a:pt x="4309" y="1814"/>
                    </a:cubicBezTo>
                  </a:path>
                </a:pathLst>
              </a:custGeom>
              <a:no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7" name="Google Shape;1357;p68"/>
              <p:cNvSpPr/>
              <p:nvPr/>
            </p:nvSpPr>
            <p:spPr>
              <a:xfrm>
                <a:off x="9659450" y="3140088"/>
                <a:ext cx="210575" cy="144225"/>
              </a:xfrm>
              <a:custGeom>
                <a:rect b="b" l="l" r="r" t="t"/>
                <a:pathLst>
                  <a:path extrusionOk="0" h="5769" w="8423">
                    <a:moveTo>
                      <a:pt x="1559" y="0"/>
                    </a:moveTo>
                    <a:cubicBezTo>
                      <a:pt x="1559" y="0"/>
                      <a:pt x="1" y="2447"/>
                      <a:pt x="1765" y="3907"/>
                    </a:cubicBezTo>
                    <a:cubicBezTo>
                      <a:pt x="3530" y="5355"/>
                      <a:pt x="5988" y="5769"/>
                      <a:pt x="5988" y="5769"/>
                    </a:cubicBezTo>
                    <a:lnTo>
                      <a:pt x="8422" y="1899"/>
                    </a:lnTo>
                    <a:lnTo>
                      <a:pt x="8422" y="1899"/>
                    </a:lnTo>
                    <a:cubicBezTo>
                      <a:pt x="8226" y="1914"/>
                      <a:pt x="8030" y="1922"/>
                      <a:pt x="7834" y="1922"/>
                    </a:cubicBezTo>
                    <a:cubicBezTo>
                      <a:pt x="6649" y="1922"/>
                      <a:pt x="5486" y="1639"/>
                      <a:pt x="4431" y="1096"/>
                    </a:cubicBezTo>
                    <a:cubicBezTo>
                      <a:pt x="2447" y="25"/>
                      <a:pt x="1559" y="0"/>
                      <a:pt x="1559" y="0"/>
                    </a:cubicBezTo>
                    <a:close/>
                  </a:path>
                </a:pathLst>
              </a:custGeom>
              <a:solidFill>
                <a:schemeClr val="accent2"/>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8" name="Google Shape;1358;p68"/>
              <p:cNvSpPr/>
              <p:nvPr/>
            </p:nvSpPr>
            <p:spPr>
              <a:xfrm>
                <a:off x="9792725" y="3187863"/>
                <a:ext cx="77000" cy="96450"/>
              </a:xfrm>
              <a:custGeom>
                <a:rect b="b" l="l" r="r" t="t"/>
                <a:pathLst>
                  <a:path extrusionOk="0" h="3858" w="3080">
                    <a:moveTo>
                      <a:pt x="3079" y="0"/>
                    </a:moveTo>
                    <a:lnTo>
                      <a:pt x="3079" y="0"/>
                    </a:lnTo>
                    <a:cubicBezTo>
                      <a:pt x="2252" y="463"/>
                      <a:pt x="1375" y="864"/>
                      <a:pt x="475" y="1181"/>
                    </a:cubicBezTo>
                    <a:cubicBezTo>
                      <a:pt x="183" y="1278"/>
                      <a:pt x="0" y="1570"/>
                      <a:pt x="49" y="1874"/>
                    </a:cubicBezTo>
                    <a:cubicBezTo>
                      <a:pt x="146" y="2446"/>
                      <a:pt x="329" y="3323"/>
                      <a:pt x="645" y="3858"/>
                    </a:cubicBezTo>
                    <a:lnTo>
                      <a:pt x="3079" y="0"/>
                    </a:lnTo>
                    <a:close/>
                  </a:path>
                </a:pathLst>
              </a:custGeom>
              <a:solidFill>
                <a:schemeClr val="accent3"/>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9" name="Google Shape;1359;p68"/>
              <p:cNvSpPr/>
              <p:nvPr/>
            </p:nvSpPr>
            <p:spPr>
              <a:xfrm>
                <a:off x="9610175" y="3140088"/>
                <a:ext cx="102250" cy="91300"/>
              </a:xfrm>
              <a:custGeom>
                <a:rect b="b" l="l" r="r" t="t"/>
                <a:pathLst>
                  <a:path extrusionOk="0" h="3652" w="4090">
                    <a:moveTo>
                      <a:pt x="3517" y="0"/>
                    </a:moveTo>
                    <a:lnTo>
                      <a:pt x="0" y="2215"/>
                    </a:lnTo>
                    <a:lnTo>
                      <a:pt x="4089" y="3651"/>
                    </a:lnTo>
                    <a:cubicBezTo>
                      <a:pt x="4089" y="3651"/>
                      <a:pt x="3444" y="1315"/>
                      <a:pt x="3517" y="0"/>
                    </a:cubicBezTo>
                    <a:close/>
                  </a:path>
                </a:pathLst>
              </a:custGeom>
              <a:solidFill>
                <a:schemeClr val="accent3"/>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0" name="Google Shape;1360;p68"/>
              <p:cNvSpPr/>
              <p:nvPr/>
            </p:nvSpPr>
            <p:spPr>
              <a:xfrm>
                <a:off x="9266975" y="2798963"/>
                <a:ext cx="445450" cy="501475"/>
              </a:xfrm>
              <a:custGeom>
                <a:rect b="b" l="l" r="r" t="t"/>
                <a:pathLst>
                  <a:path extrusionOk="0" h="20059" w="17818">
                    <a:moveTo>
                      <a:pt x="3472" y="1"/>
                    </a:moveTo>
                    <a:cubicBezTo>
                      <a:pt x="3309" y="1"/>
                      <a:pt x="3145" y="14"/>
                      <a:pt x="2982" y="39"/>
                    </a:cubicBezTo>
                    <a:lnTo>
                      <a:pt x="1" y="514"/>
                    </a:lnTo>
                    <a:cubicBezTo>
                      <a:pt x="1" y="514"/>
                      <a:pt x="6256" y="2327"/>
                      <a:pt x="8325" y="8607"/>
                    </a:cubicBezTo>
                    <a:cubicBezTo>
                      <a:pt x="10394" y="14887"/>
                      <a:pt x="13789" y="20059"/>
                      <a:pt x="13789" y="20059"/>
                    </a:cubicBezTo>
                    <a:lnTo>
                      <a:pt x="17817" y="17296"/>
                    </a:lnTo>
                    <a:cubicBezTo>
                      <a:pt x="17817" y="17296"/>
                      <a:pt x="14653" y="15751"/>
                      <a:pt x="11830" y="8838"/>
                    </a:cubicBezTo>
                    <a:cubicBezTo>
                      <a:pt x="9858" y="3995"/>
                      <a:pt x="6840" y="1536"/>
                      <a:pt x="5209" y="502"/>
                    </a:cubicBezTo>
                    <a:cubicBezTo>
                      <a:pt x="4682" y="176"/>
                      <a:pt x="4079" y="1"/>
                      <a:pt x="3472" y="1"/>
                    </a:cubicBezTo>
                    <a:close/>
                  </a:path>
                </a:pathLst>
              </a:custGeom>
              <a:solidFill>
                <a:schemeClr val="accent2"/>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1" name="Google Shape;1361;p68"/>
              <p:cNvSpPr/>
              <p:nvPr/>
            </p:nvSpPr>
            <p:spPr>
              <a:xfrm>
                <a:off x="8700475" y="2540713"/>
                <a:ext cx="58450" cy="73950"/>
              </a:xfrm>
              <a:custGeom>
                <a:rect b="b" l="l" r="r" t="t"/>
                <a:pathLst>
                  <a:path extrusionOk="0" h="2958" w="2338">
                    <a:moveTo>
                      <a:pt x="1108" y="1"/>
                    </a:moveTo>
                    <a:lnTo>
                      <a:pt x="438" y="135"/>
                    </a:lnTo>
                    <a:cubicBezTo>
                      <a:pt x="0" y="1133"/>
                      <a:pt x="657" y="2423"/>
                      <a:pt x="949" y="2909"/>
                    </a:cubicBezTo>
                    <a:cubicBezTo>
                      <a:pt x="971" y="2942"/>
                      <a:pt x="1004" y="2957"/>
                      <a:pt x="1036" y="2957"/>
                    </a:cubicBezTo>
                    <a:cubicBezTo>
                      <a:pt x="1076" y="2957"/>
                      <a:pt x="1113" y="2932"/>
                      <a:pt x="1120" y="2885"/>
                    </a:cubicBezTo>
                    <a:lnTo>
                      <a:pt x="1290" y="2070"/>
                    </a:lnTo>
                    <a:lnTo>
                      <a:pt x="2166" y="2325"/>
                    </a:lnTo>
                    <a:cubicBezTo>
                      <a:pt x="2182" y="2333"/>
                      <a:pt x="2197" y="2336"/>
                      <a:pt x="2211" y="2336"/>
                    </a:cubicBezTo>
                    <a:cubicBezTo>
                      <a:pt x="2287" y="2336"/>
                      <a:pt x="2337" y="2241"/>
                      <a:pt x="2276" y="2179"/>
                    </a:cubicBezTo>
                    <a:cubicBezTo>
                      <a:pt x="1753" y="1522"/>
                      <a:pt x="1363" y="792"/>
                      <a:pt x="1108" y="1"/>
                    </a:cubicBezTo>
                    <a:close/>
                  </a:path>
                </a:pathLst>
              </a:custGeom>
              <a:solidFill>
                <a:schemeClr val="accent3"/>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2" name="Google Shape;1362;p68"/>
              <p:cNvSpPr/>
              <p:nvPr/>
            </p:nvSpPr>
            <p:spPr>
              <a:xfrm>
                <a:off x="8461025" y="2572963"/>
                <a:ext cx="136025" cy="117625"/>
              </a:xfrm>
              <a:custGeom>
                <a:rect b="b" l="l" r="r" t="t"/>
                <a:pathLst>
                  <a:path extrusionOk="0" h="4705" w="5441">
                    <a:moveTo>
                      <a:pt x="3554" y="1"/>
                    </a:moveTo>
                    <a:lnTo>
                      <a:pt x="1485" y="986"/>
                    </a:lnTo>
                    <a:cubicBezTo>
                      <a:pt x="1485" y="986"/>
                      <a:pt x="0" y="1899"/>
                      <a:pt x="1242" y="3664"/>
                    </a:cubicBezTo>
                    <a:cubicBezTo>
                      <a:pt x="1819" y="4477"/>
                      <a:pt x="2413" y="4704"/>
                      <a:pt x="2897" y="4704"/>
                    </a:cubicBezTo>
                    <a:cubicBezTo>
                      <a:pt x="3516" y="4704"/>
                      <a:pt x="3956" y="4333"/>
                      <a:pt x="3956" y="4333"/>
                    </a:cubicBezTo>
                    <a:lnTo>
                      <a:pt x="5440" y="2861"/>
                    </a:lnTo>
                    <a:lnTo>
                      <a:pt x="3554" y="1"/>
                    </a:lnTo>
                    <a:close/>
                  </a:path>
                </a:pathLst>
              </a:custGeom>
              <a:solidFill>
                <a:schemeClr val="accent4"/>
              </a:solid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3" name="Google Shape;1363;p68"/>
              <p:cNvSpPr/>
              <p:nvPr/>
            </p:nvSpPr>
            <p:spPr>
              <a:xfrm>
                <a:off x="8463800" y="2572963"/>
                <a:ext cx="121075" cy="95175"/>
              </a:xfrm>
              <a:custGeom>
                <a:rect b="b" l="l" r="r" t="t"/>
                <a:pathLst>
                  <a:path extrusionOk="0" h="3807" w="4843">
                    <a:moveTo>
                      <a:pt x="3443" y="1"/>
                    </a:moveTo>
                    <a:lnTo>
                      <a:pt x="1374" y="986"/>
                    </a:lnTo>
                    <a:cubicBezTo>
                      <a:pt x="0" y="1828"/>
                      <a:pt x="1553" y="3806"/>
                      <a:pt x="2590" y="3806"/>
                    </a:cubicBezTo>
                    <a:cubicBezTo>
                      <a:pt x="2738" y="3806"/>
                      <a:pt x="2876" y="3766"/>
                      <a:pt x="2993" y="3676"/>
                    </a:cubicBezTo>
                    <a:cubicBezTo>
                      <a:pt x="3467" y="3323"/>
                      <a:pt x="4843" y="2179"/>
                      <a:pt x="4843" y="2179"/>
                    </a:cubicBezTo>
                    <a:lnTo>
                      <a:pt x="3443" y="1"/>
                    </a:lnTo>
                    <a:close/>
                  </a:path>
                </a:pathLst>
              </a:custGeom>
              <a:solidFill>
                <a:schemeClr val="accent4"/>
              </a:solid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4" name="Google Shape;1364;p68"/>
              <p:cNvSpPr/>
              <p:nvPr/>
            </p:nvSpPr>
            <p:spPr>
              <a:xfrm>
                <a:off x="8490525" y="2611013"/>
                <a:ext cx="54800" cy="35600"/>
              </a:xfrm>
              <a:custGeom>
                <a:rect b="b" l="l" r="r" t="t"/>
                <a:pathLst>
                  <a:path extrusionOk="0" h="1424" w="2192">
                    <a:moveTo>
                      <a:pt x="1096" y="0"/>
                    </a:moveTo>
                    <a:cubicBezTo>
                      <a:pt x="1005" y="0"/>
                      <a:pt x="950" y="12"/>
                      <a:pt x="950" y="12"/>
                    </a:cubicBezTo>
                    <a:cubicBezTo>
                      <a:pt x="1" y="487"/>
                      <a:pt x="1145" y="1424"/>
                      <a:pt x="1145" y="1424"/>
                    </a:cubicBezTo>
                    <a:lnTo>
                      <a:pt x="2192" y="681"/>
                    </a:lnTo>
                    <a:cubicBezTo>
                      <a:pt x="1813" y="83"/>
                      <a:pt x="1333" y="0"/>
                      <a:pt x="1096" y="0"/>
                    </a:cubicBezTo>
                    <a:close/>
                  </a:path>
                </a:pathLst>
              </a:custGeom>
              <a:solidFill>
                <a:schemeClr val="lt2"/>
              </a:solid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5" name="Google Shape;1365;p68"/>
              <p:cNvSpPr/>
              <p:nvPr/>
            </p:nvSpPr>
            <p:spPr>
              <a:xfrm>
                <a:off x="8514275" y="2586663"/>
                <a:ext cx="70300" cy="78225"/>
              </a:xfrm>
              <a:custGeom>
                <a:rect b="b" l="l" r="r" t="t"/>
                <a:pathLst>
                  <a:path extrusionOk="0" h="3129" w="2812">
                    <a:moveTo>
                      <a:pt x="1631" y="0"/>
                    </a:moveTo>
                    <a:lnTo>
                      <a:pt x="0" y="986"/>
                    </a:lnTo>
                    <a:cubicBezTo>
                      <a:pt x="65" y="968"/>
                      <a:pt x="130" y="960"/>
                      <a:pt x="196" y="960"/>
                    </a:cubicBezTo>
                    <a:cubicBezTo>
                      <a:pt x="1032" y="960"/>
                      <a:pt x="1877" y="2327"/>
                      <a:pt x="974" y="3128"/>
                    </a:cubicBezTo>
                    <a:cubicBezTo>
                      <a:pt x="1814" y="2617"/>
                      <a:pt x="2811" y="1631"/>
                      <a:pt x="2811" y="1631"/>
                    </a:cubicBezTo>
                    <a:lnTo>
                      <a:pt x="1631" y="0"/>
                    </a:lnTo>
                    <a:close/>
                  </a:path>
                </a:pathLst>
              </a:custGeom>
              <a:solidFill>
                <a:srgbClr val="FFFFFF"/>
              </a:solid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6" name="Google Shape;1366;p68"/>
              <p:cNvSpPr/>
              <p:nvPr/>
            </p:nvSpPr>
            <p:spPr>
              <a:xfrm>
                <a:off x="8497850" y="2356513"/>
                <a:ext cx="398000" cy="324800"/>
              </a:xfrm>
              <a:custGeom>
                <a:rect b="b" l="l" r="r" t="t"/>
                <a:pathLst>
                  <a:path extrusionOk="0" h="12992" w="15920">
                    <a:moveTo>
                      <a:pt x="13175" y="0"/>
                    </a:moveTo>
                    <a:cubicBezTo>
                      <a:pt x="13013" y="0"/>
                      <a:pt x="12865" y="54"/>
                      <a:pt x="12742" y="176"/>
                    </a:cubicBezTo>
                    <a:cubicBezTo>
                      <a:pt x="11610" y="1211"/>
                      <a:pt x="8604" y="4192"/>
                      <a:pt x="8604" y="4192"/>
                    </a:cubicBezTo>
                    <a:lnTo>
                      <a:pt x="6986" y="5762"/>
                    </a:lnTo>
                    <a:lnTo>
                      <a:pt x="6304" y="6140"/>
                    </a:lnTo>
                    <a:cubicBezTo>
                      <a:pt x="4187" y="6955"/>
                      <a:pt x="2093" y="8160"/>
                      <a:pt x="0" y="9644"/>
                    </a:cubicBezTo>
                    <a:cubicBezTo>
                      <a:pt x="0" y="9644"/>
                      <a:pt x="266" y="9569"/>
                      <a:pt x="638" y="9569"/>
                    </a:cubicBezTo>
                    <a:cubicBezTo>
                      <a:pt x="1148" y="9569"/>
                      <a:pt x="1856" y="9711"/>
                      <a:pt x="2349" y="10387"/>
                    </a:cubicBezTo>
                    <a:cubicBezTo>
                      <a:pt x="3201" y="11555"/>
                      <a:pt x="2483" y="12991"/>
                      <a:pt x="2483" y="12991"/>
                    </a:cubicBezTo>
                    <a:cubicBezTo>
                      <a:pt x="4564" y="11567"/>
                      <a:pt x="6304" y="9985"/>
                      <a:pt x="7691" y="8257"/>
                    </a:cubicBezTo>
                    <a:lnTo>
                      <a:pt x="9237" y="6845"/>
                    </a:lnTo>
                    <a:lnTo>
                      <a:pt x="11050" y="5701"/>
                    </a:lnTo>
                    <a:lnTo>
                      <a:pt x="14787" y="3340"/>
                    </a:lnTo>
                    <a:cubicBezTo>
                      <a:pt x="15919" y="2430"/>
                      <a:pt x="14252" y="0"/>
                      <a:pt x="13175" y="0"/>
                    </a:cubicBezTo>
                    <a:close/>
                  </a:path>
                </a:pathLst>
              </a:custGeom>
              <a:solidFill>
                <a:schemeClr val="lt2"/>
              </a:solidFill>
              <a:ln cap="rnd"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7" name="Google Shape;1367;p68"/>
              <p:cNvSpPr/>
              <p:nvPr/>
            </p:nvSpPr>
            <p:spPr>
              <a:xfrm>
                <a:off x="8657575" y="2480088"/>
                <a:ext cx="116550" cy="100825"/>
              </a:xfrm>
              <a:custGeom>
                <a:rect b="b" l="l" r="r" t="t"/>
                <a:pathLst>
                  <a:path extrusionOk="0" h="4033" w="4662">
                    <a:moveTo>
                      <a:pt x="2616" y="0"/>
                    </a:moveTo>
                    <a:cubicBezTo>
                      <a:pt x="1880" y="0"/>
                      <a:pt x="1151" y="279"/>
                      <a:pt x="597" y="819"/>
                    </a:cubicBezTo>
                    <a:lnTo>
                      <a:pt x="0" y="1111"/>
                    </a:lnTo>
                    <a:cubicBezTo>
                      <a:pt x="986" y="1878"/>
                      <a:pt x="962" y="2937"/>
                      <a:pt x="548" y="4032"/>
                    </a:cubicBezTo>
                    <a:lnTo>
                      <a:pt x="2848" y="1902"/>
                    </a:lnTo>
                    <a:lnTo>
                      <a:pt x="4661" y="758"/>
                    </a:lnTo>
                    <a:lnTo>
                      <a:pt x="4138" y="430"/>
                    </a:lnTo>
                    <a:cubicBezTo>
                      <a:pt x="3667" y="141"/>
                      <a:pt x="3140" y="0"/>
                      <a:pt x="2616" y="0"/>
                    </a:cubicBezTo>
                    <a:close/>
                  </a:path>
                </a:pathLst>
              </a:custGeom>
              <a:solidFill>
                <a:schemeClr val="accent3"/>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8" name="Google Shape;1368;p68"/>
              <p:cNvSpPr/>
              <p:nvPr/>
            </p:nvSpPr>
            <p:spPr>
              <a:xfrm>
                <a:off x="8717200" y="2523388"/>
                <a:ext cx="90400" cy="57925"/>
              </a:xfrm>
              <a:custGeom>
                <a:rect b="b" l="l" r="r" t="t"/>
                <a:pathLst>
                  <a:path extrusionOk="0" h="2317" w="3616">
                    <a:moveTo>
                      <a:pt x="852" y="0"/>
                    </a:moveTo>
                    <a:lnTo>
                      <a:pt x="1" y="694"/>
                    </a:lnTo>
                    <a:cubicBezTo>
                      <a:pt x="913" y="1521"/>
                      <a:pt x="2471" y="2118"/>
                      <a:pt x="3043" y="2312"/>
                    </a:cubicBezTo>
                    <a:cubicBezTo>
                      <a:pt x="3053" y="2315"/>
                      <a:pt x="3063" y="2317"/>
                      <a:pt x="3073" y="2317"/>
                    </a:cubicBezTo>
                    <a:cubicBezTo>
                      <a:pt x="3144" y="2317"/>
                      <a:pt x="3197" y="2243"/>
                      <a:pt x="3165" y="2178"/>
                    </a:cubicBezTo>
                    <a:lnTo>
                      <a:pt x="2727" y="1278"/>
                    </a:lnTo>
                    <a:lnTo>
                      <a:pt x="3530" y="815"/>
                    </a:lnTo>
                    <a:cubicBezTo>
                      <a:pt x="3615" y="767"/>
                      <a:pt x="3591" y="645"/>
                      <a:pt x="3493" y="633"/>
                    </a:cubicBezTo>
                    <a:cubicBezTo>
                      <a:pt x="2593" y="523"/>
                      <a:pt x="1704" y="304"/>
                      <a:pt x="852" y="0"/>
                    </a:cubicBezTo>
                    <a:close/>
                  </a:path>
                </a:pathLst>
              </a:custGeom>
              <a:solidFill>
                <a:schemeClr val="accent2"/>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9" name="Google Shape;1369;p68"/>
              <p:cNvSpPr/>
              <p:nvPr/>
            </p:nvSpPr>
            <p:spPr>
              <a:xfrm>
                <a:off x="8651475" y="2471988"/>
                <a:ext cx="101350" cy="89675"/>
              </a:xfrm>
              <a:custGeom>
                <a:rect b="b" l="l" r="r" t="t"/>
                <a:pathLst>
                  <a:path extrusionOk="0" h="3587" w="4054">
                    <a:moveTo>
                      <a:pt x="2073" y="1"/>
                    </a:moveTo>
                    <a:cubicBezTo>
                      <a:pt x="1889" y="1"/>
                      <a:pt x="1778" y="48"/>
                      <a:pt x="1778" y="48"/>
                    </a:cubicBezTo>
                    <a:cubicBezTo>
                      <a:pt x="1120" y="279"/>
                      <a:pt x="1303" y="742"/>
                      <a:pt x="719" y="827"/>
                    </a:cubicBezTo>
                    <a:cubicBezTo>
                      <a:pt x="378" y="876"/>
                      <a:pt x="110" y="1107"/>
                      <a:pt x="1" y="1423"/>
                    </a:cubicBezTo>
                    <a:cubicBezTo>
                      <a:pt x="176" y="1349"/>
                      <a:pt x="342" y="1316"/>
                      <a:pt x="498" y="1316"/>
                    </a:cubicBezTo>
                    <a:cubicBezTo>
                      <a:pt x="1547" y="1316"/>
                      <a:pt x="2105" y="2829"/>
                      <a:pt x="1851" y="3529"/>
                    </a:cubicBezTo>
                    <a:cubicBezTo>
                      <a:pt x="1892" y="3566"/>
                      <a:pt x="1948" y="3586"/>
                      <a:pt x="2013" y="3586"/>
                    </a:cubicBezTo>
                    <a:cubicBezTo>
                      <a:pt x="2158" y="3586"/>
                      <a:pt x="2344" y="3484"/>
                      <a:pt x="2496" y="3249"/>
                    </a:cubicBezTo>
                    <a:cubicBezTo>
                      <a:pt x="2739" y="2871"/>
                      <a:pt x="3104" y="2592"/>
                      <a:pt x="3530" y="2445"/>
                    </a:cubicBezTo>
                    <a:cubicBezTo>
                      <a:pt x="3798" y="2336"/>
                      <a:pt x="4053" y="1569"/>
                      <a:pt x="3299" y="681"/>
                    </a:cubicBezTo>
                    <a:cubicBezTo>
                      <a:pt x="2812" y="113"/>
                      <a:pt x="2356" y="1"/>
                      <a:pt x="2073" y="1"/>
                    </a:cubicBezTo>
                    <a:close/>
                  </a:path>
                </a:pathLst>
              </a:custGeom>
              <a:solidFill>
                <a:schemeClr val="accent2"/>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70" name="Google Shape;1370;p68"/>
            <p:cNvSpPr/>
            <p:nvPr/>
          </p:nvSpPr>
          <p:spPr>
            <a:xfrm>
              <a:off x="7706925" y="1438275"/>
              <a:ext cx="72850" cy="77425"/>
            </a:xfrm>
            <a:custGeom>
              <a:rect b="b" l="l" r="r" t="t"/>
              <a:pathLst>
                <a:path extrusionOk="0" h="3097" w="2914">
                  <a:moveTo>
                    <a:pt x="119" y="1500"/>
                  </a:moveTo>
                  <a:cubicBezTo>
                    <a:pt x="282" y="1341"/>
                    <a:pt x="853" y="770"/>
                    <a:pt x="1095" y="548"/>
                  </a:cubicBezTo>
                  <a:cubicBezTo>
                    <a:pt x="1337" y="326"/>
                    <a:pt x="1389" y="258"/>
                    <a:pt x="1571" y="167"/>
                  </a:cubicBezTo>
                  <a:cubicBezTo>
                    <a:pt x="1754" y="76"/>
                    <a:pt x="1988" y="0"/>
                    <a:pt x="2190" y="0"/>
                  </a:cubicBezTo>
                  <a:cubicBezTo>
                    <a:pt x="2393" y="0"/>
                    <a:pt x="2671" y="0"/>
                    <a:pt x="2786" y="167"/>
                  </a:cubicBezTo>
                  <a:cubicBezTo>
                    <a:pt x="2901" y="334"/>
                    <a:pt x="2953" y="695"/>
                    <a:pt x="2881" y="1000"/>
                  </a:cubicBezTo>
                  <a:cubicBezTo>
                    <a:pt x="2810" y="1306"/>
                    <a:pt x="2603" y="1710"/>
                    <a:pt x="2357" y="2000"/>
                  </a:cubicBezTo>
                  <a:cubicBezTo>
                    <a:pt x="2111" y="2290"/>
                    <a:pt x="1715" y="2559"/>
                    <a:pt x="1405" y="2738"/>
                  </a:cubicBezTo>
                  <a:cubicBezTo>
                    <a:pt x="1096" y="2917"/>
                    <a:pt x="734" y="3016"/>
                    <a:pt x="500" y="3072"/>
                  </a:cubicBezTo>
                  <a:cubicBezTo>
                    <a:pt x="266" y="3128"/>
                    <a:pt x="83" y="3072"/>
                    <a:pt x="0" y="3072"/>
                  </a:cubicBezTo>
                </a:path>
              </a:pathLst>
            </a:custGeom>
            <a:noFill/>
            <a:ln cap="flat" cmpd="sng" w="19050">
              <a:solidFill>
                <a:schemeClr val="accent5"/>
              </a:solidFill>
              <a:prstDash val="solid"/>
              <a:round/>
              <a:headEnd len="med" w="med" type="none"/>
              <a:tailEnd len="med" w="med" type="none"/>
            </a:ln>
          </p:spPr>
        </p:sp>
      </p:grpSp>
      <p:sp>
        <p:nvSpPr>
          <p:cNvPr id="1371" name="Google Shape;1371;p68">
            <a:hlinkClick action="ppaction://hlinkshowjump?jump=previousslide"/>
          </p:cNvPr>
          <p:cNvSpPr/>
          <p:nvPr/>
        </p:nvSpPr>
        <p:spPr>
          <a:xfrm>
            <a:off x="139872" y="2378398"/>
            <a:ext cx="430800" cy="386700"/>
          </a:xfrm>
          <a:prstGeom prst="leftArrow">
            <a:avLst>
              <a:gd fmla="val 50000" name="adj1"/>
              <a:gd fmla="val 50000" name="adj2"/>
            </a:avLst>
          </a:prstGeom>
          <a:solidFill>
            <a:schemeClr val="accent2"/>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2" name="Google Shape;1372;p68">
            <a:hlinkClick action="ppaction://hlinkshowjump?jump=nextslide"/>
          </p:cNvPr>
          <p:cNvSpPr/>
          <p:nvPr/>
        </p:nvSpPr>
        <p:spPr>
          <a:xfrm flipH="1">
            <a:off x="8601644" y="2378398"/>
            <a:ext cx="430800" cy="386700"/>
          </a:xfrm>
          <a:prstGeom prst="leftArrow">
            <a:avLst>
              <a:gd fmla="val 50000" name="adj1"/>
              <a:gd fmla="val 50000" name="adj2"/>
            </a:avLst>
          </a:prstGeom>
          <a:solidFill>
            <a:schemeClr val="accent2"/>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2" presetSubtype="1">
                                  <p:stCondLst>
                                    <p:cond delay="0"/>
                                  </p:stCondLst>
                                  <p:childTnLst>
                                    <p:set>
                                      <p:cBhvr>
                                        <p:cTn dur="1" fill="hold">
                                          <p:stCondLst>
                                            <p:cond delay="0"/>
                                          </p:stCondLst>
                                        </p:cTn>
                                        <p:tgtEl>
                                          <p:spTgt spid="1302"/>
                                        </p:tgtEl>
                                        <p:attrNameLst>
                                          <p:attrName>style.visibility</p:attrName>
                                        </p:attrNameLst>
                                      </p:cBhvr>
                                      <p:to>
                                        <p:strVal val="visible"/>
                                      </p:to>
                                    </p:set>
                                    <p:anim calcmode="lin" valueType="num">
                                      <p:cBhvr additive="base">
                                        <p:cTn dur="1000"/>
                                        <p:tgtEl>
                                          <p:spTgt spid="1302"/>
                                        </p:tgtEl>
                                        <p:attrNameLst>
                                          <p:attrName>ppt_y</p:attrName>
                                        </p:attrNameLst>
                                      </p:cBhvr>
                                      <p:tavLst>
                                        <p:tav fmla="" tm="0">
                                          <p:val>
                                            <p:strVal val="#ppt_y-1"/>
                                          </p:val>
                                        </p:tav>
                                        <p:tav fmla="" tm="100000">
                                          <p:val>
                                            <p:strVal val="#ppt_y"/>
                                          </p:val>
                                        </p:tav>
                                      </p:tavLst>
                                    </p:anim>
                                  </p:childTnLst>
                                </p:cTn>
                              </p:par>
                            </p:childTnLst>
                          </p:cTn>
                        </p:par>
                        <p:par>
                          <p:cTn fill="hold">
                            <p:stCondLst>
                              <p:cond delay="1000"/>
                            </p:stCondLst>
                            <p:childTnLst>
                              <p:par>
                                <p:cTn fill="hold" nodeType="afterEffect" presetClass="entr" presetID="2" presetSubtype="4">
                                  <p:stCondLst>
                                    <p:cond delay="0"/>
                                  </p:stCondLst>
                                  <p:childTnLst>
                                    <p:set>
                                      <p:cBhvr>
                                        <p:cTn dur="1" fill="hold">
                                          <p:stCondLst>
                                            <p:cond delay="0"/>
                                          </p:stCondLst>
                                        </p:cTn>
                                        <p:tgtEl>
                                          <p:spTgt spid="1307"/>
                                        </p:tgtEl>
                                        <p:attrNameLst>
                                          <p:attrName>style.visibility</p:attrName>
                                        </p:attrNameLst>
                                      </p:cBhvr>
                                      <p:to>
                                        <p:strVal val="visible"/>
                                      </p:to>
                                    </p:set>
                                    <p:anim calcmode="lin" valueType="num">
                                      <p:cBhvr additive="base">
                                        <p:cTn dur="1000"/>
                                        <p:tgtEl>
                                          <p:spTgt spid="1307"/>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6" name="Shape 1376"/>
        <p:cNvGrpSpPr/>
        <p:nvPr/>
      </p:nvGrpSpPr>
      <p:grpSpPr>
        <a:xfrm>
          <a:off x="0" y="0"/>
          <a:ext cx="0" cy="0"/>
          <a:chOff x="0" y="0"/>
          <a:chExt cx="0" cy="0"/>
        </a:xfrm>
      </p:grpSpPr>
      <p:sp>
        <p:nvSpPr>
          <p:cNvPr id="1377" name="Google Shape;1377;p69"/>
          <p:cNvSpPr txBox="1"/>
          <p:nvPr>
            <p:ph type="title"/>
          </p:nvPr>
        </p:nvSpPr>
        <p:spPr>
          <a:xfrm>
            <a:off x="2724150" y="255338"/>
            <a:ext cx="3695700" cy="693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References</a:t>
            </a:r>
            <a:endParaRPr/>
          </a:p>
        </p:txBody>
      </p:sp>
      <p:sp>
        <p:nvSpPr>
          <p:cNvPr id="1378" name="Google Shape;1378;p69"/>
          <p:cNvSpPr txBox="1"/>
          <p:nvPr>
            <p:ph idx="1" type="subTitle"/>
          </p:nvPr>
        </p:nvSpPr>
        <p:spPr>
          <a:xfrm>
            <a:off x="621200" y="1889725"/>
            <a:ext cx="7988700" cy="1809900"/>
          </a:xfrm>
          <a:prstGeom prst="rect">
            <a:avLst/>
          </a:prstGeom>
        </p:spPr>
        <p:txBody>
          <a:bodyPr anchorCtr="0" anchor="ctr" bIns="91425" lIns="91425" spcFirstLastPara="1" rIns="91425" wrap="square" tIns="91425">
            <a:noAutofit/>
          </a:bodyPr>
          <a:lstStyle/>
          <a:p>
            <a:pPr indent="-292100" lvl="0" marL="457200" rtl="0" algn="l">
              <a:lnSpc>
                <a:spcPct val="115000"/>
              </a:lnSpc>
              <a:spcBef>
                <a:spcPts val="0"/>
              </a:spcBef>
              <a:spcAft>
                <a:spcPts val="0"/>
              </a:spcAft>
              <a:buClr>
                <a:schemeClr val="dk1"/>
              </a:buClr>
              <a:buSzPts val="1000"/>
              <a:buChar char="●"/>
            </a:pPr>
            <a:r>
              <a:rPr lang="en" sz="1000">
                <a:solidFill>
                  <a:srgbClr val="2C3E50"/>
                </a:solidFill>
                <a:highlight>
                  <a:schemeClr val="accent4"/>
                </a:highlight>
              </a:rPr>
              <a:t>Wojno, R. (2021, May 20). </a:t>
            </a:r>
            <a:r>
              <a:rPr i="1" lang="en" sz="1000">
                <a:solidFill>
                  <a:srgbClr val="2C3E50"/>
                </a:solidFill>
                <a:highlight>
                  <a:schemeClr val="accent4"/>
                </a:highlight>
              </a:rPr>
              <a:t>4 Practical risk mitigation strategies for your business</a:t>
            </a:r>
            <a:r>
              <a:rPr lang="en" sz="1000">
                <a:solidFill>
                  <a:srgbClr val="2C3E50"/>
                </a:solidFill>
                <a:highlight>
                  <a:schemeClr val="accent4"/>
                </a:highlight>
              </a:rPr>
              <a:t>. Monday.com Blog. https://monday.com/blog/project-management/risk-mitigation/#:~:text=What%20are%20the%20four%20types</a:t>
            </a:r>
            <a:endParaRPr sz="1000">
              <a:solidFill>
                <a:schemeClr val="dk1"/>
              </a:solidFill>
              <a:highlight>
                <a:schemeClr val="accent4"/>
              </a:highlight>
            </a:endParaRPr>
          </a:p>
          <a:p>
            <a:pPr indent="-292100" lvl="0" marL="457200" rtl="0" algn="l">
              <a:lnSpc>
                <a:spcPct val="115000"/>
              </a:lnSpc>
              <a:spcBef>
                <a:spcPts val="0"/>
              </a:spcBef>
              <a:spcAft>
                <a:spcPts val="0"/>
              </a:spcAft>
              <a:buClr>
                <a:schemeClr val="dk1"/>
              </a:buClr>
              <a:buSzPts val="1000"/>
              <a:buChar char="●"/>
            </a:pPr>
            <a:r>
              <a:rPr lang="en" sz="1000">
                <a:solidFill>
                  <a:srgbClr val="2C3E50"/>
                </a:solidFill>
                <a:highlight>
                  <a:schemeClr val="accent4"/>
                </a:highlight>
              </a:rPr>
              <a:t>Indeed. (2020, December 10). </a:t>
            </a:r>
            <a:r>
              <a:rPr i="1" lang="en" sz="1000">
                <a:solidFill>
                  <a:srgbClr val="2C3E50"/>
                </a:solidFill>
                <a:highlight>
                  <a:schemeClr val="accent4"/>
                </a:highlight>
              </a:rPr>
              <a:t>Five Key Risk Mitigation Strategies (With Examples) | Indeed.com</a:t>
            </a:r>
            <a:r>
              <a:rPr lang="en" sz="1000">
                <a:solidFill>
                  <a:srgbClr val="2C3E50"/>
                </a:solidFill>
                <a:highlight>
                  <a:schemeClr val="accent4"/>
                </a:highlight>
              </a:rPr>
              <a:t>. Www.indeed.com. https://www.indeed.com/career-advice/career-development/risk-mitigation-strategies</a:t>
            </a:r>
            <a:endParaRPr i="1" sz="1000">
              <a:solidFill>
                <a:schemeClr val="dk1"/>
              </a:solidFill>
              <a:highlight>
                <a:schemeClr val="accent4"/>
              </a:highlight>
            </a:endParaRPr>
          </a:p>
          <a:p>
            <a:pPr indent="-292100" lvl="0" marL="457200" rtl="0" algn="l">
              <a:lnSpc>
                <a:spcPct val="115000"/>
              </a:lnSpc>
              <a:spcBef>
                <a:spcPts val="0"/>
              </a:spcBef>
              <a:spcAft>
                <a:spcPts val="0"/>
              </a:spcAft>
              <a:buClr>
                <a:schemeClr val="dk1"/>
              </a:buClr>
              <a:buSzPts val="1000"/>
              <a:buChar char="●"/>
            </a:pPr>
            <a:r>
              <a:rPr i="1" lang="en" sz="1000">
                <a:solidFill>
                  <a:srgbClr val="2C3E50"/>
                </a:solidFill>
                <a:highlight>
                  <a:schemeClr val="accent4"/>
                </a:highlight>
              </a:rPr>
              <a:t>Fundamental Cryptographic Principles</a:t>
            </a:r>
            <a:r>
              <a:rPr lang="en" sz="1000">
                <a:solidFill>
                  <a:srgbClr val="2C3E50"/>
                </a:solidFill>
                <a:highlight>
                  <a:schemeClr val="accent4"/>
                </a:highlight>
              </a:rPr>
              <a:t>. (n.d.). Www.tutorialspoint.com. https://www.tutorialspoint.com/fundamental-cryptographic-principles#:~:text=Cryptographic%20principles%20are%20the%20fundamental</a:t>
            </a:r>
            <a:endParaRPr i="1" sz="1000">
              <a:solidFill>
                <a:schemeClr val="dk1"/>
              </a:solidFill>
              <a:highlight>
                <a:schemeClr val="accent4"/>
              </a:highlight>
            </a:endParaRPr>
          </a:p>
          <a:p>
            <a:pPr indent="-292100" lvl="0" marL="457200" rtl="0" algn="l">
              <a:lnSpc>
                <a:spcPct val="115000"/>
              </a:lnSpc>
              <a:spcBef>
                <a:spcPts val="0"/>
              </a:spcBef>
              <a:spcAft>
                <a:spcPts val="0"/>
              </a:spcAft>
              <a:buClr>
                <a:schemeClr val="dk1"/>
              </a:buClr>
              <a:buSzPts val="1000"/>
              <a:buChar char="●"/>
            </a:pPr>
            <a:r>
              <a:rPr i="1" lang="en" sz="1000">
                <a:solidFill>
                  <a:srgbClr val="2C3E50"/>
                </a:solidFill>
                <a:highlight>
                  <a:schemeClr val="accent4"/>
                </a:highlight>
              </a:rPr>
              <a:t>Attacks On Cryptosystems</a:t>
            </a:r>
            <a:r>
              <a:rPr lang="en" sz="1000">
                <a:solidFill>
                  <a:srgbClr val="2C3E50"/>
                </a:solidFill>
                <a:highlight>
                  <a:schemeClr val="accent4"/>
                </a:highlight>
              </a:rPr>
              <a:t>. (n.d.). Www.tutorialspoint.com. Retrieved June 12, 2023, from https://www.tutorialspoint.com/cryptography/attacks_on_cryptosystems.htm#:~:text=Modern%20cryptos</a:t>
            </a:r>
            <a:endParaRPr sz="1000">
              <a:solidFill>
                <a:schemeClr val="dk1"/>
              </a:solidFill>
              <a:highlight>
                <a:schemeClr val="accent4"/>
              </a:highlight>
            </a:endParaRPr>
          </a:p>
          <a:p>
            <a:pPr indent="-292100" lvl="0" marL="457200" rtl="0" algn="l">
              <a:lnSpc>
                <a:spcPct val="115000"/>
              </a:lnSpc>
              <a:spcBef>
                <a:spcPts val="0"/>
              </a:spcBef>
              <a:spcAft>
                <a:spcPts val="0"/>
              </a:spcAft>
              <a:buClr>
                <a:schemeClr val="dk1"/>
              </a:buClr>
              <a:buSzPts val="1000"/>
              <a:buChar char="●"/>
            </a:pPr>
            <a:r>
              <a:rPr i="1" lang="en" sz="1000">
                <a:solidFill>
                  <a:srgbClr val="2C3E50"/>
                </a:solidFill>
                <a:highlight>
                  <a:schemeClr val="accent4"/>
                </a:highlight>
              </a:rPr>
              <a:t>Information Security: Scanning and Analysis Tools</a:t>
            </a:r>
            <a:r>
              <a:rPr lang="en" sz="1000">
                <a:solidFill>
                  <a:srgbClr val="2C3E50"/>
                </a:solidFill>
                <a:highlight>
                  <a:schemeClr val="accent4"/>
                </a:highlight>
              </a:rPr>
              <a:t>. (n.d.). BrainKart. https://www.brainkart.com/article/Information-Security--Scanning-and-Analysis-Tools_7942/</a:t>
            </a:r>
            <a:endParaRPr sz="1000">
              <a:solidFill>
                <a:schemeClr val="dk1"/>
              </a:solidFill>
              <a:highlight>
                <a:schemeClr val="accent4"/>
              </a:highlight>
            </a:endParaRPr>
          </a:p>
          <a:p>
            <a:pPr indent="-292100" lvl="0" marL="457200" rtl="0" algn="l">
              <a:lnSpc>
                <a:spcPct val="115000"/>
              </a:lnSpc>
              <a:spcBef>
                <a:spcPts val="0"/>
              </a:spcBef>
              <a:spcAft>
                <a:spcPts val="0"/>
              </a:spcAft>
              <a:buClr>
                <a:schemeClr val="dk1"/>
              </a:buClr>
              <a:buSzPts val="1000"/>
              <a:buChar char="●"/>
            </a:pPr>
            <a:r>
              <a:rPr lang="en" sz="1000">
                <a:solidFill>
                  <a:srgbClr val="2C3E50"/>
                </a:solidFill>
                <a:highlight>
                  <a:schemeClr val="accent4"/>
                </a:highlight>
              </a:rPr>
              <a:t>Mitchell, T. (2018, June 22). </a:t>
            </a:r>
            <a:r>
              <a:rPr i="1" lang="en" sz="1000">
                <a:solidFill>
                  <a:srgbClr val="2C3E50"/>
                </a:solidFill>
                <a:highlight>
                  <a:schemeClr val="accent4"/>
                </a:highlight>
              </a:rPr>
              <a:t>Core Steps For Performing and Documenting a Risk Assessment</a:t>
            </a:r>
            <a:r>
              <a:rPr lang="en" sz="1000">
                <a:solidFill>
                  <a:srgbClr val="2C3E50"/>
                </a:solidFill>
                <a:highlight>
                  <a:schemeClr val="accent4"/>
                </a:highlight>
              </a:rPr>
              <a:t>. Core Compliance. https://www.corecls.com/risk-management-updates-rmu/core-steps-for-performing-and-documenting-a-risk-assessment/</a:t>
            </a:r>
            <a:endParaRPr sz="1000">
              <a:solidFill>
                <a:schemeClr val="dk1"/>
              </a:solidFill>
              <a:highlight>
                <a:schemeClr val="accent4"/>
              </a:highlight>
            </a:endParaRPr>
          </a:p>
          <a:p>
            <a:pPr indent="-292100" lvl="0" marL="457200" marR="190500" rtl="0" algn="l">
              <a:lnSpc>
                <a:spcPct val="115000"/>
              </a:lnSpc>
              <a:spcBef>
                <a:spcPts val="0"/>
              </a:spcBef>
              <a:spcAft>
                <a:spcPts val="0"/>
              </a:spcAft>
              <a:buClr>
                <a:schemeClr val="dk1"/>
              </a:buClr>
              <a:buSzPts val="1000"/>
              <a:buChar char="●"/>
            </a:pPr>
            <a:r>
              <a:rPr lang="en" sz="1000">
                <a:solidFill>
                  <a:srgbClr val="2C3E50"/>
                </a:solidFill>
                <a:highlight>
                  <a:schemeClr val="accent4"/>
                </a:highlight>
              </a:rPr>
              <a:t>Daniel, B. (2021, May 4). </a:t>
            </a:r>
            <a:r>
              <a:rPr i="1" lang="en" sz="1000">
                <a:solidFill>
                  <a:srgbClr val="2C3E50"/>
                </a:solidFill>
                <a:highlight>
                  <a:schemeClr val="accent4"/>
                </a:highlight>
              </a:rPr>
              <a:t>Symmetric vs. asymmetric encryption: What’s the difference?</a:t>
            </a:r>
            <a:r>
              <a:rPr lang="en" sz="1000">
                <a:solidFill>
                  <a:srgbClr val="2C3E50"/>
                </a:solidFill>
                <a:highlight>
                  <a:schemeClr val="accent4"/>
                </a:highlight>
              </a:rPr>
              <a:t> Www.trentonsystems.com. https://www.trentonsystems.com/blog/symmetric-vs-asymmetric-encryption</a:t>
            </a:r>
            <a:endParaRPr sz="1000">
              <a:solidFill>
                <a:schemeClr val="dk1"/>
              </a:solidFill>
              <a:highlight>
                <a:schemeClr val="accent4"/>
              </a:highlight>
            </a:endParaRPr>
          </a:p>
          <a:p>
            <a:pPr indent="-292100" lvl="0" marL="457200" marR="190500" rtl="0" algn="l">
              <a:lnSpc>
                <a:spcPct val="115000"/>
              </a:lnSpc>
              <a:spcBef>
                <a:spcPts val="0"/>
              </a:spcBef>
              <a:spcAft>
                <a:spcPts val="0"/>
              </a:spcAft>
              <a:buClr>
                <a:schemeClr val="dk1"/>
              </a:buClr>
              <a:buSzPts val="1000"/>
              <a:buChar char="●"/>
            </a:pPr>
            <a:r>
              <a:rPr lang="en" sz="1000">
                <a:solidFill>
                  <a:srgbClr val="2C3E50"/>
                </a:solidFill>
                <a:highlight>
                  <a:schemeClr val="accent4"/>
                </a:highlight>
              </a:rPr>
              <a:t>Evans, M. (2016, November 8). </a:t>
            </a:r>
            <a:r>
              <a:rPr i="1" lang="en" sz="1000">
                <a:solidFill>
                  <a:srgbClr val="2C3E50"/>
                </a:solidFill>
                <a:highlight>
                  <a:schemeClr val="accent4"/>
                </a:highlight>
              </a:rPr>
              <a:t>Roadmap to Implementing a Successful Information Security Program - BARR Advisory</a:t>
            </a:r>
            <a:r>
              <a:rPr lang="en" sz="1000">
                <a:solidFill>
                  <a:srgbClr val="2C3E50"/>
                </a:solidFill>
                <a:highlight>
                  <a:schemeClr val="accent4"/>
                </a:highlight>
              </a:rPr>
              <a:t>. BARR Advisory. https://www.barradvisory.com/roadmap-tao-implementing-a-successful-information-security-program/</a:t>
            </a:r>
            <a:endParaRPr sz="1000">
              <a:solidFill>
                <a:schemeClr val="dk1"/>
              </a:solidFill>
              <a:highlight>
                <a:schemeClr val="accent4"/>
              </a:highlight>
            </a:endParaRPr>
          </a:p>
          <a:p>
            <a:pPr indent="-292100" lvl="0" marL="457200" rtl="0" algn="l">
              <a:lnSpc>
                <a:spcPct val="115000"/>
              </a:lnSpc>
              <a:spcBef>
                <a:spcPts val="0"/>
              </a:spcBef>
              <a:spcAft>
                <a:spcPts val="0"/>
              </a:spcAft>
              <a:buClr>
                <a:schemeClr val="dk1"/>
              </a:buClr>
              <a:buSzPts val="1000"/>
              <a:buChar char="●"/>
            </a:pPr>
            <a:r>
              <a:rPr i="1" lang="en" sz="1000">
                <a:solidFill>
                  <a:srgbClr val="2C3E50"/>
                </a:solidFill>
                <a:highlight>
                  <a:schemeClr val="accent4"/>
                </a:highlight>
              </a:rPr>
              <a:t>Why It’s Important to Document the Needs of Risk Management</a:t>
            </a:r>
            <a:r>
              <a:rPr lang="en" sz="1000">
                <a:solidFill>
                  <a:srgbClr val="2C3E50"/>
                </a:solidFill>
                <a:highlight>
                  <a:schemeClr val="accent4"/>
                </a:highlight>
              </a:rPr>
              <a:t>. (2018). Financialexecutives.org. https://www.financialexecutives.org/FEI-Daily/June-2018/Why-It%E2%80%99s-Important-to-Document-the-Needs-of-Risk-M.aspx</a:t>
            </a:r>
            <a:endParaRPr i="1" sz="1000">
              <a:solidFill>
                <a:schemeClr val="dk1"/>
              </a:solidFill>
              <a:highlight>
                <a:schemeClr val="accent4"/>
              </a:highlight>
            </a:endParaRPr>
          </a:p>
          <a:p>
            <a:pPr indent="-292100" lvl="0" marL="457200" rtl="0" algn="l">
              <a:lnSpc>
                <a:spcPct val="115000"/>
              </a:lnSpc>
              <a:spcBef>
                <a:spcPts val="0"/>
              </a:spcBef>
              <a:spcAft>
                <a:spcPts val="0"/>
              </a:spcAft>
              <a:buClr>
                <a:schemeClr val="dk1"/>
              </a:buClr>
              <a:buSzPts val="1000"/>
              <a:buChar char="●"/>
            </a:pPr>
            <a:r>
              <a:rPr i="1" lang="en" sz="1000">
                <a:solidFill>
                  <a:srgbClr val="2C3E50"/>
                </a:solidFill>
                <a:highlight>
                  <a:schemeClr val="accent4"/>
                </a:highlight>
              </a:rPr>
              <a:t>Hashing Algorithm Overview: Types, Methodologies &amp; Usage | Okta</a:t>
            </a:r>
            <a:r>
              <a:rPr lang="en" sz="1000">
                <a:solidFill>
                  <a:srgbClr val="2C3E50"/>
                </a:solidFill>
                <a:highlight>
                  <a:schemeClr val="accent4"/>
                </a:highlight>
              </a:rPr>
              <a:t>. (n.d.). Www.okta.com. https://www.okta.com/identity-101/hashing-algorithms/#:~:text=Hashing%20algorithms%20can%20be%20used</a:t>
            </a:r>
            <a:endParaRPr i="1" sz="1000">
              <a:solidFill>
                <a:schemeClr val="dk1"/>
              </a:solidFill>
              <a:highlight>
                <a:schemeClr val="accent4"/>
              </a:highlight>
            </a:endParaRPr>
          </a:p>
          <a:p>
            <a:pPr indent="-292100" lvl="0" marL="457200" rtl="0" algn="l">
              <a:lnSpc>
                <a:spcPct val="115000"/>
              </a:lnSpc>
              <a:spcBef>
                <a:spcPts val="0"/>
              </a:spcBef>
              <a:spcAft>
                <a:spcPts val="0"/>
              </a:spcAft>
              <a:buClr>
                <a:schemeClr val="dk1"/>
              </a:buClr>
              <a:buSzPts val="1000"/>
              <a:buChar char="●"/>
            </a:pPr>
            <a:r>
              <a:rPr i="1" lang="en" sz="1000">
                <a:solidFill>
                  <a:srgbClr val="2C3E50"/>
                </a:solidFill>
                <a:highlight>
                  <a:schemeClr val="accent4"/>
                </a:highlight>
              </a:rPr>
              <a:t>Understanding the 5 Types of Intrusion Detection Systems</a:t>
            </a:r>
            <a:r>
              <a:rPr lang="en" sz="1000">
                <a:solidFill>
                  <a:srgbClr val="2C3E50"/>
                </a:solidFill>
                <a:highlight>
                  <a:schemeClr val="accent4"/>
                </a:highlight>
              </a:rPr>
              <a:t>. (2022, August 18). Helixstorm. https://www.helixstorm.com/blog/types-of-intrusion-detection-systems/</a:t>
            </a:r>
            <a:endParaRPr i="1" sz="1000">
              <a:solidFill>
                <a:schemeClr val="dk1"/>
              </a:solidFill>
              <a:highlight>
                <a:schemeClr val="accent4"/>
              </a:highlight>
            </a:endParaRPr>
          </a:p>
        </p:txBody>
      </p:sp>
    </p:spTree>
  </p:cSld>
  <p:clrMapOvr>
    <a:masterClrMapping/>
  </p:clrMapOvr>
</p:sld>
</file>

<file path=ppt/theme/theme1.xml><?xml version="1.0" encoding="utf-8"?>
<a:theme xmlns:a="http://schemas.openxmlformats.org/drawingml/2006/main" xmlns:r="http://schemas.openxmlformats.org/officeDocument/2006/relationships" name="Virtual Slides for Education Day by Slidesgo">
  <a:themeElements>
    <a:clrScheme name="Simple Light">
      <a:dk1>
        <a:srgbClr val="000000"/>
      </a:dk1>
      <a:lt1>
        <a:srgbClr val="FFFFFF"/>
      </a:lt1>
      <a:dk2>
        <a:srgbClr val="595959"/>
      </a:dk2>
      <a:lt2>
        <a:srgbClr val="E9F3FF"/>
      </a:lt2>
      <a:accent1>
        <a:srgbClr val="4C64D8"/>
      </a:accent1>
      <a:accent2>
        <a:srgbClr val="FFE599"/>
      </a:accent2>
      <a:accent3>
        <a:srgbClr val="FF952B"/>
      </a:accent3>
      <a:accent4>
        <a:srgbClr val="D5E6FC"/>
      </a:accent4>
      <a:accent5>
        <a:srgbClr val="00004D"/>
      </a:accent5>
      <a:accent6>
        <a:srgbClr val="A8CFFF"/>
      </a:accent6>
      <a:hlink>
        <a:srgbClr val="00004D"/>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